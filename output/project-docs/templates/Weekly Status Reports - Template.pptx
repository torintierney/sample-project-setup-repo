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28" r:id="rId4"/>
  </p:sldMasterIdLst>
  <p:notesMasterIdLst>
    <p:notesMasterId r:id="rId10"/>
  </p:notesMasterIdLst>
  <p:handoutMasterIdLst>
    <p:handoutMasterId r:id="rId11"/>
  </p:handoutMasterIdLst>
  <p:sldIdLst>
    <p:sldId id="676" r:id="rId5"/>
    <p:sldId id="2147468560" r:id="rId6"/>
    <p:sldId id="2147468480" r:id="rId7"/>
    <p:sldId id="2147468561" r:id="rId8"/>
    <p:sldId id="2147468481" r:id="rId9"/>
  </p:sldIdLst>
  <p:sldSz cx="9144000" cy="5143500" type="screen16x9"/>
  <p:notesSz cx="6954838" cy="119840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tus Reports" id="{F86DEADB-5723-EB4B-9154-FE9BD5D2404C}">
          <p14:sldIdLst>
            <p14:sldId id="676"/>
            <p14:sldId id="2147468560"/>
          </p14:sldIdLst>
        </p14:section>
        <p14:section name="Appendix" id="{DA5735BE-884A-7944-B57E-2A6C79240E3C}">
          <p14:sldIdLst>
            <p14:sldId id="2147468480"/>
            <p14:sldId id="2147468561"/>
            <p14:sldId id="2147468481"/>
          </p14:sldIdLst>
        </p14:section>
      </p14:sectionLst>
    </p:ext>
    <p:ext uri="{EFAFB233-063F-42B5-8137-9DF3F51BA10A}">
      <p15:sldGuideLst xmlns:p15="http://schemas.microsoft.com/office/powerpoint/2012/main">
        <p15:guide id="8" pos="2880">
          <p15:clr>
            <a:srgbClr val="A4A3A4"/>
          </p15:clr>
        </p15:guide>
        <p15:guide id="9" orient="horz" pos="1620">
          <p15:clr>
            <a:srgbClr val="A4A3A4"/>
          </p15:clr>
        </p15:guide>
      </p15:sldGuideLst>
    </p:ext>
    <p:ext uri="{2D200454-40CA-4A62-9FC3-DE9A4176ACB9}">
      <p15:notesGuideLst xmlns:p15="http://schemas.microsoft.com/office/powerpoint/2012/main">
        <p15:guide id="1" orient="horz" pos="3775">
          <p15:clr>
            <a:srgbClr val="A4A3A4"/>
          </p15:clr>
        </p15:guide>
        <p15:guide id="2" pos="219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00F032E-78BC-A7CB-5795-0878FE999DB0}" name="Philip Coufal" initials="PC" userId="S::philip.coufal@slalom.com::9045b993-7adb-42e0-b6e1-da4ef50f843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B9FF"/>
    <a:srgbClr val="888888"/>
    <a:srgbClr val="F68C20"/>
    <a:srgbClr val="E5CC1D"/>
    <a:srgbClr val="0072C8"/>
    <a:srgbClr val="70808E"/>
    <a:srgbClr val="123C63"/>
    <a:srgbClr val="AE6C29"/>
    <a:srgbClr val="A2B960"/>
    <a:srgbClr val="0067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99" d="100"/>
          <a:sy n="199" d="100"/>
        </p:scale>
        <p:origin x="684" y="144"/>
      </p:cViewPr>
      <p:guideLst>
        <p:guide pos="2880"/>
        <p:guide orient="horz" pos="1620"/>
      </p:guideLst>
    </p:cSldViewPr>
  </p:slideViewPr>
  <p:notesTextViewPr>
    <p:cViewPr>
      <p:scale>
        <a:sx n="1" d="1"/>
        <a:sy n="1" d="1"/>
      </p:scale>
      <p:origin x="0" y="0"/>
    </p:cViewPr>
  </p:notesTextViewPr>
  <p:notesViewPr>
    <p:cSldViewPr snapToGrid="0">
      <p:cViewPr>
        <p:scale>
          <a:sx n="1" d="2"/>
          <a:sy n="1" d="2"/>
        </p:scale>
        <p:origin x="0" y="0"/>
      </p:cViewPr>
      <p:guideLst>
        <p:guide orient="horz" pos="3775"/>
        <p:guide pos="219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14291" cy="598382"/>
          </a:xfrm>
          <a:prstGeom prst="rect">
            <a:avLst/>
          </a:prstGeom>
        </p:spPr>
        <p:txBody>
          <a:bodyPr vert="horz" lIns="91029" tIns="45514" rIns="91029" bIns="45514" rtlCol="0"/>
          <a:lstStyle>
            <a:lvl1pPr algn="l">
              <a:defRPr sz="1200"/>
            </a:lvl1pPr>
          </a:lstStyle>
          <a:p>
            <a:endParaRPr lang="en-US"/>
          </a:p>
        </p:txBody>
      </p:sp>
      <p:sp>
        <p:nvSpPr>
          <p:cNvPr id="3" name="Date Placeholder 2"/>
          <p:cNvSpPr>
            <a:spLocks noGrp="1"/>
          </p:cNvSpPr>
          <p:nvPr>
            <p:ph type="dt" sz="quarter" idx="1"/>
          </p:nvPr>
        </p:nvSpPr>
        <p:spPr>
          <a:xfrm>
            <a:off x="3938969" y="0"/>
            <a:ext cx="3014291" cy="598382"/>
          </a:xfrm>
          <a:prstGeom prst="rect">
            <a:avLst/>
          </a:prstGeom>
        </p:spPr>
        <p:txBody>
          <a:bodyPr vert="horz" lIns="91029" tIns="45514" rIns="91029" bIns="45514" rtlCol="0"/>
          <a:lstStyle>
            <a:lvl1pPr algn="r">
              <a:defRPr sz="1200"/>
            </a:lvl1pPr>
          </a:lstStyle>
          <a:p>
            <a:fld id="{2DAD58B1-E6B3-4A2C-B143-0E572432F4B2}" type="datetime1">
              <a:rPr lang="en-US" smtClean="0"/>
              <a:t>6/8/2026</a:t>
            </a:fld>
            <a:endParaRPr lang="en-US"/>
          </a:p>
        </p:txBody>
      </p:sp>
      <p:sp>
        <p:nvSpPr>
          <p:cNvPr id="4" name="Footer Placeholder 3"/>
          <p:cNvSpPr>
            <a:spLocks noGrp="1"/>
          </p:cNvSpPr>
          <p:nvPr>
            <p:ph type="ftr" sz="quarter" idx="2"/>
          </p:nvPr>
        </p:nvSpPr>
        <p:spPr>
          <a:xfrm>
            <a:off x="1" y="11383607"/>
            <a:ext cx="3014291" cy="598382"/>
          </a:xfrm>
          <a:prstGeom prst="rect">
            <a:avLst/>
          </a:prstGeom>
        </p:spPr>
        <p:txBody>
          <a:bodyPr vert="horz" lIns="91029" tIns="45514" rIns="91029" bIns="45514" rtlCol="0" anchor="b"/>
          <a:lstStyle>
            <a:lvl1pPr algn="l">
              <a:defRPr sz="1200"/>
            </a:lvl1pPr>
          </a:lstStyle>
          <a:p>
            <a:endParaRPr lang="en-US"/>
          </a:p>
        </p:txBody>
      </p:sp>
      <p:sp>
        <p:nvSpPr>
          <p:cNvPr id="5" name="Slide Number Placeholder 4"/>
          <p:cNvSpPr>
            <a:spLocks noGrp="1"/>
          </p:cNvSpPr>
          <p:nvPr>
            <p:ph type="sldNum" sz="quarter" idx="3"/>
          </p:nvPr>
        </p:nvSpPr>
        <p:spPr>
          <a:xfrm>
            <a:off x="3938969" y="11383607"/>
            <a:ext cx="3014291" cy="598382"/>
          </a:xfrm>
          <a:prstGeom prst="rect">
            <a:avLst/>
          </a:prstGeom>
        </p:spPr>
        <p:txBody>
          <a:bodyPr vert="horz" lIns="91029" tIns="45514" rIns="91029" bIns="45514" rtlCol="0" anchor="b"/>
          <a:lstStyle>
            <a:lvl1pPr algn="r">
              <a:defRPr sz="1200"/>
            </a:lvl1pPr>
          </a:lstStyle>
          <a:p>
            <a:fld id="{5C665FA2-C151-4662-A2E4-7CE245007D67}" type="slidenum">
              <a:rPr lang="en-US" smtClean="0"/>
              <a:t>‹#›</a:t>
            </a:fld>
            <a:endParaRPr lang="en-US"/>
          </a:p>
        </p:txBody>
      </p:sp>
    </p:spTree>
    <p:extLst>
      <p:ext uri="{BB962C8B-B14F-4D97-AF65-F5344CB8AC3E}">
        <p14:creationId xmlns:p14="http://schemas.microsoft.com/office/powerpoint/2010/main" val="2579845493"/>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13763" cy="599202"/>
          </a:xfrm>
          <a:prstGeom prst="rect">
            <a:avLst/>
          </a:prstGeom>
        </p:spPr>
        <p:txBody>
          <a:bodyPr vert="horz" lIns="92540" tIns="46270" rIns="92540" bIns="46270" rtlCol="0"/>
          <a:lstStyle>
            <a:lvl1pPr algn="l">
              <a:defRPr sz="1200"/>
            </a:lvl1pPr>
          </a:lstStyle>
          <a:p>
            <a:endParaRPr lang="en-US"/>
          </a:p>
        </p:txBody>
      </p:sp>
      <p:sp>
        <p:nvSpPr>
          <p:cNvPr id="3" name="Date Placeholder 2"/>
          <p:cNvSpPr>
            <a:spLocks noGrp="1"/>
          </p:cNvSpPr>
          <p:nvPr>
            <p:ph type="dt" idx="1"/>
          </p:nvPr>
        </p:nvSpPr>
        <p:spPr>
          <a:xfrm>
            <a:off x="3939467" y="0"/>
            <a:ext cx="3013763" cy="599202"/>
          </a:xfrm>
          <a:prstGeom prst="rect">
            <a:avLst/>
          </a:prstGeom>
        </p:spPr>
        <p:txBody>
          <a:bodyPr vert="horz" lIns="92540" tIns="46270" rIns="92540" bIns="46270" rtlCol="0"/>
          <a:lstStyle>
            <a:lvl1pPr algn="r">
              <a:defRPr sz="1200"/>
            </a:lvl1pPr>
          </a:lstStyle>
          <a:p>
            <a:fld id="{90135BA3-7713-4479-A788-B1E6BE9CFB19}" type="datetime1">
              <a:rPr lang="en-US" smtClean="0"/>
              <a:t>6/8/2026</a:t>
            </a:fld>
            <a:endParaRPr lang="en-US"/>
          </a:p>
        </p:txBody>
      </p:sp>
      <p:sp>
        <p:nvSpPr>
          <p:cNvPr id="4" name="Slide Image Placeholder 3"/>
          <p:cNvSpPr>
            <a:spLocks noGrp="1" noRot="1" noChangeAspect="1"/>
          </p:cNvSpPr>
          <p:nvPr>
            <p:ph type="sldImg" idx="2"/>
          </p:nvPr>
        </p:nvSpPr>
        <p:spPr>
          <a:xfrm>
            <a:off x="-515938" y="900113"/>
            <a:ext cx="7986713" cy="4494212"/>
          </a:xfrm>
          <a:prstGeom prst="rect">
            <a:avLst/>
          </a:prstGeom>
          <a:noFill/>
          <a:ln w="12700">
            <a:solidFill>
              <a:prstClr val="black"/>
            </a:solidFill>
          </a:ln>
        </p:spPr>
        <p:txBody>
          <a:bodyPr vert="horz" lIns="92540" tIns="46270" rIns="92540" bIns="46270" rtlCol="0" anchor="ctr"/>
          <a:lstStyle/>
          <a:p>
            <a:endParaRPr lang="en-US"/>
          </a:p>
        </p:txBody>
      </p:sp>
      <p:sp>
        <p:nvSpPr>
          <p:cNvPr id="5" name="Notes Placeholder 4"/>
          <p:cNvSpPr>
            <a:spLocks noGrp="1"/>
          </p:cNvSpPr>
          <p:nvPr>
            <p:ph type="body" sz="quarter" idx="3"/>
          </p:nvPr>
        </p:nvSpPr>
        <p:spPr>
          <a:xfrm>
            <a:off x="695484" y="5692420"/>
            <a:ext cx="5563870" cy="5392817"/>
          </a:xfrm>
          <a:prstGeom prst="rect">
            <a:avLst/>
          </a:prstGeom>
        </p:spPr>
        <p:txBody>
          <a:bodyPr vert="horz" lIns="92540" tIns="46270" rIns="92540" bIns="4627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11382757"/>
            <a:ext cx="3013763" cy="599202"/>
          </a:xfrm>
          <a:prstGeom prst="rect">
            <a:avLst/>
          </a:prstGeom>
        </p:spPr>
        <p:txBody>
          <a:bodyPr vert="horz" lIns="92540" tIns="46270" rIns="92540" bIns="46270" rtlCol="0" anchor="b"/>
          <a:lstStyle>
            <a:lvl1pPr algn="l">
              <a:defRPr sz="1200"/>
            </a:lvl1pPr>
          </a:lstStyle>
          <a:p>
            <a:endParaRPr lang="en-US"/>
          </a:p>
        </p:txBody>
      </p:sp>
      <p:sp>
        <p:nvSpPr>
          <p:cNvPr id="7" name="Slide Number Placeholder 6"/>
          <p:cNvSpPr>
            <a:spLocks noGrp="1"/>
          </p:cNvSpPr>
          <p:nvPr>
            <p:ph type="sldNum" sz="quarter" idx="5"/>
          </p:nvPr>
        </p:nvSpPr>
        <p:spPr>
          <a:xfrm>
            <a:off x="3939467" y="11382757"/>
            <a:ext cx="3013763" cy="599202"/>
          </a:xfrm>
          <a:prstGeom prst="rect">
            <a:avLst/>
          </a:prstGeom>
        </p:spPr>
        <p:txBody>
          <a:bodyPr vert="horz" lIns="92540" tIns="46270" rIns="92540" bIns="46270" rtlCol="0" anchor="b"/>
          <a:lstStyle>
            <a:lvl1pPr algn="r">
              <a:defRPr sz="1200"/>
            </a:lvl1pPr>
          </a:lstStyle>
          <a:p>
            <a:fld id="{F55EC67E-402D-4FA6-937E-816E25842894}" type="slidenum">
              <a:rPr lang="en-US" smtClean="0"/>
              <a:t>‹#›</a:t>
            </a:fld>
            <a:endParaRPr lang="en-US"/>
          </a:p>
        </p:txBody>
      </p:sp>
    </p:spTree>
    <p:extLst>
      <p:ext uri="{BB962C8B-B14F-4D97-AF65-F5344CB8AC3E}">
        <p14:creationId xmlns:p14="http://schemas.microsoft.com/office/powerpoint/2010/main" val="2677741102"/>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Slalom</a:t>
            </a:r>
          </a:p>
        </p:txBody>
      </p:sp>
    </p:spTree>
    <p:extLst>
      <p:ext uri="{BB962C8B-B14F-4D97-AF65-F5344CB8AC3E}">
        <p14:creationId xmlns:p14="http://schemas.microsoft.com/office/powerpoint/2010/main" val="37425149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08EFC2-4632-4E01-92E9-1642575513B6}"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16136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7F534D-C1C8-4AA5-88B2-A9405FF0088B}" type="slidenum">
              <a:rPr lang="en-US" smtClean="0"/>
              <a:pPr/>
              <a:t>3</a:t>
            </a:fld>
            <a:endParaRPr lang="en-US"/>
          </a:p>
        </p:txBody>
      </p:sp>
    </p:spTree>
    <p:extLst>
      <p:ext uri="{BB962C8B-B14F-4D97-AF65-F5344CB8AC3E}">
        <p14:creationId xmlns:p14="http://schemas.microsoft.com/office/powerpoint/2010/main" val="30264347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AA7F7-AD05-3D79-E1C4-8A4DF5E835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273533-2C1B-0DFE-DFB0-CD4461D76C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3199F8-3B55-09CD-43C0-0F2922CFF7D1}"/>
              </a:ext>
            </a:extLst>
          </p:cNvPr>
          <p:cNvSpPr>
            <a:spLocks noGrp="1"/>
          </p:cNvSpPr>
          <p:nvPr>
            <p:ph type="body" idx="1"/>
          </p:nvPr>
        </p:nvSpPr>
        <p:spPr/>
        <p:txBody>
          <a:bodyPr/>
          <a:lstStyle/>
          <a:p>
            <a:r>
              <a:rPr lang="en-US"/>
              <a:t>Workstream, Priority Order, ADR date, Milestone, Milestone description</a:t>
            </a:r>
          </a:p>
        </p:txBody>
      </p:sp>
      <p:sp>
        <p:nvSpPr>
          <p:cNvPr id="4" name="Slide Number Placeholder 3">
            <a:extLst>
              <a:ext uri="{FF2B5EF4-FFF2-40B4-BE49-F238E27FC236}">
                <a16:creationId xmlns:a16="http://schemas.microsoft.com/office/drawing/2014/main" id="{092200C7-B8A2-E429-DCEC-B500A7AE5EE2}"/>
              </a:ext>
            </a:extLst>
          </p:cNvPr>
          <p:cNvSpPr>
            <a:spLocks noGrp="1"/>
          </p:cNvSpPr>
          <p:nvPr>
            <p:ph type="sldNum" sz="quarter" idx="5"/>
          </p:nvPr>
        </p:nvSpPr>
        <p:spPr/>
        <p:txBody>
          <a:bodyPr/>
          <a:lstStyle/>
          <a:p>
            <a:fld id="{B47F534D-C1C8-4AA5-88B2-A9405FF0088B}" type="slidenum">
              <a:rPr lang="en-US" smtClean="0"/>
              <a:pPr/>
              <a:t>4</a:t>
            </a:fld>
            <a:endParaRPr lang="en-US"/>
          </a:p>
        </p:txBody>
      </p:sp>
    </p:spTree>
    <p:extLst>
      <p:ext uri="{BB962C8B-B14F-4D97-AF65-F5344CB8AC3E}">
        <p14:creationId xmlns:p14="http://schemas.microsoft.com/office/powerpoint/2010/main" val="4933047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6FAF4-C709-CECF-AAD4-BDDF832493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F4C658-D79B-2D52-B529-194A7BBFF1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B712A8-7B7E-AE40-8A60-D8F93E1EE9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481115-70A6-E9B0-303E-9F7BD5240E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7F534D-C1C8-4AA5-88B2-A9405FF0088B}" type="slidenum">
              <a:rPr kumimoji="0" lang="en-US" sz="80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35708276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Slide">
    <p:bg>
      <p:bgPr>
        <a:solidFill>
          <a:schemeClr val="accent1"/>
        </a:solidFill>
        <a:effectLst/>
      </p:bgPr>
    </p:bg>
    <p:spTree>
      <p:nvGrpSpPr>
        <p:cNvPr id="1" name=""/>
        <p:cNvGrpSpPr/>
        <p:nvPr/>
      </p:nvGrpSpPr>
      <p:grpSpPr>
        <a:xfrm>
          <a:off x="0" y="0"/>
          <a:ext cx="0" cy="0"/>
          <a:chOff x="0" y="0"/>
          <a:chExt cx="0" cy="0"/>
        </a:xfrm>
      </p:grpSpPr>
      <p:sp>
        <p:nvSpPr>
          <p:cNvPr id="37" name="Text Placeholder 4">
            <a:extLst>
              <a:ext uri="{FF2B5EF4-FFF2-40B4-BE49-F238E27FC236}">
                <a16:creationId xmlns:a16="http://schemas.microsoft.com/office/drawing/2014/main" id="{DBC706B5-DD0D-21FC-8DFC-D9B4B0C03970}"/>
              </a:ext>
            </a:extLst>
          </p:cNvPr>
          <p:cNvSpPr>
            <a:spLocks noGrp="1"/>
          </p:cNvSpPr>
          <p:nvPr>
            <p:ph type="body" sz="quarter" idx="14" hasCustomPrompt="1"/>
          </p:nvPr>
        </p:nvSpPr>
        <p:spPr>
          <a:xfrm>
            <a:off x="1133476" y="733563"/>
            <a:ext cx="6172199" cy="259061"/>
          </a:xfrm>
        </p:spPr>
        <p:txBody>
          <a:bodyPr anchor="ctr"/>
          <a:lstStyle>
            <a:lvl1pPr marL="0" indent="0">
              <a:buNone/>
              <a:defRPr sz="900" b="1" cap="all" spc="113" baseline="0"/>
            </a:lvl1pPr>
            <a:lvl2pPr>
              <a:defRPr sz="825"/>
            </a:lvl2pPr>
            <a:lvl3pPr>
              <a:defRPr sz="600"/>
            </a:lvl3pPr>
            <a:lvl4pPr>
              <a:defRPr sz="600"/>
            </a:lvl4pPr>
            <a:lvl5pPr>
              <a:defRPr sz="600"/>
            </a:lvl5pPr>
          </a:lstStyle>
          <a:p>
            <a:pPr lvl="0"/>
            <a:r>
              <a:rPr lang="en-US"/>
              <a:t>Deck type</a:t>
            </a:r>
          </a:p>
        </p:txBody>
      </p:sp>
      <p:sp>
        <p:nvSpPr>
          <p:cNvPr id="38" name="Text Placeholder 4">
            <a:extLst>
              <a:ext uri="{FF2B5EF4-FFF2-40B4-BE49-F238E27FC236}">
                <a16:creationId xmlns:a16="http://schemas.microsoft.com/office/drawing/2014/main" id="{6C94BFD7-BDCD-196E-6E6A-314E0DFD6E80}"/>
              </a:ext>
            </a:extLst>
          </p:cNvPr>
          <p:cNvSpPr>
            <a:spLocks noGrp="1"/>
          </p:cNvSpPr>
          <p:nvPr>
            <p:ph type="body" sz="quarter" idx="15" hasCustomPrompt="1"/>
          </p:nvPr>
        </p:nvSpPr>
        <p:spPr>
          <a:xfrm>
            <a:off x="1133476" y="917221"/>
            <a:ext cx="6172199" cy="259061"/>
          </a:xfrm>
        </p:spPr>
        <p:txBody>
          <a:bodyPr anchor="ctr"/>
          <a:lstStyle>
            <a:lvl1pPr marL="0" indent="0">
              <a:buNone/>
              <a:defRPr sz="900" b="1" cap="all" spc="113" baseline="0"/>
            </a:lvl1pPr>
            <a:lvl2pPr>
              <a:defRPr sz="825"/>
            </a:lvl2pPr>
            <a:lvl3pPr>
              <a:defRPr sz="600"/>
            </a:lvl3pPr>
            <a:lvl4pPr>
              <a:defRPr sz="600"/>
            </a:lvl4pPr>
            <a:lvl5pPr>
              <a:defRPr sz="600"/>
            </a:lvl5pPr>
          </a:lstStyle>
          <a:p>
            <a:pPr lvl="0"/>
            <a:r>
              <a:rPr lang="en-US"/>
              <a:t>Date</a:t>
            </a:r>
          </a:p>
        </p:txBody>
      </p:sp>
      <p:sp>
        <p:nvSpPr>
          <p:cNvPr id="2" name="Title 1">
            <a:extLst>
              <a:ext uri="{FF2B5EF4-FFF2-40B4-BE49-F238E27FC236}">
                <a16:creationId xmlns:a16="http://schemas.microsoft.com/office/drawing/2014/main" id="{3176A2F6-09EE-411D-ABA1-2E989674E940}"/>
              </a:ext>
            </a:extLst>
          </p:cNvPr>
          <p:cNvSpPr>
            <a:spLocks noGrp="1"/>
          </p:cNvSpPr>
          <p:nvPr>
            <p:ph type="ctrTitle"/>
          </p:nvPr>
        </p:nvSpPr>
        <p:spPr>
          <a:xfrm>
            <a:off x="1133475" y="1714499"/>
            <a:ext cx="6172200" cy="1371602"/>
          </a:xfrm>
        </p:spPr>
        <p:txBody>
          <a:bodyPr anchor="b"/>
          <a:lstStyle>
            <a:lvl1pPr algn="l">
              <a:defRPr sz="4950"/>
            </a:lvl1pPr>
          </a:lstStyle>
          <a:p>
            <a:r>
              <a:rPr lang="en-US"/>
              <a:t>Click to edit Master title style</a:t>
            </a:r>
          </a:p>
        </p:txBody>
      </p:sp>
      <p:sp>
        <p:nvSpPr>
          <p:cNvPr id="5" name="Text Placeholder 4">
            <a:extLst>
              <a:ext uri="{FF2B5EF4-FFF2-40B4-BE49-F238E27FC236}">
                <a16:creationId xmlns:a16="http://schemas.microsoft.com/office/drawing/2014/main" id="{5B38B860-6BB0-B1A5-DE3D-941BE9A2840C}"/>
              </a:ext>
            </a:extLst>
          </p:cNvPr>
          <p:cNvSpPr>
            <a:spLocks noGrp="1"/>
          </p:cNvSpPr>
          <p:nvPr>
            <p:ph type="body" sz="quarter" idx="13"/>
          </p:nvPr>
        </p:nvSpPr>
        <p:spPr>
          <a:xfrm>
            <a:off x="1133476" y="3447087"/>
            <a:ext cx="6172199" cy="377287"/>
          </a:xfrm>
        </p:spPr>
        <p:txBody>
          <a:bodyPr/>
          <a:lstStyle>
            <a:lvl1pPr marL="0" indent="0">
              <a:buNone/>
              <a:defRPr sz="1050"/>
            </a:lvl1pPr>
            <a:lvl2pPr>
              <a:defRPr sz="825"/>
            </a:lvl2pPr>
            <a:lvl3pPr>
              <a:defRPr sz="600"/>
            </a:lvl3pPr>
            <a:lvl4pPr>
              <a:defRPr sz="600"/>
            </a:lvl4pPr>
            <a:lvl5pPr>
              <a:defRPr sz="600"/>
            </a:lvl5pPr>
          </a:lstStyle>
          <a:p>
            <a:pPr lvl="0"/>
            <a:r>
              <a:rPr lang="en-US"/>
              <a:t>Click to edit Master text styles</a:t>
            </a:r>
          </a:p>
        </p:txBody>
      </p:sp>
      <p:sp>
        <p:nvSpPr>
          <p:cNvPr id="14" name="Picture Placeholder 5">
            <a:extLst>
              <a:ext uri="{FF2B5EF4-FFF2-40B4-BE49-F238E27FC236}">
                <a16:creationId xmlns:a16="http://schemas.microsoft.com/office/drawing/2014/main" id="{AD295C37-A67F-85DD-1EA6-C16F8D707D28}"/>
              </a:ext>
            </a:extLst>
          </p:cNvPr>
          <p:cNvSpPr>
            <a:spLocks noGrp="1"/>
          </p:cNvSpPr>
          <p:nvPr>
            <p:ph type="pic" sz="quarter" idx="16" hasCustomPrompt="1"/>
          </p:nvPr>
        </p:nvSpPr>
        <p:spPr>
          <a:xfrm>
            <a:off x="1133475" y="4220762"/>
            <a:ext cx="2270717" cy="496368"/>
          </a:xfrm>
        </p:spPr>
        <p:txBody>
          <a:bodyPr anchor="ctr"/>
          <a:lstStyle>
            <a:lvl1pPr marL="0" indent="0" algn="ctr">
              <a:buNone/>
              <a:defRPr sz="675" b="1" cap="all" baseline="0"/>
            </a:lvl1pPr>
          </a:lstStyle>
          <a:p>
            <a:r>
              <a:rPr lang="en-US"/>
              <a:t>Click icon to insert Client logo</a:t>
            </a:r>
          </a:p>
        </p:txBody>
      </p:sp>
      <p:grpSp>
        <p:nvGrpSpPr>
          <p:cNvPr id="24" name="Group 23">
            <a:extLst>
              <a:ext uri="{FF2B5EF4-FFF2-40B4-BE49-F238E27FC236}">
                <a16:creationId xmlns:a16="http://schemas.microsoft.com/office/drawing/2014/main" id="{37B9B1A0-930E-F611-6293-BB9611BC6127}"/>
              </a:ext>
              <a:ext uri="{C183D7F6-B498-43B3-948B-1728B52AA6E4}">
                <adec:decorative xmlns:adec="http://schemas.microsoft.com/office/drawing/2017/decorative" val="1"/>
              </a:ext>
            </a:extLst>
          </p:cNvPr>
          <p:cNvGrpSpPr/>
          <p:nvPr userDrawn="1"/>
        </p:nvGrpSpPr>
        <p:grpSpPr>
          <a:xfrm rot="16200000" flipV="1">
            <a:off x="-2520315" y="2520315"/>
            <a:ext cx="5143500" cy="102870"/>
            <a:chOff x="0" y="6720840"/>
            <a:chExt cx="12192000" cy="137160"/>
          </a:xfrm>
        </p:grpSpPr>
        <p:sp>
          <p:nvSpPr>
            <p:cNvPr id="25" name="Rectangle 24">
              <a:extLst>
                <a:ext uri="{FF2B5EF4-FFF2-40B4-BE49-F238E27FC236}">
                  <a16:creationId xmlns:a16="http://schemas.microsoft.com/office/drawing/2014/main" id="{32B48BEB-0E70-AC50-D6E3-4377692B0ADB}"/>
                </a:ext>
              </a:extLst>
            </p:cNvPr>
            <p:cNvSpPr/>
            <p:nvPr/>
          </p:nvSpPr>
          <p:spPr>
            <a:xfrm>
              <a:off x="0" y="6720840"/>
              <a:ext cx="2442685"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26" name="Rectangle 25">
              <a:extLst>
                <a:ext uri="{FF2B5EF4-FFF2-40B4-BE49-F238E27FC236}">
                  <a16:creationId xmlns:a16="http://schemas.microsoft.com/office/drawing/2014/main" id="{11E2F345-BACE-BB10-1BFA-BFDDCD6E15A7}"/>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27" name="Rectangle 26">
              <a:extLst>
                <a:ext uri="{FF2B5EF4-FFF2-40B4-BE49-F238E27FC236}">
                  <a16:creationId xmlns:a16="http://schemas.microsoft.com/office/drawing/2014/main" id="{1A8C897E-2042-6F06-6844-38D47C67D196}"/>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28" name="Rectangle 27">
              <a:extLst>
                <a:ext uri="{FF2B5EF4-FFF2-40B4-BE49-F238E27FC236}">
                  <a16:creationId xmlns:a16="http://schemas.microsoft.com/office/drawing/2014/main" id="{34D4E0F9-F633-6A6E-3158-2D30A479CB08}"/>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29" name="Rectangle 28">
              <a:extLst>
                <a:ext uri="{FF2B5EF4-FFF2-40B4-BE49-F238E27FC236}">
                  <a16:creationId xmlns:a16="http://schemas.microsoft.com/office/drawing/2014/main" id="{C917D8D6-8AD3-F45E-EE54-5C0F159E2C96}"/>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grpSp>
      <p:pic>
        <p:nvPicPr>
          <p:cNvPr id="30" name="Picture 9">
            <a:extLst>
              <a:ext uri="{FF2B5EF4-FFF2-40B4-BE49-F238E27FC236}">
                <a16:creationId xmlns:a16="http://schemas.microsoft.com/office/drawing/2014/main" id="{AC202CA2-841E-B2A5-A6D3-46104332A1B2}"/>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7746023" y="365544"/>
            <a:ext cx="972441" cy="252115"/>
          </a:xfrm>
          <a:prstGeom prst="rect">
            <a:avLst/>
          </a:prstGeom>
        </p:spPr>
      </p:pic>
    </p:spTree>
    <p:extLst>
      <p:ext uri="{BB962C8B-B14F-4D97-AF65-F5344CB8AC3E}">
        <p14:creationId xmlns:p14="http://schemas.microsoft.com/office/powerpoint/2010/main" val="47760190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Slide w/ Photo">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E5FB82D-00F6-1FB9-83D0-73BA8A9563B0}"/>
              </a:ext>
              <a:ext uri="{C183D7F6-B498-43B3-948B-1728B52AA6E4}">
                <adec:decorative xmlns:adec="http://schemas.microsoft.com/office/drawing/2017/decorative" val="1"/>
              </a:ext>
            </a:extLst>
          </p:cNvPr>
          <p:cNvSpPr/>
          <p:nvPr/>
        </p:nvSpPr>
        <p:spPr>
          <a:xfrm>
            <a:off x="9332989" y="0"/>
            <a:ext cx="2308073" cy="51434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8580" rtlCol="0" anchor="t"/>
          <a:lstStyle/>
          <a:p>
            <a:pPr>
              <a:spcBef>
                <a:spcPts val="900"/>
              </a:spcBef>
            </a:pPr>
            <a:r>
              <a:rPr lang="en-US" sz="750" b="1" cap="all">
                <a:solidFill>
                  <a:schemeClr val="tx1"/>
                </a:solidFill>
              </a:rPr>
              <a:t>IMAGE Layout INSTRUCTIONS</a:t>
            </a:r>
          </a:p>
          <a:p>
            <a:pPr marL="130969" indent="-130969">
              <a:spcBef>
                <a:spcPts val="900"/>
              </a:spcBef>
              <a:buFont typeface="Avenir Next LT Pro" panose="020B0504020202020204" pitchFamily="34" charset="0"/>
              <a:buChar char="•"/>
            </a:pPr>
            <a:r>
              <a:rPr lang="en-US" sz="750">
                <a:solidFill>
                  <a:schemeClr val="tx1"/>
                </a:solidFill>
              </a:rPr>
              <a:t>This layout is built in layers, with a colored overlay that should hover over the image. </a:t>
            </a:r>
          </a:p>
          <a:p>
            <a:pPr marL="130969" indent="-130969">
              <a:spcBef>
                <a:spcPts val="900"/>
              </a:spcBef>
              <a:buFont typeface="Avenir Next LT Pro" panose="020B0504020202020204" pitchFamily="34" charset="0"/>
              <a:buChar char="•"/>
            </a:pPr>
            <a:r>
              <a:rPr lang="en-US" sz="750">
                <a:solidFill>
                  <a:schemeClr val="tx1"/>
                </a:solidFill>
              </a:rPr>
              <a:t>In order to add an image, click on the </a:t>
            </a:r>
            <a:br>
              <a:rPr lang="en-US" sz="750">
                <a:solidFill>
                  <a:schemeClr val="tx1"/>
                </a:solidFill>
              </a:rPr>
            </a:br>
            <a:r>
              <a:rPr lang="en-US" sz="750">
                <a:solidFill>
                  <a:schemeClr val="tx1"/>
                </a:solidFill>
              </a:rPr>
              <a:t>gradient shape with the dotted line. </a:t>
            </a:r>
            <a:br>
              <a:rPr lang="en-US" sz="750">
                <a:solidFill>
                  <a:schemeClr val="tx1"/>
                </a:solidFill>
              </a:rPr>
            </a:br>
            <a:r>
              <a:rPr lang="en-US" sz="750">
                <a:solidFill>
                  <a:schemeClr val="tx1"/>
                </a:solidFill>
              </a:rPr>
              <a:t>Use Arrange &gt; Send to back.</a:t>
            </a:r>
          </a:p>
          <a:p>
            <a:pPr marL="130969" indent="-130969">
              <a:spcBef>
                <a:spcPts val="900"/>
              </a:spcBef>
              <a:buFont typeface="Avenir Next LT Pro" panose="020B0504020202020204" pitchFamily="34" charset="0"/>
              <a:buChar char="•"/>
            </a:pPr>
            <a:r>
              <a:rPr lang="en-US" sz="750">
                <a:solidFill>
                  <a:schemeClr val="tx1"/>
                </a:solidFill>
              </a:rPr>
              <a:t>Now the image icon will be clickable. </a:t>
            </a:r>
            <a:br>
              <a:rPr lang="en-US" sz="750">
                <a:solidFill>
                  <a:schemeClr val="tx1"/>
                </a:solidFill>
              </a:rPr>
            </a:br>
            <a:r>
              <a:rPr lang="en-US" sz="750">
                <a:solidFill>
                  <a:schemeClr val="tx1"/>
                </a:solidFill>
              </a:rPr>
              <a:t>Find and insert your image. </a:t>
            </a:r>
          </a:p>
          <a:p>
            <a:pPr marL="130969" indent="-130969">
              <a:spcBef>
                <a:spcPts val="900"/>
              </a:spcBef>
              <a:buFont typeface="Avenir Next LT Pro" panose="020B0504020202020204" pitchFamily="34" charset="0"/>
              <a:buChar char="•"/>
            </a:pPr>
            <a:r>
              <a:rPr lang="en-US" sz="750">
                <a:solidFill>
                  <a:schemeClr val="tx1"/>
                </a:solidFill>
              </a:rPr>
              <a:t>To correct the order, use the Reset button. </a:t>
            </a:r>
            <a:br>
              <a:rPr lang="en-US" sz="750">
                <a:solidFill>
                  <a:schemeClr val="tx1"/>
                </a:solidFill>
              </a:rPr>
            </a:br>
            <a:r>
              <a:rPr lang="en-US" sz="750">
                <a:solidFill>
                  <a:schemeClr val="tx1"/>
                </a:solidFill>
              </a:rPr>
              <a:t>If the Reset button upsets any cropping, </a:t>
            </a:r>
            <a:br>
              <a:rPr lang="en-US" sz="750">
                <a:solidFill>
                  <a:schemeClr val="tx1"/>
                </a:solidFill>
              </a:rPr>
            </a:br>
            <a:r>
              <a:rPr lang="en-US" sz="750">
                <a:solidFill>
                  <a:schemeClr val="tx1"/>
                </a:solidFill>
              </a:rPr>
              <a:t>use Arrange &gt; Send to back when selected </a:t>
            </a:r>
            <a:br>
              <a:rPr lang="en-US" sz="750">
                <a:solidFill>
                  <a:schemeClr val="tx1"/>
                </a:solidFill>
              </a:rPr>
            </a:br>
            <a:r>
              <a:rPr lang="en-US" sz="750">
                <a:solidFill>
                  <a:schemeClr val="tx1"/>
                </a:solidFill>
              </a:rPr>
              <a:t>on the image. </a:t>
            </a:r>
          </a:p>
          <a:p>
            <a:pPr marL="130969" indent="-130969">
              <a:spcBef>
                <a:spcPts val="900"/>
              </a:spcBef>
              <a:buFont typeface="Avenir Next LT Pro" panose="020B0504020202020204" pitchFamily="34" charset="0"/>
              <a:buChar char="•"/>
            </a:pPr>
            <a:r>
              <a:rPr lang="en-US" sz="750">
                <a:solidFill>
                  <a:schemeClr val="tx1"/>
                </a:solidFill>
              </a:rPr>
              <a:t>The Slalom logo should be easy to read over your image. If it is hard to see, select the logo and change the color fill.</a:t>
            </a:r>
          </a:p>
          <a:p>
            <a:pPr marL="130969" indent="-130969">
              <a:spcBef>
                <a:spcPts val="900"/>
              </a:spcBef>
              <a:buFont typeface="Avenir Next LT Pro" panose="020B0504020202020204" pitchFamily="34" charset="0"/>
              <a:buChar char="•"/>
            </a:pPr>
            <a:r>
              <a:rPr lang="en-US" sz="750">
                <a:solidFill>
                  <a:schemeClr val="tx1"/>
                </a:solidFill>
              </a:rPr>
              <a:t>The logo should always be either </a:t>
            </a:r>
            <a:br>
              <a:rPr lang="en-US" sz="750">
                <a:solidFill>
                  <a:schemeClr val="tx1"/>
                </a:solidFill>
              </a:rPr>
            </a:br>
            <a:r>
              <a:rPr lang="en-US" sz="750">
                <a:solidFill>
                  <a:schemeClr val="tx1"/>
                </a:solidFill>
              </a:rPr>
              <a:t>Dark Gray, Text 1, White, Background 1 </a:t>
            </a:r>
            <a:br>
              <a:rPr lang="en-US" sz="750">
                <a:solidFill>
                  <a:schemeClr val="tx1"/>
                </a:solidFill>
              </a:rPr>
            </a:br>
            <a:r>
              <a:rPr lang="en-US" sz="750">
                <a:solidFill>
                  <a:schemeClr val="tx1"/>
                </a:solidFill>
              </a:rPr>
              <a:t>or Blue, Accent 1.</a:t>
            </a:r>
          </a:p>
        </p:txBody>
      </p:sp>
      <p:sp>
        <p:nvSpPr>
          <p:cNvPr id="3" name="Picture Placeholder 2">
            <a:extLst>
              <a:ext uri="{FF2B5EF4-FFF2-40B4-BE49-F238E27FC236}">
                <a16:creationId xmlns:a16="http://schemas.microsoft.com/office/drawing/2014/main" id="{50DE460B-8492-496E-B905-F2014225D6A2}"/>
              </a:ext>
              <a:ext uri="{C183D7F6-B498-43B3-948B-1728B52AA6E4}">
                <adec:decorative xmlns:adec="http://schemas.microsoft.com/office/drawing/2017/decorative" val="1"/>
              </a:ext>
            </a:extLst>
          </p:cNvPr>
          <p:cNvSpPr>
            <a:spLocks noGrp="1"/>
          </p:cNvSpPr>
          <p:nvPr>
            <p:ph type="pic" idx="1" hasCustomPrompt="1"/>
          </p:nvPr>
        </p:nvSpPr>
        <p:spPr>
          <a:xfrm>
            <a:off x="104013" y="0"/>
            <a:ext cx="9039987" cy="5143500"/>
          </a:xfrm>
          <a:solidFill>
            <a:schemeClr val="accent2"/>
          </a:solidFill>
        </p:spPr>
        <p:txBody>
          <a:bodyPr/>
          <a:lstStyle>
            <a:lvl1pPr marL="0" indent="0" algn="l">
              <a:buNone/>
              <a:defRPr sz="675"/>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Step 1: Send this box to back by right clicking and choosing “Send to Back” </a:t>
            </a:r>
            <a:br>
              <a:rPr lang="en-US"/>
            </a:br>
            <a:r>
              <a:rPr lang="en-US"/>
              <a:t>Step 2: Click on the picture icon to insert picture</a:t>
            </a:r>
            <a:br>
              <a:rPr lang="en-US"/>
            </a:br>
            <a:r>
              <a:rPr lang="en-US"/>
              <a:t>Step 3: Click the Reset button on the Home tab to reset the position, size and formatting of the slide placeholders to their default setting</a:t>
            </a:r>
          </a:p>
        </p:txBody>
      </p:sp>
      <p:sp>
        <p:nvSpPr>
          <p:cNvPr id="6" name="Text Placeholder 9">
            <a:extLst>
              <a:ext uri="{FF2B5EF4-FFF2-40B4-BE49-F238E27FC236}">
                <a16:creationId xmlns:a16="http://schemas.microsoft.com/office/drawing/2014/main" id="{28414676-8C2E-4C48-83D5-8CFCC9B8F218}"/>
              </a:ext>
              <a:ext uri="{C183D7F6-B498-43B3-948B-1728B52AA6E4}">
                <adec:decorative xmlns:adec="http://schemas.microsoft.com/office/drawing/2017/decorative" val="1"/>
              </a:ext>
            </a:extLst>
          </p:cNvPr>
          <p:cNvSpPr>
            <a:spLocks noGrp="1"/>
          </p:cNvSpPr>
          <p:nvPr>
            <p:ph type="body" sz="quarter" idx="15" hasCustomPrompt="1"/>
          </p:nvPr>
        </p:nvSpPr>
        <p:spPr>
          <a:xfrm>
            <a:off x="104014" y="0"/>
            <a:ext cx="9039986" cy="5143500"/>
          </a:xfrm>
          <a:gradFill>
            <a:gsLst>
              <a:gs pos="0">
                <a:schemeClr val="bg1">
                  <a:alpha val="70000"/>
                </a:schemeClr>
              </a:gs>
              <a:gs pos="75000">
                <a:schemeClr val="bg1">
                  <a:alpha val="0"/>
                </a:schemeClr>
              </a:gs>
            </a:gsLst>
            <a:lin ang="0" scaled="1"/>
          </a:gradFill>
        </p:spPr>
        <p:txBody>
          <a:bodyPr/>
          <a:lstStyle>
            <a:lvl1pPr marL="0" indent="0">
              <a:buNone/>
              <a:defRPr sz="450"/>
            </a:lvl1pPr>
          </a:lstStyle>
          <a:p>
            <a:pPr lvl="0"/>
            <a:r>
              <a:rPr lang="en-US"/>
              <a:t> </a:t>
            </a:r>
          </a:p>
        </p:txBody>
      </p:sp>
      <p:grpSp>
        <p:nvGrpSpPr>
          <p:cNvPr id="14" name="Group 13">
            <a:extLst>
              <a:ext uri="{FF2B5EF4-FFF2-40B4-BE49-F238E27FC236}">
                <a16:creationId xmlns:a16="http://schemas.microsoft.com/office/drawing/2014/main" id="{37BA82E3-53D4-FA98-8B44-B71442611001}"/>
              </a:ext>
              <a:ext uri="{C183D7F6-B498-43B3-948B-1728B52AA6E4}">
                <adec:decorative xmlns:adec="http://schemas.microsoft.com/office/drawing/2017/decorative" val="1"/>
              </a:ext>
            </a:extLst>
          </p:cNvPr>
          <p:cNvGrpSpPr/>
          <p:nvPr userDrawn="1"/>
        </p:nvGrpSpPr>
        <p:grpSpPr>
          <a:xfrm rot="16200000" flipV="1">
            <a:off x="-2520315" y="2520315"/>
            <a:ext cx="5143500" cy="102870"/>
            <a:chOff x="0" y="6720840"/>
            <a:chExt cx="12192000" cy="137160"/>
          </a:xfrm>
        </p:grpSpPr>
        <p:sp>
          <p:nvSpPr>
            <p:cNvPr id="15" name="Rectangle 14">
              <a:extLst>
                <a:ext uri="{FF2B5EF4-FFF2-40B4-BE49-F238E27FC236}">
                  <a16:creationId xmlns:a16="http://schemas.microsoft.com/office/drawing/2014/main" id="{4BF59668-927C-BA73-04E1-B56F8B38C3D3}"/>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6" name="Rectangle 15">
              <a:extLst>
                <a:ext uri="{FF2B5EF4-FFF2-40B4-BE49-F238E27FC236}">
                  <a16:creationId xmlns:a16="http://schemas.microsoft.com/office/drawing/2014/main" id="{16E6C88C-0A69-E2C3-4053-0203BF58116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7" name="Rectangle 16">
              <a:extLst>
                <a:ext uri="{FF2B5EF4-FFF2-40B4-BE49-F238E27FC236}">
                  <a16:creationId xmlns:a16="http://schemas.microsoft.com/office/drawing/2014/main" id="{0DDFBFF7-0D18-495D-1359-E0223F0F5464}"/>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8" name="Rectangle 17">
              <a:extLst>
                <a:ext uri="{FF2B5EF4-FFF2-40B4-BE49-F238E27FC236}">
                  <a16:creationId xmlns:a16="http://schemas.microsoft.com/office/drawing/2014/main" id="{570F64E6-27FE-4CE9-4E6E-AD1D58A6A01D}"/>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9" name="Rectangle 18">
              <a:extLst>
                <a:ext uri="{FF2B5EF4-FFF2-40B4-BE49-F238E27FC236}">
                  <a16:creationId xmlns:a16="http://schemas.microsoft.com/office/drawing/2014/main" id="{9B33882B-32A2-AB44-06F0-C35E6653745B}"/>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grpSp>
      <p:sp>
        <p:nvSpPr>
          <p:cNvPr id="20" name="Text Placeholder 19">
            <a:extLst>
              <a:ext uri="{FF2B5EF4-FFF2-40B4-BE49-F238E27FC236}">
                <a16:creationId xmlns:a16="http://schemas.microsoft.com/office/drawing/2014/main" id="{66B90333-ACFA-DBAD-5680-2D98FE8927D8}"/>
              </a:ext>
              <a:ext uri="{C183D7F6-B498-43B3-948B-1728B52AA6E4}">
                <adec:decorative xmlns:adec="http://schemas.microsoft.com/office/drawing/2017/decorative" val="1"/>
              </a:ext>
            </a:extLst>
          </p:cNvPr>
          <p:cNvSpPr>
            <a:spLocks noGrp="1"/>
          </p:cNvSpPr>
          <p:nvPr>
            <p:ph type="body" sz="quarter" idx="10"/>
          </p:nvPr>
        </p:nvSpPr>
        <p:spPr>
          <a:xfrm>
            <a:off x="7746023" y="365328"/>
            <a:ext cx="969352" cy="252330"/>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tx1"/>
          </a:solidFill>
        </p:spPr>
        <p:txBody>
          <a:bodyPr wrap="square">
            <a:noAutofit/>
          </a:bodyPr>
          <a:lstStyle>
            <a:lvl1pPr marL="0" indent="0">
              <a:buNone/>
              <a:defRPr sz="300">
                <a:noFill/>
              </a:defRPr>
            </a:lvl1pPr>
            <a:lvl2pPr marL="170259" indent="0">
              <a:buNone/>
              <a:defRPr sz="450"/>
            </a:lvl2pPr>
            <a:lvl3pPr marL="345281" indent="0">
              <a:buNone/>
              <a:defRPr sz="450"/>
            </a:lvl3pPr>
            <a:lvl4pPr marL="469106" indent="0">
              <a:buNone/>
              <a:defRPr sz="450"/>
            </a:lvl4pPr>
            <a:lvl5pPr marL="598885" indent="0">
              <a:buNone/>
              <a:defRPr sz="450"/>
            </a:lvl5pPr>
          </a:lstStyle>
          <a:p>
            <a:pPr lvl="0"/>
            <a:r>
              <a:rPr lang="en-US"/>
              <a:t>Click to edit Master text styles</a:t>
            </a:r>
          </a:p>
        </p:txBody>
      </p:sp>
      <p:sp>
        <p:nvSpPr>
          <p:cNvPr id="23" name="Text Placeholder 4">
            <a:extLst>
              <a:ext uri="{FF2B5EF4-FFF2-40B4-BE49-F238E27FC236}">
                <a16:creationId xmlns:a16="http://schemas.microsoft.com/office/drawing/2014/main" id="{F1FB8FC4-A6F7-F57C-F441-E6B1F67BF010}"/>
              </a:ext>
              <a:ext uri="{C183D7F6-B498-43B3-948B-1728B52AA6E4}">
                <adec:decorative xmlns:adec="http://schemas.microsoft.com/office/drawing/2017/decorative" val="0"/>
              </a:ext>
            </a:extLst>
          </p:cNvPr>
          <p:cNvSpPr>
            <a:spLocks noGrp="1"/>
          </p:cNvSpPr>
          <p:nvPr>
            <p:ph type="body" sz="quarter" idx="14" hasCustomPrompt="1"/>
          </p:nvPr>
        </p:nvSpPr>
        <p:spPr>
          <a:xfrm>
            <a:off x="422564" y="424216"/>
            <a:ext cx="2654012" cy="259061"/>
          </a:xfrm>
        </p:spPr>
        <p:txBody>
          <a:bodyPr anchor="ctr"/>
          <a:lstStyle>
            <a:lvl1pPr marL="0" indent="0">
              <a:buNone/>
              <a:defRPr sz="900" b="1" cap="all" spc="113" baseline="0"/>
            </a:lvl1pPr>
            <a:lvl2pPr>
              <a:defRPr sz="825"/>
            </a:lvl2pPr>
            <a:lvl3pPr>
              <a:defRPr sz="600"/>
            </a:lvl3pPr>
            <a:lvl4pPr>
              <a:defRPr sz="600"/>
            </a:lvl4pPr>
            <a:lvl5pPr>
              <a:defRPr sz="600"/>
            </a:lvl5pPr>
          </a:lstStyle>
          <a:p>
            <a:pPr lvl="0"/>
            <a:r>
              <a:rPr lang="en-US"/>
              <a:t>Deck type</a:t>
            </a:r>
          </a:p>
        </p:txBody>
      </p:sp>
      <p:sp>
        <p:nvSpPr>
          <p:cNvPr id="24" name="Text Placeholder 4">
            <a:extLst>
              <a:ext uri="{FF2B5EF4-FFF2-40B4-BE49-F238E27FC236}">
                <a16:creationId xmlns:a16="http://schemas.microsoft.com/office/drawing/2014/main" id="{BB7B25CB-74BE-4D5A-17D6-D0109DEB0460}"/>
              </a:ext>
              <a:ext uri="{C183D7F6-B498-43B3-948B-1728B52AA6E4}">
                <adec:decorative xmlns:adec="http://schemas.microsoft.com/office/drawing/2017/decorative" val="0"/>
              </a:ext>
            </a:extLst>
          </p:cNvPr>
          <p:cNvSpPr>
            <a:spLocks noGrp="1"/>
          </p:cNvSpPr>
          <p:nvPr>
            <p:ph type="body" sz="quarter" idx="17" hasCustomPrompt="1"/>
          </p:nvPr>
        </p:nvSpPr>
        <p:spPr>
          <a:xfrm>
            <a:off x="422564" y="608216"/>
            <a:ext cx="2654012" cy="259061"/>
          </a:xfrm>
        </p:spPr>
        <p:txBody>
          <a:bodyPr anchor="ctr"/>
          <a:lstStyle>
            <a:lvl1pPr marL="0" indent="0">
              <a:buNone/>
              <a:defRPr sz="900" b="1" cap="all" spc="113" baseline="0"/>
            </a:lvl1pPr>
            <a:lvl2pPr>
              <a:defRPr sz="825"/>
            </a:lvl2pPr>
            <a:lvl3pPr>
              <a:defRPr sz="600"/>
            </a:lvl3pPr>
            <a:lvl4pPr>
              <a:defRPr sz="600"/>
            </a:lvl4pPr>
            <a:lvl5pPr>
              <a:defRPr sz="600"/>
            </a:lvl5pPr>
          </a:lstStyle>
          <a:p>
            <a:pPr lvl="0"/>
            <a:r>
              <a:rPr lang="en-US"/>
              <a:t>Date</a:t>
            </a:r>
          </a:p>
        </p:txBody>
      </p:sp>
      <p:sp>
        <p:nvSpPr>
          <p:cNvPr id="25" name="Title 1">
            <a:extLst>
              <a:ext uri="{FF2B5EF4-FFF2-40B4-BE49-F238E27FC236}">
                <a16:creationId xmlns:a16="http://schemas.microsoft.com/office/drawing/2014/main" id="{51B977F1-062A-A4B4-E4B5-739EC8B298BC}"/>
              </a:ext>
            </a:extLst>
          </p:cNvPr>
          <p:cNvSpPr>
            <a:spLocks noGrp="1"/>
          </p:cNvSpPr>
          <p:nvPr>
            <p:ph type="ctrTitle"/>
          </p:nvPr>
        </p:nvSpPr>
        <p:spPr>
          <a:xfrm>
            <a:off x="422563" y="1328571"/>
            <a:ext cx="2654012" cy="2477508"/>
          </a:xfrm>
        </p:spPr>
        <p:txBody>
          <a:bodyPr anchor="b"/>
          <a:lstStyle>
            <a:lvl1pPr algn="l">
              <a:defRPr sz="4050">
                <a:solidFill>
                  <a:schemeClr val="tx1"/>
                </a:solidFill>
              </a:defRPr>
            </a:lvl1pPr>
          </a:lstStyle>
          <a:p>
            <a:r>
              <a:rPr lang="en-US"/>
              <a:t>Click to edit Master title style</a:t>
            </a:r>
          </a:p>
        </p:txBody>
      </p:sp>
      <p:sp>
        <p:nvSpPr>
          <p:cNvPr id="21" name="Subtitle 2">
            <a:extLst>
              <a:ext uri="{FF2B5EF4-FFF2-40B4-BE49-F238E27FC236}">
                <a16:creationId xmlns:a16="http://schemas.microsoft.com/office/drawing/2014/main" id="{835A53F7-8D58-2C59-47EC-36F5C4D66C1D}"/>
              </a:ext>
            </a:extLst>
          </p:cNvPr>
          <p:cNvSpPr>
            <a:spLocks noGrp="1"/>
          </p:cNvSpPr>
          <p:nvPr>
            <p:ph type="subTitle" idx="16"/>
          </p:nvPr>
        </p:nvSpPr>
        <p:spPr>
          <a:xfrm>
            <a:off x="422564" y="3979024"/>
            <a:ext cx="2647949" cy="210767"/>
          </a:xfrm>
        </p:spPr>
        <p:txBody>
          <a:bodyPr/>
          <a:lstStyle>
            <a:lvl1pPr marL="0" indent="0" algn="l">
              <a:spcBef>
                <a:spcPts val="0"/>
              </a:spcBef>
              <a:buNone/>
              <a:defRPr sz="1050" b="1"/>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22" name="Text Placeholder 4">
            <a:extLst>
              <a:ext uri="{FF2B5EF4-FFF2-40B4-BE49-F238E27FC236}">
                <a16:creationId xmlns:a16="http://schemas.microsoft.com/office/drawing/2014/main" id="{4D624161-1603-24F0-E65F-7939967C247B}"/>
              </a:ext>
            </a:extLst>
          </p:cNvPr>
          <p:cNvSpPr>
            <a:spLocks noGrp="1"/>
          </p:cNvSpPr>
          <p:nvPr>
            <p:ph type="body" sz="quarter" idx="13"/>
          </p:nvPr>
        </p:nvSpPr>
        <p:spPr>
          <a:xfrm>
            <a:off x="422565" y="4234704"/>
            <a:ext cx="2647949" cy="480171"/>
          </a:xfrm>
        </p:spPr>
        <p:txBody>
          <a:bodyPr/>
          <a:lstStyle>
            <a:lvl1pPr marL="0" indent="0">
              <a:buNone/>
              <a:defRPr sz="1050"/>
            </a:lvl1pPr>
            <a:lvl2pPr>
              <a:defRPr sz="825"/>
            </a:lvl2pPr>
            <a:lvl3pPr>
              <a:defRPr sz="600"/>
            </a:lvl3pPr>
            <a:lvl4pPr>
              <a:defRPr sz="600"/>
            </a:lvl4pPr>
            <a:lvl5pPr>
              <a:defRPr sz="600"/>
            </a:lvl5pPr>
          </a:lstStyle>
          <a:p>
            <a:pPr lvl="0"/>
            <a:r>
              <a:rPr lang="en-US"/>
              <a:t>Click to edit Master text styles</a:t>
            </a:r>
          </a:p>
        </p:txBody>
      </p:sp>
    </p:spTree>
    <p:extLst>
      <p:ext uri="{BB962C8B-B14F-4D97-AF65-F5344CB8AC3E}">
        <p14:creationId xmlns:p14="http://schemas.microsoft.com/office/powerpoint/2010/main" val="3841821011"/>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Divider">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731500D-571A-3F1C-B27F-E4A3E5BC72A3}"/>
              </a:ext>
            </a:extLst>
          </p:cNvPr>
          <p:cNvSpPr>
            <a:spLocks noGrp="1"/>
          </p:cNvSpPr>
          <p:nvPr>
            <p:ph type="ctrTitle"/>
          </p:nvPr>
        </p:nvSpPr>
        <p:spPr>
          <a:xfrm>
            <a:off x="1133475" y="1314451"/>
            <a:ext cx="6172200" cy="2514599"/>
          </a:xfrm>
        </p:spPr>
        <p:txBody>
          <a:bodyPr anchor="t"/>
          <a:lstStyle>
            <a:lvl1pPr algn="l">
              <a:defRPr sz="4050">
                <a:solidFill>
                  <a:schemeClr val="tx1"/>
                </a:solidFill>
              </a:defRPr>
            </a:lvl1pPr>
          </a:lstStyle>
          <a:p>
            <a:r>
              <a:rPr lang="en-US"/>
              <a:t>Click to edit Master title style</a:t>
            </a:r>
          </a:p>
        </p:txBody>
      </p:sp>
      <p:sp>
        <p:nvSpPr>
          <p:cNvPr id="24" name="Text Placeholder 4">
            <a:extLst>
              <a:ext uri="{FF2B5EF4-FFF2-40B4-BE49-F238E27FC236}">
                <a16:creationId xmlns:a16="http://schemas.microsoft.com/office/drawing/2014/main" id="{6576DBCF-A908-DA38-4357-C00877BCF6ED}"/>
              </a:ext>
            </a:extLst>
          </p:cNvPr>
          <p:cNvSpPr>
            <a:spLocks noGrp="1"/>
          </p:cNvSpPr>
          <p:nvPr>
            <p:ph type="body" sz="quarter" idx="13" hasCustomPrompt="1"/>
          </p:nvPr>
        </p:nvSpPr>
        <p:spPr>
          <a:xfrm>
            <a:off x="1133475" y="4405123"/>
            <a:ext cx="1238250" cy="309753"/>
          </a:xfrm>
        </p:spPr>
        <p:txBody>
          <a:bodyPr/>
          <a:lstStyle>
            <a:lvl1pPr marL="0" indent="0">
              <a:lnSpc>
                <a:spcPct val="100000"/>
              </a:lnSpc>
              <a:buNone/>
              <a:defRPr sz="1050" b="1"/>
            </a:lvl1pPr>
            <a:lvl2pPr>
              <a:defRPr sz="825"/>
            </a:lvl2pPr>
            <a:lvl3pPr>
              <a:defRPr sz="600"/>
            </a:lvl3pPr>
            <a:lvl4pPr>
              <a:defRPr sz="600"/>
            </a:lvl4pPr>
            <a:lvl5pPr>
              <a:defRPr sz="600"/>
            </a:lvl5pPr>
          </a:lstStyle>
          <a:p>
            <a:pPr lvl="0"/>
            <a:r>
              <a:rPr lang="en-US"/>
              <a:t>01. Section indicator</a:t>
            </a:r>
          </a:p>
        </p:txBody>
      </p:sp>
      <p:sp>
        <p:nvSpPr>
          <p:cNvPr id="68" name="Text Placeholder 4">
            <a:extLst>
              <a:ext uri="{FF2B5EF4-FFF2-40B4-BE49-F238E27FC236}">
                <a16:creationId xmlns:a16="http://schemas.microsoft.com/office/drawing/2014/main" id="{5F557AF5-01BB-32BE-5F8C-7D8A32ACFF51}"/>
              </a:ext>
            </a:extLst>
          </p:cNvPr>
          <p:cNvSpPr>
            <a:spLocks noGrp="1"/>
          </p:cNvSpPr>
          <p:nvPr>
            <p:ph type="body" sz="quarter" idx="15" hasCustomPrompt="1"/>
          </p:nvPr>
        </p:nvSpPr>
        <p:spPr>
          <a:xfrm>
            <a:off x="2543175" y="4405123"/>
            <a:ext cx="1238250" cy="309753"/>
          </a:xfrm>
        </p:spPr>
        <p:txBody>
          <a:bodyPr/>
          <a:lstStyle>
            <a:lvl1pPr marL="0" indent="0">
              <a:lnSpc>
                <a:spcPct val="100000"/>
              </a:lnSpc>
              <a:buNone/>
              <a:defRPr sz="1050" b="1"/>
            </a:lvl1pPr>
            <a:lvl2pPr>
              <a:defRPr sz="825"/>
            </a:lvl2pPr>
            <a:lvl3pPr>
              <a:defRPr sz="600"/>
            </a:lvl3pPr>
            <a:lvl4pPr>
              <a:defRPr sz="600"/>
            </a:lvl4pPr>
            <a:lvl5pPr>
              <a:defRPr sz="600"/>
            </a:lvl5pPr>
          </a:lstStyle>
          <a:p>
            <a:pPr lvl="0"/>
            <a:r>
              <a:rPr lang="en-US"/>
              <a:t>02. Section indicator</a:t>
            </a:r>
          </a:p>
        </p:txBody>
      </p:sp>
      <p:sp>
        <p:nvSpPr>
          <p:cNvPr id="69" name="Text Placeholder 4">
            <a:extLst>
              <a:ext uri="{FF2B5EF4-FFF2-40B4-BE49-F238E27FC236}">
                <a16:creationId xmlns:a16="http://schemas.microsoft.com/office/drawing/2014/main" id="{EA8DA443-6290-9DB9-04F2-9B1A96CA4F76}"/>
              </a:ext>
            </a:extLst>
          </p:cNvPr>
          <p:cNvSpPr>
            <a:spLocks noGrp="1"/>
          </p:cNvSpPr>
          <p:nvPr>
            <p:ph type="body" sz="quarter" idx="16" hasCustomPrompt="1"/>
          </p:nvPr>
        </p:nvSpPr>
        <p:spPr>
          <a:xfrm>
            <a:off x="3952876" y="4405123"/>
            <a:ext cx="1238250" cy="309753"/>
          </a:xfrm>
        </p:spPr>
        <p:txBody>
          <a:bodyPr/>
          <a:lstStyle>
            <a:lvl1pPr marL="0" indent="0">
              <a:lnSpc>
                <a:spcPct val="100000"/>
              </a:lnSpc>
              <a:buNone/>
              <a:defRPr sz="1050" b="1"/>
            </a:lvl1pPr>
            <a:lvl2pPr>
              <a:defRPr sz="825"/>
            </a:lvl2pPr>
            <a:lvl3pPr>
              <a:defRPr sz="600"/>
            </a:lvl3pPr>
            <a:lvl4pPr>
              <a:defRPr sz="600"/>
            </a:lvl4pPr>
            <a:lvl5pPr>
              <a:defRPr sz="600"/>
            </a:lvl5pPr>
          </a:lstStyle>
          <a:p>
            <a:pPr lvl="0"/>
            <a:r>
              <a:rPr lang="en-US"/>
              <a:t>03. Section indicator</a:t>
            </a:r>
          </a:p>
        </p:txBody>
      </p:sp>
      <p:sp>
        <p:nvSpPr>
          <p:cNvPr id="70" name="Text Placeholder 4">
            <a:extLst>
              <a:ext uri="{FF2B5EF4-FFF2-40B4-BE49-F238E27FC236}">
                <a16:creationId xmlns:a16="http://schemas.microsoft.com/office/drawing/2014/main" id="{00260703-D34F-5A7C-904B-8C2EF0DF100D}"/>
              </a:ext>
            </a:extLst>
          </p:cNvPr>
          <p:cNvSpPr>
            <a:spLocks noGrp="1"/>
          </p:cNvSpPr>
          <p:nvPr>
            <p:ph type="body" sz="quarter" idx="17" hasCustomPrompt="1"/>
          </p:nvPr>
        </p:nvSpPr>
        <p:spPr>
          <a:xfrm>
            <a:off x="5362578" y="4405123"/>
            <a:ext cx="1238247" cy="309753"/>
          </a:xfrm>
        </p:spPr>
        <p:txBody>
          <a:bodyPr/>
          <a:lstStyle>
            <a:lvl1pPr marL="0" indent="0">
              <a:lnSpc>
                <a:spcPct val="100000"/>
              </a:lnSpc>
              <a:buNone/>
              <a:defRPr sz="1050" b="1"/>
            </a:lvl1pPr>
            <a:lvl2pPr>
              <a:defRPr sz="825"/>
            </a:lvl2pPr>
            <a:lvl3pPr>
              <a:defRPr sz="600"/>
            </a:lvl3pPr>
            <a:lvl4pPr>
              <a:defRPr sz="600"/>
            </a:lvl4pPr>
            <a:lvl5pPr>
              <a:defRPr sz="600"/>
            </a:lvl5pPr>
          </a:lstStyle>
          <a:p>
            <a:pPr lvl="0"/>
            <a:r>
              <a:rPr lang="en-US"/>
              <a:t>04. Section indicator</a:t>
            </a:r>
          </a:p>
        </p:txBody>
      </p:sp>
      <p:sp>
        <p:nvSpPr>
          <p:cNvPr id="71" name="Text Placeholder 4">
            <a:extLst>
              <a:ext uri="{FF2B5EF4-FFF2-40B4-BE49-F238E27FC236}">
                <a16:creationId xmlns:a16="http://schemas.microsoft.com/office/drawing/2014/main" id="{D30A30D2-FDB9-3F99-7B2E-D9B09BD1B4BE}"/>
              </a:ext>
            </a:extLst>
          </p:cNvPr>
          <p:cNvSpPr>
            <a:spLocks noGrp="1"/>
          </p:cNvSpPr>
          <p:nvPr>
            <p:ph type="body" sz="quarter" idx="18" hasCustomPrompt="1"/>
          </p:nvPr>
        </p:nvSpPr>
        <p:spPr>
          <a:xfrm>
            <a:off x="6773124" y="4405123"/>
            <a:ext cx="1237401" cy="309753"/>
          </a:xfrm>
        </p:spPr>
        <p:txBody>
          <a:bodyPr/>
          <a:lstStyle>
            <a:lvl1pPr marL="0" indent="0">
              <a:lnSpc>
                <a:spcPct val="100000"/>
              </a:lnSpc>
              <a:buNone/>
              <a:defRPr sz="1050" b="1"/>
            </a:lvl1pPr>
            <a:lvl2pPr>
              <a:defRPr sz="825"/>
            </a:lvl2pPr>
            <a:lvl3pPr>
              <a:defRPr sz="600"/>
            </a:lvl3pPr>
            <a:lvl4pPr>
              <a:defRPr sz="600"/>
            </a:lvl4pPr>
            <a:lvl5pPr>
              <a:defRPr sz="600"/>
            </a:lvl5pPr>
          </a:lstStyle>
          <a:p>
            <a:pPr lvl="0"/>
            <a:r>
              <a:rPr lang="en-US"/>
              <a:t>05. Section indicator</a:t>
            </a:r>
          </a:p>
        </p:txBody>
      </p:sp>
      <p:grpSp>
        <p:nvGrpSpPr>
          <p:cNvPr id="13" name="Group 12">
            <a:extLst>
              <a:ext uri="{FF2B5EF4-FFF2-40B4-BE49-F238E27FC236}">
                <a16:creationId xmlns:a16="http://schemas.microsoft.com/office/drawing/2014/main" id="{272A4299-D00F-3114-A9BF-21CB5BF68586}"/>
              </a:ext>
              <a:ext uri="{C183D7F6-B498-43B3-948B-1728B52AA6E4}">
                <adec:decorative xmlns:adec="http://schemas.microsoft.com/office/drawing/2017/decorative" val="1"/>
              </a:ext>
            </a:extLst>
          </p:cNvPr>
          <p:cNvGrpSpPr/>
          <p:nvPr userDrawn="1"/>
        </p:nvGrpSpPr>
        <p:grpSpPr>
          <a:xfrm rot="16200000" flipV="1">
            <a:off x="-2520315" y="2520315"/>
            <a:ext cx="5143500" cy="102870"/>
            <a:chOff x="0" y="6720840"/>
            <a:chExt cx="12192000" cy="137160"/>
          </a:xfrm>
        </p:grpSpPr>
        <p:sp>
          <p:nvSpPr>
            <p:cNvPr id="14" name="Rectangle 13">
              <a:extLst>
                <a:ext uri="{FF2B5EF4-FFF2-40B4-BE49-F238E27FC236}">
                  <a16:creationId xmlns:a16="http://schemas.microsoft.com/office/drawing/2014/main" id="{DF976F77-EEC7-5355-89D2-0EB4E2530869}"/>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5" name="Rectangle 14">
              <a:extLst>
                <a:ext uri="{FF2B5EF4-FFF2-40B4-BE49-F238E27FC236}">
                  <a16:creationId xmlns:a16="http://schemas.microsoft.com/office/drawing/2014/main" id="{EB0E43C2-3D05-E0D0-EDD0-9689729A969F}"/>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6" name="Rectangle 15">
              <a:extLst>
                <a:ext uri="{FF2B5EF4-FFF2-40B4-BE49-F238E27FC236}">
                  <a16:creationId xmlns:a16="http://schemas.microsoft.com/office/drawing/2014/main" id="{77612517-2554-7E7D-8B09-781034E16E32}"/>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7" name="Rectangle 16">
              <a:extLst>
                <a:ext uri="{FF2B5EF4-FFF2-40B4-BE49-F238E27FC236}">
                  <a16:creationId xmlns:a16="http://schemas.microsoft.com/office/drawing/2014/main" id="{EFCEEE22-BC7F-2CBA-4CA7-BD105D048DFA}"/>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8" name="Rectangle 17">
              <a:extLst>
                <a:ext uri="{FF2B5EF4-FFF2-40B4-BE49-F238E27FC236}">
                  <a16:creationId xmlns:a16="http://schemas.microsoft.com/office/drawing/2014/main" id="{A3F96DDF-28E7-25CC-F741-D82D5FDAC78E}"/>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grpSp>
      <p:pic>
        <p:nvPicPr>
          <p:cNvPr id="19" name="Picture 9">
            <a:extLst>
              <a:ext uri="{FF2B5EF4-FFF2-40B4-BE49-F238E27FC236}">
                <a16:creationId xmlns:a16="http://schemas.microsoft.com/office/drawing/2014/main" id="{0C24EA43-9656-0BCB-9154-2B793130BE24}"/>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7746023" y="365544"/>
            <a:ext cx="972441" cy="252115"/>
          </a:xfrm>
          <a:prstGeom prst="rect">
            <a:avLst/>
          </a:prstGeom>
        </p:spPr>
      </p:pic>
    </p:spTree>
    <p:extLst>
      <p:ext uri="{BB962C8B-B14F-4D97-AF65-F5344CB8AC3E}">
        <p14:creationId xmlns:p14="http://schemas.microsoft.com/office/powerpoint/2010/main" val="2581086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w/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BC4A6-2BC8-FD0B-DA9C-2BDC78F77957}"/>
              </a:ext>
            </a:extLst>
          </p:cNvPr>
          <p:cNvSpPr>
            <a:spLocks noGrp="1"/>
          </p:cNvSpPr>
          <p:nvPr>
            <p:ph type="title"/>
          </p:nvPr>
        </p:nvSpPr>
        <p:spPr>
          <a:xfrm>
            <a:off x="428625" y="428625"/>
            <a:ext cx="2647950" cy="2143125"/>
          </a:xfrm>
        </p:spPr>
        <p:txBody>
          <a:bodyPr/>
          <a:lstStyle>
            <a:lvl1pPr>
              <a:defRPr sz="4050"/>
            </a:lvl1pPr>
          </a:lstStyle>
          <a:p>
            <a:r>
              <a:rPr lang="en-US"/>
              <a:t>Click to edit Master title style</a:t>
            </a:r>
          </a:p>
        </p:txBody>
      </p:sp>
      <p:sp>
        <p:nvSpPr>
          <p:cNvPr id="14" name="Text Placeholder 11">
            <a:extLst>
              <a:ext uri="{FF2B5EF4-FFF2-40B4-BE49-F238E27FC236}">
                <a16:creationId xmlns:a16="http://schemas.microsoft.com/office/drawing/2014/main" id="{86B577CB-5AFB-0B98-8BEA-5872C2FF677E}"/>
              </a:ext>
            </a:extLst>
          </p:cNvPr>
          <p:cNvSpPr>
            <a:spLocks noGrp="1"/>
          </p:cNvSpPr>
          <p:nvPr>
            <p:ph type="body" sz="quarter" idx="20"/>
          </p:nvPr>
        </p:nvSpPr>
        <p:spPr>
          <a:xfrm>
            <a:off x="428626" y="3086100"/>
            <a:ext cx="2647950" cy="742950"/>
          </a:xfrm>
        </p:spPr>
        <p:txBody>
          <a:bodyPr/>
          <a:lstStyle>
            <a:lvl1pPr marL="0" indent="0">
              <a:lnSpc>
                <a:spcPct val="90000"/>
              </a:lnSpc>
              <a:buNone/>
              <a:defRPr sz="1650"/>
            </a:lvl1pPr>
            <a:lvl2pPr marL="170259" indent="0">
              <a:buNone/>
              <a:defRPr/>
            </a:lvl2pPr>
            <a:lvl3pPr marL="345281" indent="0">
              <a:buNone/>
              <a:defRPr/>
            </a:lvl3pPr>
            <a:lvl4pPr marL="469106" indent="0">
              <a:buNone/>
              <a:defRPr/>
            </a:lvl4pPr>
            <a:lvl5pPr marL="598885" indent="0">
              <a:buNone/>
              <a:defRPr/>
            </a:lvl5pPr>
          </a:lstStyle>
          <a:p>
            <a:pPr lvl="0"/>
            <a:r>
              <a:rPr lang="en-US"/>
              <a:t>Click to edit Master text styles</a:t>
            </a:r>
          </a:p>
        </p:txBody>
      </p:sp>
      <p:sp>
        <p:nvSpPr>
          <p:cNvPr id="7" name="Text Placeholder 6">
            <a:extLst>
              <a:ext uri="{FF2B5EF4-FFF2-40B4-BE49-F238E27FC236}">
                <a16:creationId xmlns:a16="http://schemas.microsoft.com/office/drawing/2014/main" id="{7D74199A-1D70-C562-62E1-637EF591F1EA}"/>
              </a:ext>
            </a:extLst>
          </p:cNvPr>
          <p:cNvSpPr>
            <a:spLocks noGrp="1"/>
          </p:cNvSpPr>
          <p:nvPr>
            <p:ph type="body" sz="quarter" idx="13"/>
          </p:nvPr>
        </p:nvSpPr>
        <p:spPr>
          <a:xfrm>
            <a:off x="4657725" y="1314450"/>
            <a:ext cx="4057650" cy="2514600"/>
          </a:xfrm>
        </p:spPr>
        <p:txBody>
          <a:bodyPr/>
          <a:lstStyle>
            <a:lvl1pPr marL="215504" indent="-215504">
              <a:spcBef>
                <a:spcPts val="0"/>
              </a:spcBef>
              <a:buSzPct val="85000"/>
              <a:defRPr sz="1650"/>
            </a:lvl1pPr>
            <a:lvl2pPr marL="385763" indent="-130969">
              <a:defRPr sz="1050"/>
            </a:lvl2pPr>
            <a:lvl3pPr marL="554831" indent="-123825">
              <a:defRPr sz="900"/>
            </a:lvl3pPr>
            <a:lvl4pPr marL="732235" indent="-130969">
              <a:defRPr sz="750"/>
            </a:lvl4pPr>
            <a:lvl5pPr marL="901304" indent="-130969">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ADE46F07-9C9C-47CE-B42A-F6A276963F54}"/>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F2D65486-4CAF-D8E0-DC46-EFC5FB8C97B1}"/>
              </a:ext>
              <a:ext uri="{C183D7F6-B498-43B3-948B-1728B52AA6E4}">
                <adec:decorative xmlns:adec="http://schemas.microsoft.com/office/drawing/2017/decorative" val="1"/>
              </a:ext>
            </a:extLst>
          </p:cNvPr>
          <p:cNvSpPr>
            <a:spLocks noGrp="1"/>
          </p:cNvSpPr>
          <p:nvPr>
            <p:ph type="dt" sz="half" idx="11"/>
          </p:nvPr>
        </p:nvSpPr>
        <p:spPr/>
        <p:txBody>
          <a:bodyPr/>
          <a:lstStyle/>
          <a:p>
            <a:fld id="{A844713A-762C-46FB-AFEA-BF5BC39F2835}" type="datetimeyyyy">
              <a:rPr lang="en-US" smtClean="0"/>
              <a:t>2026</a:t>
            </a:fld>
            <a:endParaRPr lang="en-US"/>
          </a:p>
        </p:txBody>
      </p:sp>
      <p:sp>
        <p:nvSpPr>
          <p:cNvPr id="5" name="Slide Number Placeholder 4">
            <a:extLst>
              <a:ext uri="{FF2B5EF4-FFF2-40B4-BE49-F238E27FC236}">
                <a16:creationId xmlns:a16="http://schemas.microsoft.com/office/drawing/2014/main" id="{DCC32286-3989-F722-CA5F-7B056F277CC0}"/>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pic>
        <p:nvPicPr>
          <p:cNvPr id="6" name="Picture 9">
            <a:extLst>
              <a:ext uri="{FF2B5EF4-FFF2-40B4-BE49-F238E27FC236}">
                <a16:creationId xmlns:a16="http://schemas.microsoft.com/office/drawing/2014/main" id="{1D8CAAE5-215B-97D0-E026-DB1041BC6C29}"/>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7746023" y="365544"/>
            <a:ext cx="972441" cy="252115"/>
          </a:xfrm>
          <a:prstGeom prst="rect">
            <a:avLst/>
          </a:prstGeom>
        </p:spPr>
      </p:pic>
    </p:spTree>
    <p:extLst>
      <p:ext uri="{BB962C8B-B14F-4D97-AF65-F5344CB8AC3E}">
        <p14:creationId xmlns:p14="http://schemas.microsoft.com/office/powerpoint/2010/main" val="4104478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87A5D98-A155-4A2C-A9E2-FF413A52CD58}"/>
              </a:ext>
            </a:extLst>
          </p:cNvPr>
          <p:cNvSpPr>
            <a:spLocks noGrp="1"/>
          </p:cNvSpPr>
          <p:nvPr>
            <p:ph type="title"/>
          </p:nvPr>
        </p:nvSpPr>
        <p:spPr/>
        <p:txBody>
          <a:bodyPr/>
          <a:lstStyle/>
          <a:p>
            <a:r>
              <a:rPr lang="en-US"/>
              <a:t>Click to edit Master title style</a:t>
            </a:r>
          </a:p>
        </p:txBody>
      </p:sp>
      <p:sp>
        <p:nvSpPr>
          <p:cNvPr id="8" name="Text Placeholder 11">
            <a:extLst>
              <a:ext uri="{FF2B5EF4-FFF2-40B4-BE49-F238E27FC236}">
                <a16:creationId xmlns:a16="http://schemas.microsoft.com/office/drawing/2014/main" id="{52D34A87-0769-3C03-D1EA-BEFE5F31F9BC}"/>
              </a:ext>
            </a:extLst>
          </p:cNvPr>
          <p:cNvSpPr>
            <a:spLocks noGrp="1"/>
          </p:cNvSpPr>
          <p:nvPr>
            <p:ph type="body" sz="quarter" idx="14"/>
          </p:nvPr>
        </p:nvSpPr>
        <p:spPr>
          <a:xfrm>
            <a:off x="428625" y="1314451"/>
            <a:ext cx="8286750" cy="342900"/>
          </a:xfrm>
        </p:spPr>
        <p:txBody>
          <a:bodyPr/>
          <a:lstStyle>
            <a:lvl1pPr marL="0" indent="0">
              <a:lnSpc>
                <a:spcPct val="90000"/>
              </a:lnSpc>
              <a:buNone/>
              <a:defRPr sz="1650"/>
            </a:lvl1pPr>
            <a:lvl2pPr marL="170259" indent="0">
              <a:buNone/>
              <a:defRPr/>
            </a:lvl2pPr>
            <a:lvl3pPr marL="345281" indent="0">
              <a:buNone/>
              <a:defRPr/>
            </a:lvl3pPr>
            <a:lvl4pPr marL="469106" indent="0">
              <a:buNone/>
              <a:defRPr/>
            </a:lvl4pPr>
            <a:lvl5pPr marL="598885" indent="0">
              <a:buNone/>
              <a:defRPr/>
            </a:lvl5pPr>
          </a:lstStyle>
          <a:p>
            <a:pPr lvl="0"/>
            <a:r>
              <a:rPr lang="en-US"/>
              <a:t>Click to edit Master text styles</a:t>
            </a:r>
          </a:p>
        </p:txBody>
      </p:sp>
      <p:sp>
        <p:nvSpPr>
          <p:cNvPr id="5" name="Content Placeholder 4">
            <a:extLst>
              <a:ext uri="{FF2B5EF4-FFF2-40B4-BE49-F238E27FC236}">
                <a16:creationId xmlns:a16="http://schemas.microsoft.com/office/drawing/2014/main" id="{AFA20EAA-86AC-4480-9CAA-88657F3D94ED}"/>
              </a:ext>
            </a:extLst>
          </p:cNvPr>
          <p:cNvSpPr>
            <a:spLocks noGrp="1"/>
          </p:cNvSpPr>
          <p:nvPr>
            <p:ph sz="quarter" idx="13"/>
          </p:nvPr>
        </p:nvSpPr>
        <p:spPr>
          <a:xfrm>
            <a:off x="428625" y="2200275"/>
            <a:ext cx="8286749"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4418CA-82D1-4D77-BF0D-0416BC54B411}"/>
              </a:ext>
              <a:ext uri="{C183D7F6-B498-43B3-948B-1728B52AA6E4}">
                <adec:decorative xmlns:adec="http://schemas.microsoft.com/office/drawing/2017/decorative" val="1"/>
              </a:ext>
            </a:extLst>
          </p:cNvPr>
          <p:cNvSpPr>
            <a:spLocks noGrp="1"/>
          </p:cNvSpPr>
          <p:nvPr>
            <p:ph type="dt" sz="half" idx="10"/>
          </p:nvPr>
        </p:nvSpPr>
        <p:spPr/>
        <p:txBody>
          <a:bodyPr/>
          <a:lstStyle/>
          <a:p>
            <a:fld id="{A95765D1-9DCC-4E17-9905-A51AC45E71E0}" type="datetimeyyyy">
              <a:rPr lang="en-US" smtClean="0"/>
              <a:t>2026</a:t>
            </a:fld>
            <a:endParaRPr lang="en-US"/>
          </a:p>
        </p:txBody>
      </p:sp>
      <p:sp>
        <p:nvSpPr>
          <p:cNvPr id="9" name="Footer Placeholder 8">
            <a:extLst>
              <a:ext uri="{FF2B5EF4-FFF2-40B4-BE49-F238E27FC236}">
                <a16:creationId xmlns:a16="http://schemas.microsoft.com/office/drawing/2014/main" id="{921A5836-40BC-4565-9B91-02610BB2DED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10" name="Slide Number Placeholder 9">
            <a:extLst>
              <a:ext uri="{FF2B5EF4-FFF2-40B4-BE49-F238E27FC236}">
                <a16:creationId xmlns:a16="http://schemas.microsoft.com/office/drawing/2014/main" id="{CBD6848A-A4A5-4326-A71B-8EF2FF7C4F3E}"/>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19879448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and Content 2">
    <p:bg>
      <p:bgPr>
        <a:solidFill>
          <a:schemeClr val="accent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BA6A42-67C9-3DA2-AAE7-C5530FE646E6}"/>
              </a:ext>
              <a:ext uri="{C183D7F6-B498-43B3-948B-1728B52AA6E4}">
                <adec:decorative xmlns:adec="http://schemas.microsoft.com/office/drawing/2017/decorative" val="1"/>
              </a:ext>
            </a:extLst>
          </p:cNvPr>
          <p:cNvSpPr/>
          <p:nvPr userDrawn="1"/>
        </p:nvSpPr>
        <p:spPr>
          <a:xfrm>
            <a:off x="3419476" y="0"/>
            <a:ext cx="5724524"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2" name="Title 1">
            <a:extLst>
              <a:ext uri="{FF2B5EF4-FFF2-40B4-BE49-F238E27FC236}">
                <a16:creationId xmlns:a16="http://schemas.microsoft.com/office/drawing/2014/main" id="{4151AB39-5D36-0881-CBCF-7839008FF240}"/>
              </a:ext>
            </a:extLst>
          </p:cNvPr>
          <p:cNvSpPr>
            <a:spLocks noGrp="1"/>
          </p:cNvSpPr>
          <p:nvPr>
            <p:ph type="title"/>
          </p:nvPr>
        </p:nvSpPr>
        <p:spPr>
          <a:xfrm>
            <a:off x="428625" y="428625"/>
            <a:ext cx="2114550" cy="2143125"/>
          </a:xfrm>
        </p:spPr>
        <p:txBody>
          <a:bodyPr/>
          <a:lstStyle/>
          <a:p>
            <a:r>
              <a:rPr lang="en-US"/>
              <a:t>Click to edit Master title style</a:t>
            </a:r>
          </a:p>
        </p:txBody>
      </p:sp>
      <p:sp>
        <p:nvSpPr>
          <p:cNvPr id="11" name="Text Placeholder 10">
            <a:extLst>
              <a:ext uri="{FF2B5EF4-FFF2-40B4-BE49-F238E27FC236}">
                <a16:creationId xmlns:a16="http://schemas.microsoft.com/office/drawing/2014/main" id="{BD4BE7AC-B8E8-B90D-53BF-AA6DB0C0ECAF}"/>
              </a:ext>
            </a:extLst>
          </p:cNvPr>
          <p:cNvSpPr>
            <a:spLocks noGrp="1"/>
          </p:cNvSpPr>
          <p:nvPr>
            <p:ph type="body" sz="quarter" idx="13"/>
          </p:nvPr>
        </p:nvSpPr>
        <p:spPr>
          <a:xfrm>
            <a:off x="428625" y="3086100"/>
            <a:ext cx="2114550" cy="1628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1">
            <a:extLst>
              <a:ext uri="{FF2B5EF4-FFF2-40B4-BE49-F238E27FC236}">
                <a16:creationId xmlns:a16="http://schemas.microsoft.com/office/drawing/2014/main" id="{23F41AAA-F21A-3BB2-9278-FE4B403424CD}"/>
              </a:ext>
            </a:extLst>
          </p:cNvPr>
          <p:cNvSpPr>
            <a:spLocks noGrp="1"/>
          </p:cNvSpPr>
          <p:nvPr>
            <p:ph type="body" sz="quarter" idx="15"/>
          </p:nvPr>
        </p:nvSpPr>
        <p:spPr>
          <a:xfrm>
            <a:off x="3952875" y="428625"/>
            <a:ext cx="4057650" cy="342900"/>
          </a:xfrm>
        </p:spPr>
        <p:txBody>
          <a:bodyPr/>
          <a:lstStyle>
            <a:lvl1pPr marL="0" indent="0">
              <a:lnSpc>
                <a:spcPct val="90000"/>
              </a:lnSpc>
              <a:buNone/>
              <a:defRPr sz="1650">
                <a:solidFill>
                  <a:schemeClr val="bg1"/>
                </a:solidFill>
              </a:defRPr>
            </a:lvl1pPr>
            <a:lvl2pPr marL="170259" indent="0">
              <a:buNone/>
              <a:defRPr/>
            </a:lvl2pPr>
            <a:lvl3pPr marL="345281" indent="0">
              <a:buNone/>
              <a:defRPr/>
            </a:lvl3pPr>
            <a:lvl4pPr marL="469106" indent="0">
              <a:buNone/>
              <a:defRPr/>
            </a:lvl4pPr>
            <a:lvl5pPr marL="598885" indent="0">
              <a:buNone/>
              <a:defRPr/>
            </a:lvl5pPr>
          </a:lstStyle>
          <a:p>
            <a:pPr lvl="0"/>
            <a:r>
              <a:rPr lang="en-US"/>
              <a:t>Click to edit Master text styles</a:t>
            </a:r>
          </a:p>
        </p:txBody>
      </p:sp>
      <p:sp>
        <p:nvSpPr>
          <p:cNvPr id="18" name="Text Placeholder 17">
            <a:extLst>
              <a:ext uri="{FF2B5EF4-FFF2-40B4-BE49-F238E27FC236}">
                <a16:creationId xmlns:a16="http://schemas.microsoft.com/office/drawing/2014/main" id="{B8D158A6-5206-4DC5-FE96-95B04D8E8AF1}"/>
              </a:ext>
              <a:ext uri="{C183D7F6-B498-43B3-948B-1728B52AA6E4}">
                <adec:decorative xmlns:adec="http://schemas.microsoft.com/office/drawing/2017/decorative" val="1"/>
              </a:ext>
            </a:extLst>
          </p:cNvPr>
          <p:cNvSpPr>
            <a:spLocks noGrp="1"/>
          </p:cNvSpPr>
          <p:nvPr>
            <p:ph type="body" sz="quarter" idx="18"/>
          </p:nvPr>
        </p:nvSpPr>
        <p:spPr>
          <a:xfrm>
            <a:off x="7035947" y="3208128"/>
            <a:ext cx="2108055" cy="1935372"/>
          </a:xfrm>
          <a:custGeom>
            <a:avLst/>
            <a:gdLst>
              <a:gd name="connsiteX0" fmla="*/ 2454858 w 2810740"/>
              <a:gd name="connsiteY0" fmla="*/ 46 h 2580496"/>
              <a:gd name="connsiteX1" fmla="*/ 2724648 w 2810740"/>
              <a:gd name="connsiteY1" fmla="*/ 24068 h 2580496"/>
              <a:gd name="connsiteX2" fmla="*/ 2810740 w 2810740"/>
              <a:gd name="connsiteY2" fmla="*/ 44700 h 2580496"/>
              <a:gd name="connsiteX3" fmla="*/ 2810740 w 2810740"/>
              <a:gd name="connsiteY3" fmla="*/ 664418 h 2580496"/>
              <a:gd name="connsiteX4" fmla="*/ 2770611 w 2810740"/>
              <a:gd name="connsiteY4" fmla="*/ 643239 h 2580496"/>
              <a:gd name="connsiteX5" fmla="*/ 1783822 w 2810740"/>
              <a:gd name="connsiteY5" fmla="*/ 949432 h 2580496"/>
              <a:gd name="connsiteX6" fmla="*/ 700923 w 2810740"/>
              <a:gd name="connsiteY6" fmla="*/ 2580496 h 2580496"/>
              <a:gd name="connsiteX7" fmla="*/ 0 w 2810740"/>
              <a:gd name="connsiteY7" fmla="*/ 2580496 h 2580496"/>
              <a:gd name="connsiteX8" fmla="*/ 1297316 w 2810740"/>
              <a:gd name="connsiteY8" fmla="*/ 626437 h 2580496"/>
              <a:gd name="connsiteX9" fmla="*/ 2454858 w 2810740"/>
              <a:gd name="connsiteY9" fmla="*/ 46 h 2580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10740" h="2580496">
                <a:moveTo>
                  <a:pt x="2454858" y="46"/>
                </a:moveTo>
                <a:cubicBezTo>
                  <a:pt x="2544831" y="-679"/>
                  <a:pt x="2635195" y="7240"/>
                  <a:pt x="2724648" y="24068"/>
                </a:cubicBezTo>
                <a:lnTo>
                  <a:pt x="2810740" y="44700"/>
                </a:lnTo>
                <a:lnTo>
                  <a:pt x="2810740" y="664418"/>
                </a:lnTo>
                <a:lnTo>
                  <a:pt x="2770611" y="643239"/>
                </a:lnTo>
                <a:cubicBezTo>
                  <a:pt x="2418095" y="500699"/>
                  <a:pt x="2002334" y="620303"/>
                  <a:pt x="1783822" y="949432"/>
                </a:cubicBezTo>
                <a:lnTo>
                  <a:pt x="700923" y="2580496"/>
                </a:lnTo>
                <a:lnTo>
                  <a:pt x="0" y="2580496"/>
                </a:lnTo>
                <a:lnTo>
                  <a:pt x="1297316" y="626437"/>
                </a:lnTo>
                <a:cubicBezTo>
                  <a:pt x="1564896" y="223429"/>
                  <a:pt x="2004992" y="3675"/>
                  <a:pt x="2454858" y="46"/>
                </a:cubicBezTo>
                <a:close/>
              </a:path>
            </a:pathLst>
          </a:custGeom>
          <a:solidFill>
            <a:srgbClr val="E7EFFF"/>
          </a:solidFill>
        </p:spPr>
        <p:txBody>
          <a:bodyPr wrap="square">
            <a:noAutofit/>
          </a:bodyPr>
          <a:lstStyle>
            <a:lvl1pPr marL="0" indent="0">
              <a:buNone/>
              <a:defRPr sz="375">
                <a:noFill/>
              </a:defRPr>
            </a:lvl1pPr>
          </a:lstStyle>
          <a:p>
            <a:pPr lvl="0"/>
            <a:r>
              <a:rPr lang="en-US"/>
              <a:t>Click to edit Master text styles</a:t>
            </a:r>
          </a:p>
        </p:txBody>
      </p:sp>
      <p:sp>
        <p:nvSpPr>
          <p:cNvPr id="13" name="Text Placeholder 12">
            <a:extLst>
              <a:ext uri="{FF2B5EF4-FFF2-40B4-BE49-F238E27FC236}">
                <a16:creationId xmlns:a16="http://schemas.microsoft.com/office/drawing/2014/main" id="{9CAA9D8F-EBCC-F115-0711-A1D7885B7DBA}"/>
              </a:ext>
            </a:extLst>
          </p:cNvPr>
          <p:cNvSpPr>
            <a:spLocks noGrp="1"/>
          </p:cNvSpPr>
          <p:nvPr>
            <p:ph type="body" sz="quarter" idx="14"/>
          </p:nvPr>
        </p:nvSpPr>
        <p:spPr>
          <a:xfrm>
            <a:off x="3952875" y="1314450"/>
            <a:ext cx="4057650" cy="34004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1846C56A-AFFD-5EF5-83B3-C8D68964BE82}"/>
              </a:ext>
              <a:ext uri="{C183D7F6-B498-43B3-948B-1728B52AA6E4}">
                <adec:decorative xmlns:adec="http://schemas.microsoft.com/office/drawing/2017/decorative" val="1"/>
              </a:ext>
            </a:extLst>
          </p:cNvPr>
          <p:cNvSpPr>
            <a:spLocks noGrp="1"/>
          </p:cNvSpPr>
          <p:nvPr>
            <p:ph type="ftr" sz="quarter" idx="10"/>
          </p:nvPr>
        </p:nvSpPr>
        <p:spPr>
          <a:xfrm>
            <a:off x="1233913" y="4877753"/>
            <a:ext cx="2057400" cy="102870"/>
          </a:xfrm>
        </p:spPr>
        <p:txBody>
          <a:bodyPr/>
          <a:lstStyle>
            <a:lvl1pPr>
              <a:defRPr>
                <a:solidFill>
                  <a:schemeClr val="tx1"/>
                </a:solidFill>
              </a:defRPr>
            </a:lvl1pPr>
          </a:lstStyle>
          <a:p>
            <a:r>
              <a:rPr lang="en-US"/>
              <a:t>Slalom. All Rights Reserved. Proprietary and Confidential.</a:t>
            </a:r>
          </a:p>
        </p:txBody>
      </p:sp>
      <p:sp>
        <p:nvSpPr>
          <p:cNvPr id="4" name="Date Placeholder 3">
            <a:extLst>
              <a:ext uri="{FF2B5EF4-FFF2-40B4-BE49-F238E27FC236}">
                <a16:creationId xmlns:a16="http://schemas.microsoft.com/office/drawing/2014/main" id="{A52D393A-8980-E579-A0EC-A080720B843B}"/>
              </a:ext>
              <a:ext uri="{C183D7F6-B498-43B3-948B-1728B52AA6E4}">
                <adec:decorative xmlns:adec="http://schemas.microsoft.com/office/drawing/2017/decorative" val="1"/>
              </a:ext>
            </a:extLst>
          </p:cNvPr>
          <p:cNvSpPr>
            <a:spLocks noGrp="1"/>
          </p:cNvSpPr>
          <p:nvPr>
            <p:ph type="dt" sz="half" idx="11"/>
          </p:nvPr>
        </p:nvSpPr>
        <p:spPr/>
        <p:txBody>
          <a:bodyPr/>
          <a:lstStyle>
            <a:lvl1pPr>
              <a:defRPr>
                <a:solidFill>
                  <a:schemeClr val="tx1"/>
                </a:solidFill>
              </a:defRPr>
            </a:lvl1pPr>
          </a:lstStyle>
          <a:p>
            <a:fld id="{45FBCCCF-693E-4A1A-BFCB-FADBC04A55F2}" type="datetimeyyyy">
              <a:rPr lang="en-US" smtClean="0"/>
              <a:t>2026</a:t>
            </a:fld>
            <a:endParaRPr lang="en-US"/>
          </a:p>
        </p:txBody>
      </p:sp>
      <p:sp>
        <p:nvSpPr>
          <p:cNvPr id="5" name="Slide Number Placeholder 4">
            <a:extLst>
              <a:ext uri="{FF2B5EF4-FFF2-40B4-BE49-F238E27FC236}">
                <a16:creationId xmlns:a16="http://schemas.microsoft.com/office/drawing/2014/main" id="{8C4ADD89-C976-6DB8-EBFF-971ECFA635A4}"/>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bg2"/>
                </a:solidFill>
              </a:defRPr>
            </a:lvl1pPr>
          </a:lstStyle>
          <a:p>
            <a:fld id="{B2643E34-DC33-45ED-8E33-EC0D5991E9A4}" type="slidenum">
              <a:rPr lang="en-US" smtClean="0"/>
              <a:pPr/>
              <a:t>‹#›</a:t>
            </a:fld>
            <a:endParaRPr lang="en-US"/>
          </a:p>
        </p:txBody>
      </p:sp>
      <p:grpSp>
        <p:nvGrpSpPr>
          <p:cNvPr id="17" name="Group 16">
            <a:extLst>
              <a:ext uri="{FF2B5EF4-FFF2-40B4-BE49-F238E27FC236}">
                <a16:creationId xmlns:a16="http://schemas.microsoft.com/office/drawing/2014/main" id="{CF8A6AE4-B86A-F84A-EE24-1C21E2CDD6FF}"/>
              </a:ext>
              <a:ext uri="{C183D7F6-B498-43B3-948B-1728B52AA6E4}">
                <adec:decorative xmlns:adec="http://schemas.microsoft.com/office/drawing/2017/decorative" val="1"/>
              </a:ext>
            </a:extLst>
          </p:cNvPr>
          <p:cNvGrpSpPr/>
          <p:nvPr userDrawn="1"/>
        </p:nvGrpSpPr>
        <p:grpSpPr>
          <a:xfrm>
            <a:off x="9332989" y="0"/>
            <a:ext cx="2308073" cy="5143497"/>
            <a:chOff x="12443985" y="0"/>
            <a:chExt cx="3077430" cy="6857996"/>
          </a:xfrm>
        </p:grpSpPr>
        <p:sp>
          <p:nvSpPr>
            <p:cNvPr id="19" name="Rectangle 18">
              <a:extLst>
                <a:ext uri="{FF2B5EF4-FFF2-40B4-BE49-F238E27FC236}">
                  <a16:creationId xmlns:a16="http://schemas.microsoft.com/office/drawing/2014/main" id="{FD0F5319-D798-F401-05E6-B3F72287C76C}"/>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900"/>
                </a:spcBef>
              </a:pPr>
              <a:r>
                <a:rPr lang="en-US" sz="750" b="1" cap="all">
                  <a:solidFill>
                    <a:schemeClr val="tx1"/>
                  </a:solidFill>
                </a:rPr>
                <a:t>Shape Layout INSTRUCTIONS</a:t>
              </a:r>
            </a:p>
            <a:p>
              <a:pPr marL="130969" indent="-130969">
                <a:spcBef>
                  <a:spcPts val="900"/>
                </a:spcBef>
                <a:buFont typeface="Avenir Next LT Pro" panose="020B0504020202020204" pitchFamily="34" charset="0"/>
                <a:buChar char="•"/>
              </a:pPr>
              <a:r>
                <a:rPr lang="en-US" sz="750">
                  <a:solidFill>
                    <a:schemeClr val="tx1"/>
                  </a:solidFill>
                </a:rPr>
                <a:t>The colored shape on this layout is intended </a:t>
              </a:r>
              <a:br>
                <a:rPr lang="en-US" sz="750">
                  <a:solidFill>
                    <a:schemeClr val="tx1"/>
                  </a:solidFill>
                </a:rPr>
              </a:br>
              <a:r>
                <a:rPr lang="en-US" sz="750">
                  <a:solidFill>
                    <a:schemeClr val="tx1"/>
                  </a:solidFill>
                </a:rPr>
                <a:t>to add some fun and interest to the slide. </a:t>
              </a:r>
            </a:p>
            <a:p>
              <a:pPr marL="130969" indent="-130969">
                <a:spcBef>
                  <a:spcPts val="900"/>
                </a:spcBef>
                <a:buFont typeface="Avenir Next LT Pro" panose="020B0504020202020204" pitchFamily="34" charset="0"/>
                <a:buChar char="•"/>
              </a:pPr>
              <a:r>
                <a:rPr lang="en-US" sz="750">
                  <a:solidFill>
                    <a:schemeClr val="tx1"/>
                  </a:solidFill>
                </a:rPr>
                <a:t>The shape is optional. Remove it by selecting and hitting delete. </a:t>
              </a:r>
            </a:p>
            <a:p>
              <a:pPr marL="130969" indent="-130969">
                <a:spcBef>
                  <a:spcPts val="900"/>
                </a:spcBef>
                <a:buFont typeface="Avenir Next LT Pro" panose="020B0504020202020204" pitchFamily="34" charset="0"/>
                <a:buChar char="•"/>
              </a:pPr>
              <a:r>
                <a:rPr lang="en-US" sz="750">
                  <a:solidFill>
                    <a:schemeClr val="tx1"/>
                  </a:solidFill>
                </a:rPr>
                <a:t>Change the color by selecting it and </a:t>
              </a:r>
              <a:br>
                <a:rPr lang="en-US" sz="750">
                  <a:solidFill>
                    <a:schemeClr val="tx1"/>
                  </a:solidFill>
                </a:rPr>
              </a:br>
              <a:r>
                <a:rPr lang="en-US" sz="750">
                  <a:solidFill>
                    <a:schemeClr val="tx1"/>
                  </a:solidFill>
                </a:rPr>
                <a:t>choosing a new color from the theme row </a:t>
              </a:r>
              <a:br>
                <a:rPr lang="en-US" sz="750">
                  <a:solidFill>
                    <a:schemeClr val="tx1"/>
                  </a:solidFill>
                </a:rPr>
              </a:br>
              <a:r>
                <a:rPr lang="en-US" sz="750">
                  <a:solidFill>
                    <a:schemeClr val="tx1"/>
                  </a:solidFill>
                </a:rPr>
                <a:t>of the Fill Palette, Accents 1 – 6.</a:t>
              </a:r>
            </a:p>
            <a:p>
              <a:pPr marL="130969" indent="-130969">
                <a:spcBef>
                  <a:spcPts val="900"/>
                </a:spcBef>
                <a:buFont typeface="Avenir Next LT Pro" panose="020B0504020202020204" pitchFamily="34" charset="0"/>
                <a:buChar char="•"/>
              </a:pPr>
              <a:endParaRPr lang="en-US" sz="750">
                <a:solidFill>
                  <a:schemeClr val="tx1"/>
                </a:solidFill>
              </a:endParaRPr>
            </a:p>
            <a:p>
              <a:pPr marL="130969" indent="-130969">
                <a:spcBef>
                  <a:spcPts val="900"/>
                </a:spcBef>
                <a:buFont typeface="Avenir Next LT Pro" panose="020B0504020202020204" pitchFamily="34" charset="0"/>
                <a:buChar char="•"/>
              </a:pPr>
              <a:endParaRPr lang="en-US" sz="750">
                <a:solidFill>
                  <a:schemeClr val="tx1"/>
                </a:solidFill>
              </a:endParaRPr>
            </a:p>
            <a:p>
              <a:pPr marL="130969" indent="-130969">
                <a:spcBef>
                  <a:spcPts val="900"/>
                </a:spcBef>
                <a:buFont typeface="Avenir Next LT Pro" panose="020B0504020202020204" pitchFamily="34" charset="0"/>
                <a:buChar char="•"/>
              </a:pPr>
              <a:endParaRPr lang="en-US" sz="750">
                <a:solidFill>
                  <a:schemeClr val="tx1"/>
                </a:solidFill>
              </a:endParaRPr>
            </a:p>
            <a:p>
              <a:pPr>
                <a:spcBef>
                  <a:spcPts val="900"/>
                </a:spcBef>
              </a:pPr>
              <a:endParaRPr lang="en-US" sz="750">
                <a:solidFill>
                  <a:schemeClr val="tx1"/>
                </a:solidFill>
              </a:endParaRPr>
            </a:p>
            <a:p>
              <a:pPr marL="130969" indent="-130969">
                <a:spcBef>
                  <a:spcPts val="900"/>
                </a:spcBef>
                <a:buFont typeface="Avenir Next LT Pro" panose="020B0504020202020204" pitchFamily="34" charset="0"/>
                <a:buChar char="•"/>
              </a:pPr>
              <a:r>
                <a:rPr lang="en-US" sz="750">
                  <a:solidFill>
                    <a:schemeClr val="tx1"/>
                  </a:solidFill>
                </a:rPr>
                <a:t>The background shape should always sit behind the other elements on the slide. </a:t>
              </a:r>
              <a:br>
                <a:rPr lang="en-US" sz="750">
                  <a:solidFill>
                    <a:schemeClr val="tx1"/>
                  </a:solidFill>
                </a:rPr>
              </a:br>
              <a:r>
                <a:rPr lang="en-US" sz="750">
                  <a:solidFill>
                    <a:schemeClr val="tx1"/>
                  </a:solidFill>
                </a:rPr>
                <a:t>If an image placeholder exists on the same layout, once you add the image you may have to select it and use Arrange &gt; Send to Back.</a:t>
              </a:r>
            </a:p>
          </p:txBody>
        </p:sp>
        <p:grpSp>
          <p:nvGrpSpPr>
            <p:cNvPr id="20" name="Group 19">
              <a:extLst>
                <a:ext uri="{FF2B5EF4-FFF2-40B4-BE49-F238E27FC236}">
                  <a16:creationId xmlns:a16="http://schemas.microsoft.com/office/drawing/2014/main" id="{5F01D68A-ED21-DE94-8D69-C0F8658AC856}"/>
                </a:ext>
              </a:extLst>
            </p:cNvPr>
            <p:cNvGrpSpPr/>
            <p:nvPr/>
          </p:nvGrpSpPr>
          <p:grpSpPr>
            <a:xfrm>
              <a:off x="13142686" y="1954129"/>
              <a:ext cx="1455058" cy="864391"/>
              <a:chOff x="12700000" y="2008563"/>
              <a:chExt cx="2565400" cy="1524000"/>
            </a:xfrm>
          </p:grpSpPr>
          <p:pic>
            <p:nvPicPr>
              <p:cNvPr id="21" name="Picture 20" descr="A picture containing table&#10;&#10;Description automatically generated">
                <a:extLst>
                  <a:ext uri="{FF2B5EF4-FFF2-40B4-BE49-F238E27FC236}">
                    <a16:creationId xmlns:a16="http://schemas.microsoft.com/office/drawing/2014/main" id="{AA77D5B3-4846-E5B2-CDF7-D26DF6CF49B1}"/>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22" name="Rectangle 21">
                <a:extLst>
                  <a:ext uri="{FF2B5EF4-FFF2-40B4-BE49-F238E27FC236}">
                    <a16:creationId xmlns:a16="http://schemas.microsoft.com/office/drawing/2014/main" id="{4A2AB13A-CDB3-E62C-D816-FE9C016E82EB}"/>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endParaRPr>
              </a:p>
            </p:txBody>
          </p:sp>
        </p:grpSp>
      </p:grpSp>
      <p:pic>
        <p:nvPicPr>
          <p:cNvPr id="9" name="Picture 9">
            <a:extLst>
              <a:ext uri="{FF2B5EF4-FFF2-40B4-BE49-F238E27FC236}">
                <a16:creationId xmlns:a16="http://schemas.microsoft.com/office/drawing/2014/main" id="{2D8E0F5B-E7F1-0403-7367-36B8F1937D84}"/>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428626" y="4854090"/>
            <a:ext cx="421925" cy="109388"/>
          </a:xfrm>
          <a:prstGeom prst="rect">
            <a:avLst/>
          </a:prstGeom>
        </p:spPr>
      </p:pic>
      <p:sp>
        <p:nvSpPr>
          <p:cNvPr id="10" name="Footer Placeholder 3">
            <a:extLst>
              <a:ext uri="{FF2B5EF4-FFF2-40B4-BE49-F238E27FC236}">
                <a16:creationId xmlns:a16="http://schemas.microsoft.com/office/drawing/2014/main" id="{AE7DEBBC-53DD-BDE3-155C-162C1926A6D1}"/>
              </a:ext>
              <a:ext uri="{C183D7F6-B498-43B3-948B-1728B52AA6E4}">
                <adec:decorative xmlns:adec="http://schemas.microsoft.com/office/drawing/2017/decorative" val="1"/>
              </a:ext>
            </a:extLst>
          </p:cNvPr>
          <p:cNvSpPr txBox="1">
            <a:spLocks/>
          </p:cNvSpPr>
          <p:nvPr userDrawn="1"/>
        </p:nvSpPr>
        <p:spPr>
          <a:xfrm>
            <a:off x="974781" y="4877753"/>
            <a:ext cx="74315" cy="10287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600">
                <a:solidFill>
                  <a:schemeClr val="tx1"/>
                </a:solidFill>
              </a:rPr>
              <a:t>©</a:t>
            </a:r>
          </a:p>
        </p:txBody>
      </p:sp>
    </p:spTree>
    <p:extLst>
      <p:ext uri="{BB962C8B-B14F-4D97-AF65-F5344CB8AC3E}">
        <p14:creationId xmlns:p14="http://schemas.microsoft.com/office/powerpoint/2010/main" val="2555684735"/>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8A64D-EC33-80B9-F80A-68A80FC6609E}"/>
              </a:ext>
            </a:extLst>
          </p:cNvPr>
          <p:cNvSpPr>
            <a:spLocks noGrp="1"/>
          </p:cNvSpPr>
          <p:nvPr>
            <p:ph type="title"/>
          </p:nvPr>
        </p:nvSpPr>
        <p:spPr/>
        <p:txBody>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4871E354-1003-F7B6-2E4E-FF83E0B7B3E7}"/>
              </a:ext>
            </a:extLst>
          </p:cNvPr>
          <p:cNvSpPr>
            <a:spLocks noGrp="1"/>
          </p:cNvSpPr>
          <p:nvPr>
            <p:ph type="body" sz="quarter" idx="13"/>
          </p:nvPr>
        </p:nvSpPr>
        <p:spPr>
          <a:xfrm>
            <a:off x="428625" y="1314451"/>
            <a:ext cx="8286750" cy="342900"/>
          </a:xfrm>
        </p:spPr>
        <p:txBody>
          <a:bodyPr/>
          <a:lstStyle>
            <a:lvl1pPr marL="0" indent="0">
              <a:lnSpc>
                <a:spcPct val="90000"/>
              </a:lnSpc>
              <a:buNone/>
              <a:defRPr sz="1650"/>
            </a:lvl1pPr>
            <a:lvl2pPr marL="170259" indent="0">
              <a:buNone/>
              <a:defRPr/>
            </a:lvl2pPr>
            <a:lvl3pPr marL="345281" indent="0">
              <a:buNone/>
              <a:defRPr/>
            </a:lvl3pPr>
            <a:lvl4pPr marL="469106" indent="0">
              <a:buNone/>
              <a:defRPr/>
            </a:lvl4pPr>
            <a:lvl5pPr marL="598885" indent="0">
              <a:buNone/>
              <a:defRPr/>
            </a:lvl5pPr>
          </a:lstStyle>
          <a:p>
            <a:pPr lvl="0"/>
            <a:r>
              <a:rPr lang="en-US"/>
              <a:t>Click to edit Master text styles</a:t>
            </a:r>
          </a:p>
        </p:txBody>
      </p:sp>
      <p:sp>
        <p:nvSpPr>
          <p:cNvPr id="3" name="Content Placeholder 2">
            <a:extLst>
              <a:ext uri="{FF2B5EF4-FFF2-40B4-BE49-F238E27FC236}">
                <a16:creationId xmlns:a16="http://schemas.microsoft.com/office/drawing/2014/main" id="{FB7E0A99-1A28-4D24-A585-99C2E027D9DC}"/>
              </a:ext>
            </a:extLst>
          </p:cNvPr>
          <p:cNvSpPr>
            <a:spLocks noGrp="1"/>
          </p:cNvSpPr>
          <p:nvPr>
            <p:ph sz="half" idx="1"/>
          </p:nvPr>
        </p:nvSpPr>
        <p:spPr>
          <a:xfrm>
            <a:off x="428625" y="2200276"/>
            <a:ext cx="3352800" cy="22173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0E6115-4384-41EE-B6B2-940A4649995F}"/>
              </a:ext>
            </a:extLst>
          </p:cNvPr>
          <p:cNvSpPr>
            <a:spLocks noGrp="1"/>
          </p:cNvSpPr>
          <p:nvPr>
            <p:ph sz="half" idx="2"/>
          </p:nvPr>
        </p:nvSpPr>
        <p:spPr>
          <a:xfrm>
            <a:off x="4657726" y="2200276"/>
            <a:ext cx="3352799" cy="22173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FEA81D9C-1714-41EC-AB5C-54E1320D367A}"/>
              </a:ext>
              <a:ext uri="{C183D7F6-B498-43B3-948B-1728B52AA6E4}">
                <adec:decorative xmlns:adec="http://schemas.microsoft.com/office/drawing/2017/decorative" val="1"/>
              </a:ext>
            </a:extLst>
          </p:cNvPr>
          <p:cNvSpPr>
            <a:spLocks noGrp="1"/>
          </p:cNvSpPr>
          <p:nvPr>
            <p:ph type="dt" sz="half" idx="10"/>
          </p:nvPr>
        </p:nvSpPr>
        <p:spPr/>
        <p:txBody>
          <a:bodyPr/>
          <a:lstStyle/>
          <a:p>
            <a:fld id="{A955F345-CD5E-454A-A42B-3900DCEC4A8E}" type="datetimeyyyy">
              <a:rPr lang="en-US" smtClean="0"/>
              <a:t>2026</a:t>
            </a:fld>
            <a:endParaRPr lang="en-US"/>
          </a:p>
        </p:txBody>
      </p:sp>
      <p:sp>
        <p:nvSpPr>
          <p:cNvPr id="9" name="Footer Placeholder 8">
            <a:extLst>
              <a:ext uri="{FF2B5EF4-FFF2-40B4-BE49-F238E27FC236}">
                <a16:creationId xmlns:a16="http://schemas.microsoft.com/office/drawing/2014/main" id="{138C60D4-B5E0-4E33-9DD7-8166677DEA0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11" name="Slide Number Placeholder 10">
            <a:extLst>
              <a:ext uri="{FF2B5EF4-FFF2-40B4-BE49-F238E27FC236}">
                <a16:creationId xmlns:a16="http://schemas.microsoft.com/office/drawing/2014/main" id="{F9FE130B-2CDC-422E-A384-1923087EC349}"/>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921030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75270-F0A7-41DD-AB7A-83D81B515BC4}"/>
              </a:ext>
            </a:extLst>
          </p:cNvPr>
          <p:cNvSpPr>
            <a:spLocks noGrp="1"/>
          </p:cNvSpPr>
          <p:nvPr>
            <p:ph type="title"/>
          </p:nvPr>
        </p:nvSpPr>
        <p:spPr/>
        <p:txBody>
          <a:bodyPr/>
          <a:lstStyle/>
          <a:p>
            <a:r>
              <a:rPr lang="en-US"/>
              <a:t>Click to edit Master title style</a:t>
            </a:r>
          </a:p>
        </p:txBody>
      </p:sp>
      <p:sp>
        <p:nvSpPr>
          <p:cNvPr id="6" name="Text Placeholder 11">
            <a:extLst>
              <a:ext uri="{FF2B5EF4-FFF2-40B4-BE49-F238E27FC236}">
                <a16:creationId xmlns:a16="http://schemas.microsoft.com/office/drawing/2014/main" id="{C8E43266-992D-58F3-73FE-E38797027945}"/>
              </a:ext>
            </a:extLst>
          </p:cNvPr>
          <p:cNvSpPr>
            <a:spLocks noGrp="1"/>
          </p:cNvSpPr>
          <p:nvPr>
            <p:ph type="body" sz="quarter" idx="13"/>
          </p:nvPr>
        </p:nvSpPr>
        <p:spPr>
          <a:xfrm>
            <a:off x="428625" y="1314451"/>
            <a:ext cx="8286750" cy="342900"/>
          </a:xfrm>
        </p:spPr>
        <p:txBody>
          <a:bodyPr/>
          <a:lstStyle>
            <a:lvl1pPr marL="0" indent="0">
              <a:lnSpc>
                <a:spcPct val="90000"/>
              </a:lnSpc>
              <a:buNone/>
              <a:defRPr sz="1650"/>
            </a:lvl1pPr>
            <a:lvl2pPr marL="170259" indent="0">
              <a:buNone/>
              <a:defRPr/>
            </a:lvl2pPr>
            <a:lvl3pPr marL="345281" indent="0">
              <a:buNone/>
              <a:defRPr/>
            </a:lvl3pPr>
            <a:lvl4pPr marL="469106" indent="0">
              <a:buNone/>
              <a:defRPr/>
            </a:lvl4pPr>
            <a:lvl5pPr marL="598885" indent="0">
              <a:buNone/>
              <a:defRPr/>
            </a:lvl5pPr>
          </a:lstStyle>
          <a:p>
            <a:pPr lvl="0"/>
            <a:r>
              <a:rPr lang="en-US"/>
              <a:t>Click to edit Master text styles</a:t>
            </a:r>
          </a:p>
        </p:txBody>
      </p:sp>
      <p:sp>
        <p:nvSpPr>
          <p:cNvPr id="7" name="Date Placeholder 6">
            <a:extLst>
              <a:ext uri="{FF2B5EF4-FFF2-40B4-BE49-F238E27FC236}">
                <a16:creationId xmlns:a16="http://schemas.microsoft.com/office/drawing/2014/main" id="{C9F6B6E0-7C6E-4B17-A633-3073EAE2F852}"/>
              </a:ext>
              <a:ext uri="{C183D7F6-B498-43B3-948B-1728B52AA6E4}">
                <adec:decorative xmlns:adec="http://schemas.microsoft.com/office/drawing/2017/decorative" val="1"/>
              </a:ext>
            </a:extLst>
          </p:cNvPr>
          <p:cNvSpPr>
            <a:spLocks noGrp="1"/>
          </p:cNvSpPr>
          <p:nvPr>
            <p:ph type="dt" sz="half" idx="10"/>
          </p:nvPr>
        </p:nvSpPr>
        <p:spPr/>
        <p:txBody>
          <a:bodyPr/>
          <a:lstStyle/>
          <a:p>
            <a:fld id="{8549838B-8FB6-4A1D-8FF7-A75B50B468EC}" type="datetimeyyyy">
              <a:rPr lang="en-US" smtClean="0"/>
              <a:t>2026</a:t>
            </a:fld>
            <a:endParaRPr lang="en-US"/>
          </a:p>
        </p:txBody>
      </p:sp>
      <p:sp>
        <p:nvSpPr>
          <p:cNvPr id="8" name="Footer Placeholder 7">
            <a:extLst>
              <a:ext uri="{FF2B5EF4-FFF2-40B4-BE49-F238E27FC236}">
                <a16:creationId xmlns:a16="http://schemas.microsoft.com/office/drawing/2014/main" id="{59D9042D-6A38-4BB0-9C68-8B691AEB356C}"/>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9" name="Slide Number Placeholder 8">
            <a:extLst>
              <a:ext uri="{FF2B5EF4-FFF2-40B4-BE49-F238E27FC236}">
                <a16:creationId xmlns:a16="http://schemas.microsoft.com/office/drawing/2014/main" id="{87C00F53-14B3-42D2-97CB-017D015B001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3120951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Only Navy">
    <p:bg>
      <p:bgPr>
        <a:solidFill>
          <a:schemeClr val="accent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AF437A6-3202-4573-9F9E-294DF702E2DC}"/>
              </a:ext>
            </a:extLst>
          </p:cNvPr>
          <p:cNvSpPr>
            <a:spLocks noGrp="1"/>
          </p:cNvSpPr>
          <p:nvPr>
            <p:ph type="title"/>
          </p:nvPr>
        </p:nvSpPr>
        <p:spPr/>
        <p:txBody>
          <a:bodyPr/>
          <a:lstStyle/>
          <a:p>
            <a:r>
              <a:rPr lang="en-US"/>
              <a:t>Click to edit Master title style</a:t>
            </a:r>
          </a:p>
        </p:txBody>
      </p:sp>
      <p:sp>
        <p:nvSpPr>
          <p:cNvPr id="10" name="Text Placeholder 11">
            <a:extLst>
              <a:ext uri="{FF2B5EF4-FFF2-40B4-BE49-F238E27FC236}">
                <a16:creationId xmlns:a16="http://schemas.microsoft.com/office/drawing/2014/main" id="{41876296-E753-8C3F-8271-24B8BC7D6807}"/>
              </a:ext>
            </a:extLst>
          </p:cNvPr>
          <p:cNvSpPr>
            <a:spLocks noGrp="1"/>
          </p:cNvSpPr>
          <p:nvPr>
            <p:ph type="body" sz="quarter" idx="13"/>
          </p:nvPr>
        </p:nvSpPr>
        <p:spPr>
          <a:xfrm>
            <a:off x="428625" y="1314451"/>
            <a:ext cx="8286750" cy="342900"/>
          </a:xfrm>
        </p:spPr>
        <p:txBody>
          <a:bodyPr/>
          <a:lstStyle>
            <a:lvl1pPr marL="0" indent="0">
              <a:lnSpc>
                <a:spcPct val="90000"/>
              </a:lnSpc>
              <a:buNone/>
              <a:defRPr sz="1650"/>
            </a:lvl1pPr>
            <a:lvl2pPr marL="170259" indent="0">
              <a:buNone/>
              <a:defRPr/>
            </a:lvl2pPr>
            <a:lvl3pPr marL="345281" indent="0">
              <a:buNone/>
              <a:defRPr/>
            </a:lvl3pPr>
            <a:lvl4pPr marL="469106" indent="0">
              <a:buNone/>
              <a:defRPr/>
            </a:lvl4pPr>
            <a:lvl5pPr marL="598885" indent="0">
              <a:buNone/>
              <a:defRPr/>
            </a:lvl5pPr>
          </a:lstStyle>
          <a:p>
            <a:pPr lvl="0"/>
            <a:r>
              <a:rPr lang="en-US"/>
              <a:t>Click to edit Master text styles</a:t>
            </a:r>
          </a:p>
        </p:txBody>
      </p:sp>
      <p:sp>
        <p:nvSpPr>
          <p:cNvPr id="7" name="Date Placeholder 6">
            <a:extLst>
              <a:ext uri="{FF2B5EF4-FFF2-40B4-BE49-F238E27FC236}">
                <a16:creationId xmlns:a16="http://schemas.microsoft.com/office/drawing/2014/main" id="{C9F6B6E0-7C6E-4B17-A633-3073EAE2F85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tx1"/>
                </a:solidFill>
              </a:defRPr>
            </a:lvl1pPr>
          </a:lstStyle>
          <a:p>
            <a:fld id="{E193F512-0A29-4898-ADD2-68AB1CCB9D38}" type="datetimeyyyy">
              <a:rPr lang="en-US" smtClean="0"/>
              <a:t>2026</a:t>
            </a:fld>
            <a:endParaRPr lang="en-US"/>
          </a:p>
        </p:txBody>
      </p:sp>
      <p:sp>
        <p:nvSpPr>
          <p:cNvPr id="8" name="Footer Placeholder 7">
            <a:extLst>
              <a:ext uri="{FF2B5EF4-FFF2-40B4-BE49-F238E27FC236}">
                <a16:creationId xmlns:a16="http://schemas.microsoft.com/office/drawing/2014/main" id="{59D9042D-6A38-4BB0-9C68-8B691AEB356C}"/>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Slalom. All Rights Reserved. Proprietary and Confidential.</a:t>
            </a:r>
          </a:p>
        </p:txBody>
      </p:sp>
      <p:sp>
        <p:nvSpPr>
          <p:cNvPr id="9" name="Slide Number Placeholder 8">
            <a:extLst>
              <a:ext uri="{FF2B5EF4-FFF2-40B4-BE49-F238E27FC236}">
                <a16:creationId xmlns:a16="http://schemas.microsoft.com/office/drawing/2014/main" id="{87C00F53-14B3-42D2-97CB-017D015B001D}"/>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tx1"/>
                </a:solidFill>
              </a:defRPr>
            </a:lvl1pPr>
          </a:lstStyle>
          <a:p>
            <a:fld id="{B2643E34-DC33-45ED-8E33-EC0D5991E9A4}" type="slidenum">
              <a:rPr lang="en-US" smtClean="0"/>
              <a:pPr/>
              <a:t>‹#›</a:t>
            </a:fld>
            <a:endParaRPr lang="en-US"/>
          </a:p>
        </p:txBody>
      </p:sp>
      <p:pic>
        <p:nvPicPr>
          <p:cNvPr id="2" name="Picture 9">
            <a:extLst>
              <a:ext uri="{FF2B5EF4-FFF2-40B4-BE49-F238E27FC236}">
                <a16:creationId xmlns:a16="http://schemas.microsoft.com/office/drawing/2014/main" id="{44E6FEBF-F4D5-5A80-8815-323B4D094155}"/>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428626" y="4854090"/>
            <a:ext cx="421925" cy="109388"/>
          </a:xfrm>
          <a:prstGeom prst="rect">
            <a:avLst/>
          </a:prstGeom>
        </p:spPr>
      </p:pic>
      <p:sp>
        <p:nvSpPr>
          <p:cNvPr id="3" name="Footer Placeholder 3">
            <a:extLst>
              <a:ext uri="{FF2B5EF4-FFF2-40B4-BE49-F238E27FC236}">
                <a16:creationId xmlns:a16="http://schemas.microsoft.com/office/drawing/2014/main" id="{805BD35B-1532-6D8C-1C69-50D653A5A9A1}"/>
              </a:ext>
              <a:ext uri="{C183D7F6-B498-43B3-948B-1728B52AA6E4}">
                <adec:decorative xmlns:adec="http://schemas.microsoft.com/office/drawing/2017/decorative" val="1"/>
              </a:ext>
            </a:extLst>
          </p:cNvPr>
          <p:cNvSpPr txBox="1">
            <a:spLocks/>
          </p:cNvSpPr>
          <p:nvPr userDrawn="1"/>
        </p:nvSpPr>
        <p:spPr>
          <a:xfrm>
            <a:off x="974781" y="4877753"/>
            <a:ext cx="74315" cy="10287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600">
                <a:solidFill>
                  <a:schemeClr val="tx1"/>
                </a:solidFill>
              </a:rPr>
              <a:t>©</a:t>
            </a:r>
          </a:p>
        </p:txBody>
      </p:sp>
    </p:spTree>
    <p:extLst>
      <p:ext uri="{BB962C8B-B14F-4D97-AF65-F5344CB8AC3E}">
        <p14:creationId xmlns:p14="http://schemas.microsoft.com/office/powerpoint/2010/main" val="2832624466"/>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5E89F-C984-5EC9-C88A-F8A37D1B7BF9}"/>
              </a:ext>
            </a:extLst>
          </p:cNvPr>
          <p:cNvSpPr>
            <a:spLocks noGrp="1"/>
          </p:cNvSpPr>
          <p:nvPr>
            <p:ph type="title"/>
          </p:nvPr>
        </p:nvSpPr>
        <p:spPr>
          <a:xfrm>
            <a:off x="428625" y="428625"/>
            <a:ext cx="8286750" cy="3429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EABBFFFC-4A62-D7DA-D186-A68A2AF381C9}"/>
              </a:ext>
            </a:extLst>
          </p:cNvPr>
          <p:cNvSpPr>
            <a:spLocks noGrp="1"/>
          </p:cNvSpPr>
          <p:nvPr>
            <p:ph type="body" sz="quarter" idx="13"/>
          </p:nvPr>
        </p:nvSpPr>
        <p:spPr>
          <a:xfrm>
            <a:off x="428625" y="868815"/>
            <a:ext cx="8286750" cy="302760"/>
          </a:xfrm>
        </p:spPr>
        <p:txBody>
          <a:bodyPr/>
          <a:lstStyle>
            <a:lvl1pPr marL="0" indent="0">
              <a:lnSpc>
                <a:spcPct val="90000"/>
              </a:lnSpc>
              <a:buNone/>
              <a:defRPr sz="1650"/>
            </a:lvl1pPr>
            <a:lvl2pPr marL="170259" indent="0">
              <a:buNone/>
              <a:defRPr/>
            </a:lvl2pPr>
            <a:lvl3pPr marL="345281" indent="0">
              <a:buNone/>
              <a:defRPr/>
            </a:lvl3pPr>
            <a:lvl4pPr marL="469106" indent="0">
              <a:buNone/>
              <a:defRPr/>
            </a:lvl4pPr>
            <a:lvl5pPr marL="598885" indent="0">
              <a:buNone/>
              <a:defRPr/>
            </a:lvl5pPr>
          </a:lstStyle>
          <a:p>
            <a:pPr lvl="0"/>
            <a:r>
              <a:rPr lang="en-US"/>
              <a:t>Click to edit Master text styles</a:t>
            </a:r>
          </a:p>
        </p:txBody>
      </p:sp>
      <p:sp>
        <p:nvSpPr>
          <p:cNvPr id="3" name="Footer Placeholder 2">
            <a:extLst>
              <a:ext uri="{FF2B5EF4-FFF2-40B4-BE49-F238E27FC236}">
                <a16:creationId xmlns:a16="http://schemas.microsoft.com/office/drawing/2014/main" id="{E233D797-4FB2-4DE2-244F-66B8D169D16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4379A54F-D44C-840B-946D-8F1906CFCA0E}"/>
              </a:ext>
              <a:ext uri="{C183D7F6-B498-43B3-948B-1728B52AA6E4}">
                <adec:decorative xmlns:adec="http://schemas.microsoft.com/office/drawing/2017/decorative" val="1"/>
              </a:ext>
            </a:extLst>
          </p:cNvPr>
          <p:cNvSpPr>
            <a:spLocks noGrp="1"/>
          </p:cNvSpPr>
          <p:nvPr>
            <p:ph type="dt" sz="half" idx="11"/>
          </p:nvPr>
        </p:nvSpPr>
        <p:spPr/>
        <p:txBody>
          <a:bodyPr/>
          <a:lstStyle/>
          <a:p>
            <a:fld id="{94779F9C-2379-4946-84FF-DBB76193FE00}" type="datetimeyyyy">
              <a:rPr lang="en-US" smtClean="0"/>
              <a:t>2026</a:t>
            </a:fld>
            <a:endParaRPr lang="en-US"/>
          </a:p>
        </p:txBody>
      </p:sp>
      <p:sp>
        <p:nvSpPr>
          <p:cNvPr id="5" name="Slide Number Placeholder 4">
            <a:extLst>
              <a:ext uri="{FF2B5EF4-FFF2-40B4-BE49-F238E27FC236}">
                <a16:creationId xmlns:a16="http://schemas.microsoft.com/office/drawing/2014/main" id="{A360216C-BF44-E98D-DA57-6EC6F458EB37}"/>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33621036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Only 2 Navy">
    <p:bg>
      <p:bgPr>
        <a:solidFill>
          <a:schemeClr val="accent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AF437A6-3202-4573-9F9E-294DF702E2DC}"/>
              </a:ext>
            </a:extLst>
          </p:cNvPr>
          <p:cNvSpPr>
            <a:spLocks noGrp="1"/>
          </p:cNvSpPr>
          <p:nvPr>
            <p:ph type="title"/>
          </p:nvPr>
        </p:nvSpPr>
        <p:spPr>
          <a:xfrm>
            <a:off x="428625" y="428625"/>
            <a:ext cx="8286750" cy="342900"/>
          </a:xfrm>
        </p:spPr>
        <p:txBody>
          <a:bodyPr/>
          <a:lstStyle/>
          <a:p>
            <a:r>
              <a:rPr lang="en-US"/>
              <a:t>Click to edit Master title style</a:t>
            </a:r>
          </a:p>
        </p:txBody>
      </p:sp>
      <p:sp>
        <p:nvSpPr>
          <p:cNvPr id="11" name="Text Placeholder 11">
            <a:extLst>
              <a:ext uri="{FF2B5EF4-FFF2-40B4-BE49-F238E27FC236}">
                <a16:creationId xmlns:a16="http://schemas.microsoft.com/office/drawing/2014/main" id="{B6F22CC2-F0CD-4BD6-0CCC-0649DDDBC07C}"/>
              </a:ext>
            </a:extLst>
          </p:cNvPr>
          <p:cNvSpPr>
            <a:spLocks noGrp="1"/>
          </p:cNvSpPr>
          <p:nvPr>
            <p:ph type="body" sz="quarter" idx="13"/>
          </p:nvPr>
        </p:nvSpPr>
        <p:spPr>
          <a:xfrm>
            <a:off x="428625" y="868815"/>
            <a:ext cx="8286750" cy="302760"/>
          </a:xfrm>
        </p:spPr>
        <p:txBody>
          <a:bodyPr/>
          <a:lstStyle>
            <a:lvl1pPr marL="0" indent="0">
              <a:lnSpc>
                <a:spcPct val="90000"/>
              </a:lnSpc>
              <a:buNone/>
              <a:defRPr sz="1650"/>
            </a:lvl1pPr>
            <a:lvl2pPr marL="170259" indent="0">
              <a:buNone/>
              <a:defRPr/>
            </a:lvl2pPr>
            <a:lvl3pPr marL="345281" indent="0">
              <a:buNone/>
              <a:defRPr/>
            </a:lvl3pPr>
            <a:lvl4pPr marL="469106" indent="0">
              <a:buNone/>
              <a:defRPr/>
            </a:lvl4pPr>
            <a:lvl5pPr marL="598885" indent="0">
              <a:buNone/>
              <a:defRPr/>
            </a:lvl5pPr>
          </a:lstStyle>
          <a:p>
            <a:pPr lvl="0"/>
            <a:r>
              <a:rPr lang="en-US"/>
              <a:t>Click to edit Master text styles</a:t>
            </a:r>
          </a:p>
        </p:txBody>
      </p:sp>
      <p:sp>
        <p:nvSpPr>
          <p:cNvPr id="7" name="Date Placeholder 6">
            <a:extLst>
              <a:ext uri="{FF2B5EF4-FFF2-40B4-BE49-F238E27FC236}">
                <a16:creationId xmlns:a16="http://schemas.microsoft.com/office/drawing/2014/main" id="{C9F6B6E0-7C6E-4B17-A633-3073EAE2F85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tx1"/>
                </a:solidFill>
              </a:defRPr>
            </a:lvl1pPr>
          </a:lstStyle>
          <a:p>
            <a:fld id="{27079A0E-CCE3-4425-B76E-96DE74F8AAFE}" type="datetimeyyyy">
              <a:rPr lang="en-US" smtClean="0"/>
              <a:t>2026</a:t>
            </a:fld>
            <a:endParaRPr lang="en-US"/>
          </a:p>
        </p:txBody>
      </p:sp>
      <p:sp>
        <p:nvSpPr>
          <p:cNvPr id="8" name="Footer Placeholder 7">
            <a:extLst>
              <a:ext uri="{FF2B5EF4-FFF2-40B4-BE49-F238E27FC236}">
                <a16:creationId xmlns:a16="http://schemas.microsoft.com/office/drawing/2014/main" id="{59D9042D-6A38-4BB0-9C68-8B691AEB356C}"/>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Slalom. All Rights Reserved. Proprietary and Confidential.</a:t>
            </a:r>
          </a:p>
        </p:txBody>
      </p:sp>
      <p:sp>
        <p:nvSpPr>
          <p:cNvPr id="9" name="Slide Number Placeholder 8">
            <a:extLst>
              <a:ext uri="{FF2B5EF4-FFF2-40B4-BE49-F238E27FC236}">
                <a16:creationId xmlns:a16="http://schemas.microsoft.com/office/drawing/2014/main" id="{87C00F53-14B3-42D2-97CB-017D015B001D}"/>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tx1"/>
                </a:solidFill>
              </a:defRPr>
            </a:lvl1pPr>
          </a:lstStyle>
          <a:p>
            <a:fld id="{B2643E34-DC33-45ED-8E33-EC0D5991E9A4}" type="slidenum">
              <a:rPr lang="en-US" smtClean="0"/>
              <a:pPr/>
              <a:t>‹#›</a:t>
            </a:fld>
            <a:endParaRPr lang="en-US"/>
          </a:p>
        </p:txBody>
      </p:sp>
      <p:pic>
        <p:nvPicPr>
          <p:cNvPr id="2" name="Picture 9">
            <a:extLst>
              <a:ext uri="{FF2B5EF4-FFF2-40B4-BE49-F238E27FC236}">
                <a16:creationId xmlns:a16="http://schemas.microsoft.com/office/drawing/2014/main" id="{BB1E46AE-9929-DF1E-3349-716244BD62E8}"/>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428626" y="4854090"/>
            <a:ext cx="421925" cy="109388"/>
          </a:xfrm>
          <a:prstGeom prst="rect">
            <a:avLst/>
          </a:prstGeom>
        </p:spPr>
      </p:pic>
      <p:sp>
        <p:nvSpPr>
          <p:cNvPr id="3" name="Footer Placeholder 3">
            <a:extLst>
              <a:ext uri="{FF2B5EF4-FFF2-40B4-BE49-F238E27FC236}">
                <a16:creationId xmlns:a16="http://schemas.microsoft.com/office/drawing/2014/main" id="{879FECB6-62BE-FB89-8C3B-6CDBAA4FF694}"/>
              </a:ext>
              <a:ext uri="{C183D7F6-B498-43B3-948B-1728B52AA6E4}">
                <adec:decorative xmlns:adec="http://schemas.microsoft.com/office/drawing/2017/decorative" val="1"/>
              </a:ext>
            </a:extLst>
          </p:cNvPr>
          <p:cNvSpPr txBox="1">
            <a:spLocks/>
          </p:cNvSpPr>
          <p:nvPr userDrawn="1"/>
        </p:nvSpPr>
        <p:spPr>
          <a:xfrm>
            <a:off x="974781" y="4877753"/>
            <a:ext cx="74315" cy="10287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600">
                <a:solidFill>
                  <a:schemeClr val="tx1"/>
                </a:solidFill>
              </a:rPr>
              <a:t>©</a:t>
            </a:r>
          </a:p>
        </p:txBody>
      </p:sp>
    </p:spTree>
    <p:extLst>
      <p:ext uri="{BB962C8B-B14F-4D97-AF65-F5344CB8AC3E}">
        <p14:creationId xmlns:p14="http://schemas.microsoft.com/office/powerpoint/2010/main" val="2114808564"/>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Pictur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0DE460B-8492-496E-B905-F2014225D6A2}"/>
              </a:ext>
              <a:ext uri="{C183D7F6-B498-43B3-948B-1728B52AA6E4}">
                <adec:decorative xmlns:adec="http://schemas.microsoft.com/office/drawing/2017/decorative" val="0"/>
              </a:ext>
            </a:extLst>
          </p:cNvPr>
          <p:cNvSpPr>
            <a:spLocks noGrp="1"/>
          </p:cNvSpPr>
          <p:nvPr>
            <p:ph type="pic" idx="1"/>
          </p:nvPr>
        </p:nvSpPr>
        <p:spPr>
          <a:xfrm>
            <a:off x="1143" y="0"/>
            <a:ext cx="9142857" cy="5143500"/>
          </a:xfrm>
        </p:spPr>
        <p:txBody>
          <a:bodyPr/>
          <a:lstStyle>
            <a:lvl1pPr marL="0" indent="0" algn="r">
              <a:buNone/>
              <a:defRPr sz="135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5" name="Title 4">
            <a:extLst>
              <a:ext uri="{FF2B5EF4-FFF2-40B4-BE49-F238E27FC236}">
                <a16:creationId xmlns:a16="http://schemas.microsoft.com/office/drawing/2014/main" id="{AD5942FC-23BA-B387-C59E-F125CE318EC6}"/>
              </a:ext>
            </a:extLst>
          </p:cNvPr>
          <p:cNvSpPr>
            <a:spLocks noGrp="1"/>
          </p:cNvSpPr>
          <p:nvPr>
            <p:ph type="title"/>
          </p:nvPr>
        </p:nvSpPr>
        <p:spPr>
          <a:xfrm>
            <a:off x="428625" y="428625"/>
            <a:ext cx="2647950" cy="2143125"/>
          </a:xfrm>
        </p:spPr>
        <p:txBody>
          <a:bodyPr/>
          <a:lstStyle>
            <a:lvl1pPr>
              <a:defRPr sz="4050"/>
            </a:lvl1pPr>
          </a:lstStyle>
          <a:p>
            <a:r>
              <a:rPr lang="en-US"/>
              <a:t>Click to edit Master title style</a:t>
            </a:r>
          </a:p>
        </p:txBody>
      </p:sp>
      <p:sp>
        <p:nvSpPr>
          <p:cNvPr id="10" name="Text Placeholder 11">
            <a:extLst>
              <a:ext uri="{FF2B5EF4-FFF2-40B4-BE49-F238E27FC236}">
                <a16:creationId xmlns:a16="http://schemas.microsoft.com/office/drawing/2014/main" id="{5DA49D23-12E6-9B2C-2FA3-23A5E9401889}"/>
              </a:ext>
            </a:extLst>
          </p:cNvPr>
          <p:cNvSpPr>
            <a:spLocks noGrp="1"/>
          </p:cNvSpPr>
          <p:nvPr>
            <p:ph type="body" sz="quarter" idx="20"/>
          </p:nvPr>
        </p:nvSpPr>
        <p:spPr>
          <a:xfrm>
            <a:off x="428626" y="3086100"/>
            <a:ext cx="2647950" cy="1028700"/>
          </a:xfrm>
        </p:spPr>
        <p:txBody>
          <a:bodyPr/>
          <a:lstStyle>
            <a:lvl1pPr marL="0" indent="0">
              <a:lnSpc>
                <a:spcPct val="90000"/>
              </a:lnSpc>
              <a:buNone/>
              <a:defRPr sz="1650"/>
            </a:lvl1pPr>
            <a:lvl2pPr marL="170259" indent="0">
              <a:buNone/>
              <a:defRPr/>
            </a:lvl2pPr>
            <a:lvl3pPr marL="345281" indent="0">
              <a:buNone/>
              <a:defRPr/>
            </a:lvl3pPr>
            <a:lvl4pPr marL="469106" indent="0">
              <a:buNone/>
              <a:defRPr/>
            </a:lvl4pPr>
            <a:lvl5pPr marL="598885" indent="0">
              <a:buNone/>
              <a:defRPr/>
            </a:lvl5pPr>
          </a:lstStyle>
          <a:p>
            <a:pPr lvl="0"/>
            <a:r>
              <a:rPr lang="en-US"/>
              <a:t>Click to edit Master text styles</a:t>
            </a:r>
          </a:p>
        </p:txBody>
      </p:sp>
      <p:sp>
        <p:nvSpPr>
          <p:cNvPr id="2" name="Date Placeholder 1">
            <a:extLst>
              <a:ext uri="{FF2B5EF4-FFF2-40B4-BE49-F238E27FC236}">
                <a16:creationId xmlns:a16="http://schemas.microsoft.com/office/drawing/2014/main" id="{DBEB2FE4-B8E6-4397-B43C-A951254865D3}"/>
              </a:ext>
              <a:ext uri="{C183D7F6-B498-43B3-948B-1728B52AA6E4}">
                <adec:decorative xmlns:adec="http://schemas.microsoft.com/office/drawing/2017/decorative" val="1"/>
              </a:ext>
            </a:extLst>
          </p:cNvPr>
          <p:cNvSpPr>
            <a:spLocks noGrp="1"/>
          </p:cNvSpPr>
          <p:nvPr>
            <p:ph type="dt" sz="half" idx="10"/>
          </p:nvPr>
        </p:nvSpPr>
        <p:spPr>
          <a:xfrm>
            <a:off x="1035558" y="4877753"/>
            <a:ext cx="191983" cy="102870"/>
          </a:xfrm>
        </p:spPr>
        <p:txBody>
          <a:bodyPr/>
          <a:lstStyle>
            <a:lvl1pPr>
              <a:defRPr>
                <a:solidFill>
                  <a:schemeClr val="tx2"/>
                </a:solidFill>
              </a:defRPr>
            </a:lvl1pPr>
          </a:lstStyle>
          <a:p>
            <a:fld id="{ACEE45C4-16CC-4860-B21C-588F11E490F7}" type="datetimeyyyy">
              <a:rPr lang="en-US" smtClean="0"/>
              <a:t>2026</a:t>
            </a:fld>
            <a:endParaRPr lang="en-US"/>
          </a:p>
        </p:txBody>
      </p:sp>
      <p:sp>
        <p:nvSpPr>
          <p:cNvPr id="4" name="Footer Placeholder 3">
            <a:extLst>
              <a:ext uri="{FF2B5EF4-FFF2-40B4-BE49-F238E27FC236}">
                <a16:creationId xmlns:a16="http://schemas.microsoft.com/office/drawing/2014/main" id="{93A581C9-28B8-425E-BDF8-FDE4555EF626}"/>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2"/>
                </a:solidFill>
              </a:defRPr>
            </a:lvl1pPr>
          </a:lstStyle>
          <a:p>
            <a:r>
              <a:rPr lang="en-US"/>
              <a:t>Slalom. All Rights Reserved. Proprietary and Confidential.</a:t>
            </a:r>
          </a:p>
        </p:txBody>
      </p:sp>
      <p:sp>
        <p:nvSpPr>
          <p:cNvPr id="8" name="Slide Number Placeholder 7">
            <a:extLst>
              <a:ext uri="{FF2B5EF4-FFF2-40B4-BE49-F238E27FC236}">
                <a16:creationId xmlns:a16="http://schemas.microsoft.com/office/drawing/2014/main" id="{71C5BAEF-23A3-460A-8B57-7064A775252E}"/>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tx2"/>
                </a:solidFill>
              </a:defRPr>
            </a:lvl1pPr>
          </a:lstStyle>
          <a:p>
            <a:fld id="{B2643E34-DC33-45ED-8E33-EC0D5991E9A4}" type="slidenum">
              <a:rPr lang="en-US" smtClean="0"/>
              <a:pPr/>
              <a:t>‹#›</a:t>
            </a:fld>
            <a:endParaRPr lang="en-US"/>
          </a:p>
        </p:txBody>
      </p:sp>
      <p:sp>
        <p:nvSpPr>
          <p:cNvPr id="6" name="Rectangle 5">
            <a:extLst>
              <a:ext uri="{FF2B5EF4-FFF2-40B4-BE49-F238E27FC236}">
                <a16:creationId xmlns:a16="http://schemas.microsoft.com/office/drawing/2014/main" id="{6AFFC056-C7C7-B718-1172-80D3CD421331}"/>
              </a:ext>
              <a:ext uri="{C183D7F6-B498-43B3-948B-1728B52AA6E4}">
                <adec:decorative xmlns:adec="http://schemas.microsoft.com/office/drawing/2017/decorative" val="1"/>
              </a:ext>
            </a:extLst>
          </p:cNvPr>
          <p:cNvSpPr/>
          <p:nvPr userDrawn="1"/>
        </p:nvSpPr>
        <p:spPr>
          <a:xfrm>
            <a:off x="9332989" y="0"/>
            <a:ext cx="2308073" cy="51434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8580" rtlCol="0" anchor="t"/>
          <a:lstStyle/>
          <a:p>
            <a:pPr>
              <a:spcBef>
                <a:spcPts val="900"/>
              </a:spcBef>
            </a:pPr>
            <a:r>
              <a:rPr lang="en-US" sz="750" b="1" cap="all">
                <a:solidFill>
                  <a:schemeClr val="bg1"/>
                </a:solidFill>
              </a:rPr>
              <a:t>IMAGE Layout INSTRUCTIONS</a:t>
            </a:r>
          </a:p>
          <a:p>
            <a:pPr marL="130969" indent="-130969">
              <a:spcBef>
                <a:spcPts val="900"/>
              </a:spcBef>
              <a:buFont typeface="Avenir Next LT Pro" panose="020B0504020202020204" pitchFamily="34" charset="0"/>
              <a:buChar char="•"/>
            </a:pPr>
            <a:r>
              <a:rPr lang="en-US" sz="750">
                <a:solidFill>
                  <a:schemeClr val="bg1"/>
                </a:solidFill>
              </a:rPr>
              <a:t>Click the image icon. </a:t>
            </a:r>
            <a:br>
              <a:rPr lang="en-US" sz="750">
                <a:solidFill>
                  <a:schemeClr val="bg1"/>
                </a:solidFill>
              </a:rPr>
            </a:br>
            <a:r>
              <a:rPr lang="en-US" sz="750">
                <a:solidFill>
                  <a:schemeClr val="bg1"/>
                </a:solidFill>
              </a:rPr>
              <a:t>Find and insert your image. </a:t>
            </a:r>
          </a:p>
          <a:p>
            <a:pPr marL="130969" indent="-130969">
              <a:spcBef>
                <a:spcPts val="900"/>
              </a:spcBef>
              <a:buFont typeface="Avenir Next LT Pro" panose="020B0504020202020204" pitchFamily="34" charset="0"/>
              <a:buChar char="•"/>
            </a:pPr>
            <a:r>
              <a:rPr lang="en-US" sz="750">
                <a:solidFill>
                  <a:schemeClr val="bg1"/>
                </a:solidFill>
              </a:rPr>
              <a:t>The Slalom logo, copyright symbol, date and footer text should be easy to read over your image. If it is hard to see, select the logo and </a:t>
            </a:r>
            <a:br>
              <a:rPr lang="en-US" sz="750">
                <a:solidFill>
                  <a:schemeClr val="bg1"/>
                </a:solidFill>
              </a:rPr>
            </a:br>
            <a:r>
              <a:rPr lang="en-US" sz="750">
                <a:solidFill>
                  <a:schemeClr val="bg1"/>
                </a:solidFill>
              </a:rPr>
              <a:t>change the color fill.</a:t>
            </a:r>
          </a:p>
          <a:p>
            <a:pPr marL="130969" indent="-130969">
              <a:spcBef>
                <a:spcPts val="900"/>
              </a:spcBef>
              <a:buFont typeface="Avenir Next LT Pro" panose="020B0504020202020204" pitchFamily="34" charset="0"/>
              <a:buChar char="•"/>
            </a:pPr>
            <a:r>
              <a:rPr lang="en-US" sz="750">
                <a:solidFill>
                  <a:schemeClr val="bg1"/>
                </a:solidFill>
              </a:rPr>
              <a:t>The logo should always be either </a:t>
            </a:r>
            <a:br>
              <a:rPr lang="en-US" sz="750">
                <a:solidFill>
                  <a:schemeClr val="bg1"/>
                </a:solidFill>
              </a:rPr>
            </a:br>
            <a:r>
              <a:rPr lang="en-US" sz="750">
                <a:solidFill>
                  <a:schemeClr val="bg1"/>
                </a:solidFill>
              </a:rPr>
              <a:t>Dark Gray, Text 1, White, Background 1 </a:t>
            </a:r>
            <a:br>
              <a:rPr lang="en-US" sz="750">
                <a:solidFill>
                  <a:schemeClr val="bg1"/>
                </a:solidFill>
              </a:rPr>
            </a:br>
            <a:r>
              <a:rPr lang="en-US" sz="750">
                <a:solidFill>
                  <a:schemeClr val="bg1"/>
                </a:solidFill>
              </a:rPr>
              <a:t>or Blue, Accent 1.</a:t>
            </a:r>
          </a:p>
          <a:p>
            <a:pPr marL="130969" indent="-130969">
              <a:spcBef>
                <a:spcPts val="900"/>
              </a:spcBef>
              <a:buFont typeface="Avenir Next LT Pro" panose="020B0504020202020204" pitchFamily="34" charset="0"/>
              <a:buChar char="•"/>
            </a:pPr>
            <a:r>
              <a:rPr lang="en-US" sz="750">
                <a:solidFill>
                  <a:schemeClr val="bg1"/>
                </a:solidFill>
              </a:rPr>
              <a:t>The copyright symbol, date and footer text should always be either White, Background 1 or Gray, Text 2.</a:t>
            </a:r>
          </a:p>
        </p:txBody>
      </p:sp>
      <p:sp>
        <p:nvSpPr>
          <p:cNvPr id="11" name="Text Placeholder 28">
            <a:extLst>
              <a:ext uri="{FF2B5EF4-FFF2-40B4-BE49-F238E27FC236}">
                <a16:creationId xmlns:a16="http://schemas.microsoft.com/office/drawing/2014/main" id="{02CC2885-3797-8372-6B64-6C12785E4E35}"/>
              </a:ext>
              <a:ext uri="{C183D7F6-B498-43B3-948B-1728B52AA6E4}">
                <adec:decorative xmlns:adec="http://schemas.microsoft.com/office/drawing/2017/decorative" val="1"/>
              </a:ext>
            </a:extLst>
          </p:cNvPr>
          <p:cNvSpPr>
            <a:spLocks noGrp="1" noChangeAspect="1"/>
          </p:cNvSpPr>
          <p:nvPr>
            <p:ph type="body" sz="quarter" idx="21"/>
          </p:nvPr>
        </p:nvSpPr>
        <p:spPr>
          <a:xfrm>
            <a:off x="427156" y="4855464"/>
            <a:ext cx="423236" cy="109728"/>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accent1"/>
          </a:solidFill>
        </p:spPr>
        <p:txBody>
          <a:bodyPr wrap="square">
            <a:noAutofit/>
          </a:bodyPr>
          <a:lstStyle>
            <a:lvl1pPr marL="0" indent="0">
              <a:buNone/>
              <a:defRPr sz="300">
                <a:noFill/>
              </a:defRPr>
            </a:lvl1pPr>
            <a:lvl2pPr marL="170259" indent="0">
              <a:buNone/>
              <a:defRPr sz="450"/>
            </a:lvl2pPr>
            <a:lvl3pPr marL="345281" indent="0">
              <a:buNone/>
              <a:defRPr sz="450"/>
            </a:lvl3pPr>
            <a:lvl4pPr marL="469106" indent="0">
              <a:buNone/>
              <a:defRPr sz="450"/>
            </a:lvl4pPr>
            <a:lvl5pPr marL="598885" indent="0">
              <a:buNone/>
              <a:defRPr sz="450"/>
            </a:lvl5pPr>
          </a:lstStyle>
          <a:p>
            <a:pPr lvl="0"/>
            <a:r>
              <a:rPr lang="en-US"/>
              <a:t>Click to edit Master text styles</a:t>
            </a:r>
          </a:p>
        </p:txBody>
      </p:sp>
      <p:sp>
        <p:nvSpPr>
          <p:cNvPr id="13" name="Text Placeholder 12">
            <a:extLst>
              <a:ext uri="{FF2B5EF4-FFF2-40B4-BE49-F238E27FC236}">
                <a16:creationId xmlns:a16="http://schemas.microsoft.com/office/drawing/2014/main" id="{73286862-F721-844E-EC7F-D03976B2436C}"/>
              </a:ext>
            </a:extLst>
          </p:cNvPr>
          <p:cNvSpPr>
            <a:spLocks noGrp="1"/>
          </p:cNvSpPr>
          <p:nvPr>
            <p:ph type="body" sz="quarter" idx="22"/>
          </p:nvPr>
        </p:nvSpPr>
        <p:spPr>
          <a:xfrm>
            <a:off x="973836" y="4904824"/>
            <a:ext cx="59703" cy="59089"/>
          </a:xfrm>
          <a:custGeom>
            <a:avLst/>
            <a:gdLst>
              <a:gd name="connsiteX0" fmla="*/ 40876 w 79604"/>
              <a:gd name="connsiteY0" fmla="*/ 15295 h 78785"/>
              <a:gd name="connsiteX1" fmla="*/ 50545 w 79604"/>
              <a:gd name="connsiteY1" fmla="*/ 17495 h 78785"/>
              <a:gd name="connsiteX2" fmla="*/ 57810 w 79604"/>
              <a:gd name="connsiteY2" fmla="*/ 23583 h 78785"/>
              <a:gd name="connsiteX3" fmla="*/ 52387 w 79604"/>
              <a:gd name="connsiteY3" fmla="*/ 27778 h 78785"/>
              <a:gd name="connsiteX4" fmla="*/ 47808 w 79604"/>
              <a:gd name="connsiteY4" fmla="*/ 23532 h 78785"/>
              <a:gd name="connsiteX5" fmla="*/ 41081 w 79604"/>
              <a:gd name="connsiteY5" fmla="*/ 21588 h 78785"/>
              <a:gd name="connsiteX6" fmla="*/ 34098 w 79604"/>
              <a:gd name="connsiteY6" fmla="*/ 22995 h 78785"/>
              <a:gd name="connsiteX7" fmla="*/ 28854 w 79604"/>
              <a:gd name="connsiteY7" fmla="*/ 26806 h 78785"/>
              <a:gd name="connsiteX8" fmla="*/ 25554 w 79604"/>
              <a:gd name="connsiteY8" fmla="*/ 32306 h 78785"/>
              <a:gd name="connsiteX9" fmla="*/ 24403 w 79604"/>
              <a:gd name="connsiteY9" fmla="*/ 38880 h 78785"/>
              <a:gd name="connsiteX10" fmla="*/ 25503 w 79604"/>
              <a:gd name="connsiteY10" fmla="*/ 45454 h 78785"/>
              <a:gd name="connsiteX11" fmla="*/ 28751 w 79604"/>
              <a:gd name="connsiteY11" fmla="*/ 51005 h 78785"/>
              <a:gd name="connsiteX12" fmla="*/ 33944 w 79604"/>
              <a:gd name="connsiteY12" fmla="*/ 54842 h 78785"/>
              <a:gd name="connsiteX13" fmla="*/ 40876 w 79604"/>
              <a:gd name="connsiteY13" fmla="*/ 56274 h 78785"/>
              <a:gd name="connsiteX14" fmla="*/ 47450 w 79604"/>
              <a:gd name="connsiteY14" fmla="*/ 54688 h 78785"/>
              <a:gd name="connsiteX15" fmla="*/ 53206 w 79604"/>
              <a:gd name="connsiteY15" fmla="*/ 49470 h 78785"/>
              <a:gd name="connsiteX16" fmla="*/ 58680 w 79604"/>
              <a:gd name="connsiteY16" fmla="*/ 53000 h 78785"/>
              <a:gd name="connsiteX17" fmla="*/ 51671 w 79604"/>
              <a:gd name="connsiteY17" fmla="*/ 59727 h 78785"/>
              <a:gd name="connsiteX18" fmla="*/ 40876 w 79604"/>
              <a:gd name="connsiteY18" fmla="*/ 62567 h 78785"/>
              <a:gd name="connsiteX19" fmla="*/ 31360 w 79604"/>
              <a:gd name="connsiteY19" fmla="*/ 60776 h 78785"/>
              <a:gd name="connsiteX20" fmla="*/ 23866 w 79604"/>
              <a:gd name="connsiteY20" fmla="*/ 55839 h 78785"/>
              <a:gd name="connsiteX21" fmla="*/ 18954 w 79604"/>
              <a:gd name="connsiteY21" fmla="*/ 48344 h 78785"/>
              <a:gd name="connsiteX22" fmla="*/ 17189 w 79604"/>
              <a:gd name="connsiteY22" fmla="*/ 38880 h 78785"/>
              <a:gd name="connsiteX23" fmla="*/ 18954 w 79604"/>
              <a:gd name="connsiteY23" fmla="*/ 29415 h 78785"/>
              <a:gd name="connsiteX24" fmla="*/ 23866 w 79604"/>
              <a:gd name="connsiteY24" fmla="*/ 21997 h 78785"/>
              <a:gd name="connsiteX25" fmla="*/ 31360 w 79604"/>
              <a:gd name="connsiteY25" fmla="*/ 17086 h 78785"/>
              <a:gd name="connsiteX26" fmla="*/ 40876 w 79604"/>
              <a:gd name="connsiteY26" fmla="*/ 15295 h 78785"/>
              <a:gd name="connsiteX27" fmla="*/ 39904 w 79604"/>
              <a:gd name="connsiteY27" fmla="*/ 5883 h 78785"/>
              <a:gd name="connsiteX28" fmla="*/ 26858 w 79604"/>
              <a:gd name="connsiteY28" fmla="*/ 8543 h 78785"/>
              <a:gd name="connsiteX29" fmla="*/ 16166 w 79604"/>
              <a:gd name="connsiteY29" fmla="*/ 15757 h 78785"/>
              <a:gd name="connsiteX30" fmla="*/ 8953 w 79604"/>
              <a:gd name="connsiteY30" fmla="*/ 26449 h 78785"/>
              <a:gd name="connsiteX31" fmla="*/ 6292 w 79604"/>
              <a:gd name="connsiteY31" fmla="*/ 39495 h 78785"/>
              <a:gd name="connsiteX32" fmla="*/ 8953 w 79604"/>
              <a:gd name="connsiteY32" fmla="*/ 52489 h 78785"/>
              <a:gd name="connsiteX33" fmla="*/ 16166 w 79604"/>
              <a:gd name="connsiteY33" fmla="*/ 63131 h 78785"/>
              <a:gd name="connsiteX34" fmla="*/ 26858 w 79604"/>
              <a:gd name="connsiteY34" fmla="*/ 70293 h 78785"/>
              <a:gd name="connsiteX35" fmla="*/ 39904 w 79604"/>
              <a:gd name="connsiteY35" fmla="*/ 72902 h 78785"/>
              <a:gd name="connsiteX36" fmla="*/ 52899 w 79604"/>
              <a:gd name="connsiteY36" fmla="*/ 70293 h 78785"/>
              <a:gd name="connsiteX37" fmla="*/ 63540 w 79604"/>
              <a:gd name="connsiteY37" fmla="*/ 63131 h 78785"/>
              <a:gd name="connsiteX38" fmla="*/ 70728 w 79604"/>
              <a:gd name="connsiteY38" fmla="*/ 52489 h 78785"/>
              <a:gd name="connsiteX39" fmla="*/ 73363 w 79604"/>
              <a:gd name="connsiteY39" fmla="*/ 39495 h 78785"/>
              <a:gd name="connsiteX40" fmla="*/ 70728 w 79604"/>
              <a:gd name="connsiteY40" fmla="*/ 26449 h 78785"/>
              <a:gd name="connsiteX41" fmla="*/ 63540 w 79604"/>
              <a:gd name="connsiteY41" fmla="*/ 15757 h 78785"/>
              <a:gd name="connsiteX42" fmla="*/ 52899 w 79604"/>
              <a:gd name="connsiteY42" fmla="*/ 8543 h 78785"/>
              <a:gd name="connsiteX43" fmla="*/ 39904 w 79604"/>
              <a:gd name="connsiteY43" fmla="*/ 5883 h 78785"/>
              <a:gd name="connsiteX44" fmla="*/ 39904 w 79604"/>
              <a:gd name="connsiteY44" fmla="*/ 0 h 78785"/>
              <a:gd name="connsiteX45" fmla="*/ 55329 w 79604"/>
              <a:gd name="connsiteY45" fmla="*/ 3095 h 78785"/>
              <a:gd name="connsiteX46" fmla="*/ 67965 w 79604"/>
              <a:gd name="connsiteY46" fmla="*/ 11536 h 78785"/>
              <a:gd name="connsiteX47" fmla="*/ 76483 w 79604"/>
              <a:gd name="connsiteY47" fmla="*/ 24045 h 78785"/>
              <a:gd name="connsiteX48" fmla="*/ 79604 w 79604"/>
              <a:gd name="connsiteY48" fmla="*/ 39495 h 78785"/>
              <a:gd name="connsiteX49" fmla="*/ 76483 w 79604"/>
              <a:gd name="connsiteY49" fmla="*/ 54843 h 78785"/>
              <a:gd name="connsiteX50" fmla="*/ 67965 w 79604"/>
              <a:gd name="connsiteY50" fmla="*/ 67351 h 78785"/>
              <a:gd name="connsiteX51" fmla="*/ 55329 w 79604"/>
              <a:gd name="connsiteY51" fmla="*/ 75741 h 78785"/>
              <a:gd name="connsiteX52" fmla="*/ 39904 w 79604"/>
              <a:gd name="connsiteY52" fmla="*/ 78785 h 78785"/>
              <a:gd name="connsiteX53" fmla="*/ 24352 w 79604"/>
              <a:gd name="connsiteY53" fmla="*/ 75741 h 78785"/>
              <a:gd name="connsiteX54" fmla="*/ 11690 w 79604"/>
              <a:gd name="connsiteY54" fmla="*/ 67351 h 78785"/>
              <a:gd name="connsiteX55" fmla="*/ 3146 w 79604"/>
              <a:gd name="connsiteY55" fmla="*/ 54843 h 78785"/>
              <a:gd name="connsiteX56" fmla="*/ 0 w 79604"/>
              <a:gd name="connsiteY56" fmla="*/ 39495 h 78785"/>
              <a:gd name="connsiteX57" fmla="*/ 3146 w 79604"/>
              <a:gd name="connsiteY57" fmla="*/ 24045 h 78785"/>
              <a:gd name="connsiteX58" fmla="*/ 11690 w 79604"/>
              <a:gd name="connsiteY58" fmla="*/ 11536 h 78785"/>
              <a:gd name="connsiteX59" fmla="*/ 24352 w 79604"/>
              <a:gd name="connsiteY59" fmla="*/ 3095 h 78785"/>
              <a:gd name="connsiteX60" fmla="*/ 39904 w 79604"/>
              <a:gd name="connsiteY60" fmla="*/ 0 h 78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79604" h="78785">
                <a:moveTo>
                  <a:pt x="40876" y="15295"/>
                </a:moveTo>
                <a:cubicBezTo>
                  <a:pt x="44219" y="15295"/>
                  <a:pt x="47442" y="16029"/>
                  <a:pt x="50545" y="17495"/>
                </a:cubicBezTo>
                <a:cubicBezTo>
                  <a:pt x="53649" y="18962"/>
                  <a:pt x="56071" y="20991"/>
                  <a:pt x="57810" y="23583"/>
                </a:cubicBezTo>
                <a:lnTo>
                  <a:pt x="52387" y="27778"/>
                </a:lnTo>
                <a:cubicBezTo>
                  <a:pt x="51398" y="26243"/>
                  <a:pt x="49872" y="24828"/>
                  <a:pt x="47808" y="23532"/>
                </a:cubicBezTo>
                <a:cubicBezTo>
                  <a:pt x="45745" y="22236"/>
                  <a:pt x="43502" y="21588"/>
                  <a:pt x="41081" y="21588"/>
                </a:cubicBezTo>
                <a:cubicBezTo>
                  <a:pt x="38489" y="21588"/>
                  <a:pt x="36161" y="22057"/>
                  <a:pt x="34098" y="22995"/>
                </a:cubicBezTo>
                <a:cubicBezTo>
                  <a:pt x="32034" y="23933"/>
                  <a:pt x="30286" y="25203"/>
                  <a:pt x="28854" y="26806"/>
                </a:cubicBezTo>
                <a:cubicBezTo>
                  <a:pt x="27421" y="28409"/>
                  <a:pt x="26321" y="30242"/>
                  <a:pt x="25554" y="32306"/>
                </a:cubicBezTo>
                <a:cubicBezTo>
                  <a:pt x="24786" y="34369"/>
                  <a:pt x="24403" y="36561"/>
                  <a:pt x="24403" y="38880"/>
                </a:cubicBezTo>
                <a:cubicBezTo>
                  <a:pt x="24403" y="41165"/>
                  <a:pt x="24769" y="43356"/>
                  <a:pt x="25503" y="45454"/>
                </a:cubicBezTo>
                <a:cubicBezTo>
                  <a:pt x="26236" y="47551"/>
                  <a:pt x="27319" y="49402"/>
                  <a:pt x="28751" y="51005"/>
                </a:cubicBezTo>
                <a:cubicBezTo>
                  <a:pt x="30184" y="52608"/>
                  <a:pt x="31915" y="53887"/>
                  <a:pt x="33944" y="54842"/>
                </a:cubicBezTo>
                <a:cubicBezTo>
                  <a:pt x="35973" y="55797"/>
                  <a:pt x="38284" y="56274"/>
                  <a:pt x="40876" y="56274"/>
                </a:cubicBezTo>
                <a:cubicBezTo>
                  <a:pt x="43093" y="56274"/>
                  <a:pt x="45284" y="55746"/>
                  <a:pt x="47450" y="54688"/>
                </a:cubicBezTo>
                <a:cubicBezTo>
                  <a:pt x="49616" y="53631"/>
                  <a:pt x="51534" y="51891"/>
                  <a:pt x="53206" y="49470"/>
                </a:cubicBezTo>
                <a:lnTo>
                  <a:pt x="58680" y="53000"/>
                </a:lnTo>
                <a:cubicBezTo>
                  <a:pt x="57009" y="55592"/>
                  <a:pt x="54672" y="57835"/>
                  <a:pt x="51671" y="59727"/>
                </a:cubicBezTo>
                <a:cubicBezTo>
                  <a:pt x="48670" y="61620"/>
                  <a:pt x="45071" y="62567"/>
                  <a:pt x="40876" y="62567"/>
                </a:cubicBezTo>
                <a:cubicBezTo>
                  <a:pt x="37431" y="62567"/>
                  <a:pt x="34260" y="61970"/>
                  <a:pt x="31360" y="60776"/>
                </a:cubicBezTo>
                <a:cubicBezTo>
                  <a:pt x="28461" y="59583"/>
                  <a:pt x="25963" y="57937"/>
                  <a:pt x="23866" y="55839"/>
                </a:cubicBezTo>
                <a:cubicBezTo>
                  <a:pt x="21768" y="53742"/>
                  <a:pt x="20131" y="51243"/>
                  <a:pt x="18954" y="48344"/>
                </a:cubicBezTo>
                <a:cubicBezTo>
                  <a:pt x="17778" y="45445"/>
                  <a:pt x="17189" y="42291"/>
                  <a:pt x="17189" y="38880"/>
                </a:cubicBezTo>
                <a:cubicBezTo>
                  <a:pt x="17189" y="35435"/>
                  <a:pt x="17778" y="32280"/>
                  <a:pt x="18954" y="29415"/>
                </a:cubicBezTo>
                <a:cubicBezTo>
                  <a:pt x="20131" y="26550"/>
                  <a:pt x="21768" y="24078"/>
                  <a:pt x="23866" y="21997"/>
                </a:cubicBezTo>
                <a:cubicBezTo>
                  <a:pt x="25963" y="19917"/>
                  <a:pt x="28461" y="18280"/>
                  <a:pt x="31360" y="17086"/>
                </a:cubicBezTo>
                <a:cubicBezTo>
                  <a:pt x="34260" y="15892"/>
                  <a:pt x="37431" y="15295"/>
                  <a:pt x="40876" y="15295"/>
                </a:cubicBezTo>
                <a:close/>
                <a:moveTo>
                  <a:pt x="39904" y="5883"/>
                </a:moveTo>
                <a:cubicBezTo>
                  <a:pt x="35300" y="5883"/>
                  <a:pt x="30951" y="6770"/>
                  <a:pt x="26858" y="8543"/>
                </a:cubicBezTo>
                <a:cubicBezTo>
                  <a:pt x="22766" y="10317"/>
                  <a:pt x="19202" y="12721"/>
                  <a:pt x="16166" y="15757"/>
                </a:cubicBezTo>
                <a:cubicBezTo>
                  <a:pt x="13131" y="18792"/>
                  <a:pt x="10726" y="22356"/>
                  <a:pt x="8953" y="26449"/>
                </a:cubicBezTo>
                <a:cubicBezTo>
                  <a:pt x="7179" y="30542"/>
                  <a:pt x="6292" y="34890"/>
                  <a:pt x="6292" y="39495"/>
                </a:cubicBezTo>
                <a:cubicBezTo>
                  <a:pt x="6292" y="44099"/>
                  <a:pt x="7179" y="48431"/>
                  <a:pt x="8953" y="52489"/>
                </a:cubicBezTo>
                <a:cubicBezTo>
                  <a:pt x="10726" y="56548"/>
                  <a:pt x="13131" y="60095"/>
                  <a:pt x="16166" y="63131"/>
                </a:cubicBezTo>
                <a:cubicBezTo>
                  <a:pt x="19202" y="66166"/>
                  <a:pt x="22766" y="68554"/>
                  <a:pt x="26858" y="70293"/>
                </a:cubicBezTo>
                <a:cubicBezTo>
                  <a:pt x="30951" y="72032"/>
                  <a:pt x="35300" y="72902"/>
                  <a:pt x="39904" y="72902"/>
                </a:cubicBezTo>
                <a:cubicBezTo>
                  <a:pt x="44509" y="72902"/>
                  <a:pt x="48840" y="72032"/>
                  <a:pt x="52899" y="70293"/>
                </a:cubicBezTo>
                <a:cubicBezTo>
                  <a:pt x="56957" y="68554"/>
                  <a:pt x="60504" y="66166"/>
                  <a:pt x="63540" y="63131"/>
                </a:cubicBezTo>
                <a:cubicBezTo>
                  <a:pt x="66575" y="60095"/>
                  <a:pt x="68971" y="56548"/>
                  <a:pt x="70728" y="52489"/>
                </a:cubicBezTo>
                <a:cubicBezTo>
                  <a:pt x="72484" y="48431"/>
                  <a:pt x="73363" y="44099"/>
                  <a:pt x="73363" y="39495"/>
                </a:cubicBezTo>
                <a:cubicBezTo>
                  <a:pt x="73363" y="34890"/>
                  <a:pt x="72484" y="30542"/>
                  <a:pt x="70728" y="26449"/>
                </a:cubicBezTo>
                <a:cubicBezTo>
                  <a:pt x="68971" y="22356"/>
                  <a:pt x="66575" y="18792"/>
                  <a:pt x="63540" y="15757"/>
                </a:cubicBezTo>
                <a:cubicBezTo>
                  <a:pt x="60504" y="12721"/>
                  <a:pt x="56957" y="10317"/>
                  <a:pt x="52899" y="8543"/>
                </a:cubicBezTo>
                <a:cubicBezTo>
                  <a:pt x="48840" y="6770"/>
                  <a:pt x="44509" y="5883"/>
                  <a:pt x="39904" y="5883"/>
                </a:cubicBezTo>
                <a:close/>
                <a:moveTo>
                  <a:pt x="39904" y="0"/>
                </a:moveTo>
                <a:cubicBezTo>
                  <a:pt x="45361" y="0"/>
                  <a:pt x="50503" y="1031"/>
                  <a:pt x="55329" y="3095"/>
                </a:cubicBezTo>
                <a:cubicBezTo>
                  <a:pt x="60155" y="5158"/>
                  <a:pt x="64367" y="7972"/>
                  <a:pt x="67965" y="11536"/>
                </a:cubicBezTo>
                <a:cubicBezTo>
                  <a:pt x="71563" y="15100"/>
                  <a:pt x="74403" y="19270"/>
                  <a:pt x="76483" y="24045"/>
                </a:cubicBezTo>
                <a:cubicBezTo>
                  <a:pt x="78564" y="28819"/>
                  <a:pt x="79604" y="33970"/>
                  <a:pt x="79604" y="39495"/>
                </a:cubicBezTo>
                <a:cubicBezTo>
                  <a:pt x="79604" y="44952"/>
                  <a:pt x="78564" y="50068"/>
                  <a:pt x="76483" y="54843"/>
                </a:cubicBezTo>
                <a:cubicBezTo>
                  <a:pt x="74403" y="59618"/>
                  <a:pt x="71563" y="63787"/>
                  <a:pt x="67965" y="67351"/>
                </a:cubicBezTo>
                <a:cubicBezTo>
                  <a:pt x="64367" y="70915"/>
                  <a:pt x="60155" y="73712"/>
                  <a:pt x="55329" y="75741"/>
                </a:cubicBezTo>
                <a:cubicBezTo>
                  <a:pt x="50503" y="77771"/>
                  <a:pt x="45361" y="78785"/>
                  <a:pt x="39904" y="78785"/>
                </a:cubicBezTo>
                <a:cubicBezTo>
                  <a:pt x="34379" y="78785"/>
                  <a:pt x="29195" y="77771"/>
                  <a:pt x="24352" y="75741"/>
                </a:cubicBezTo>
                <a:cubicBezTo>
                  <a:pt x="19508" y="73712"/>
                  <a:pt x="15288" y="70915"/>
                  <a:pt x="11690" y="67351"/>
                </a:cubicBezTo>
                <a:cubicBezTo>
                  <a:pt x="8091" y="63787"/>
                  <a:pt x="5243" y="59618"/>
                  <a:pt x="3146" y="54843"/>
                </a:cubicBezTo>
                <a:cubicBezTo>
                  <a:pt x="1048" y="50068"/>
                  <a:pt x="0" y="44952"/>
                  <a:pt x="0" y="39495"/>
                </a:cubicBezTo>
                <a:cubicBezTo>
                  <a:pt x="0" y="33970"/>
                  <a:pt x="1048" y="28819"/>
                  <a:pt x="3146" y="24045"/>
                </a:cubicBezTo>
                <a:cubicBezTo>
                  <a:pt x="5243" y="19270"/>
                  <a:pt x="8091" y="15100"/>
                  <a:pt x="11690" y="11536"/>
                </a:cubicBezTo>
                <a:cubicBezTo>
                  <a:pt x="15288" y="7972"/>
                  <a:pt x="19508" y="5158"/>
                  <a:pt x="24352" y="3095"/>
                </a:cubicBezTo>
                <a:cubicBezTo>
                  <a:pt x="29195" y="1031"/>
                  <a:pt x="34379" y="0"/>
                  <a:pt x="39904" y="0"/>
                </a:cubicBezTo>
                <a:close/>
              </a:path>
            </a:pathLst>
          </a:custGeom>
          <a:solidFill>
            <a:schemeClr val="tx2"/>
          </a:solidFill>
        </p:spPr>
        <p:txBody>
          <a:bodyPr wrap="square">
            <a:noAutofit/>
          </a:bodyPr>
          <a:lstStyle>
            <a:lvl1pPr marL="0" indent="0">
              <a:buNone/>
              <a:defRPr sz="100">
                <a:noFill/>
              </a:defRPr>
            </a:lvl1pPr>
            <a:lvl2pPr marL="170259" indent="0">
              <a:buNone/>
              <a:defRPr sz="300"/>
            </a:lvl2pPr>
            <a:lvl3pPr marL="345281" indent="0">
              <a:buNone/>
              <a:defRPr sz="300"/>
            </a:lvl3pPr>
            <a:lvl4pPr marL="469106" indent="0">
              <a:buNone/>
              <a:defRPr sz="300"/>
            </a:lvl4pPr>
            <a:lvl5pPr marL="598885" indent="0">
              <a:buNone/>
              <a:defRPr sz="300"/>
            </a:lvl5pPr>
          </a:lstStyle>
          <a:p>
            <a:pPr lvl="0"/>
            <a:r>
              <a:rPr lang="en-US"/>
              <a:t>Click to edit Master text styles</a:t>
            </a:r>
          </a:p>
        </p:txBody>
      </p:sp>
    </p:spTree>
    <p:extLst>
      <p:ext uri="{BB962C8B-B14F-4D97-AF65-F5344CB8AC3E}">
        <p14:creationId xmlns:p14="http://schemas.microsoft.com/office/powerpoint/2010/main" val="365338304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08D95D8B-6A22-246D-1C90-0F5156F47D99}"/>
              </a:ext>
              <a:ext uri="{C183D7F6-B498-43B3-948B-1728B52AA6E4}">
                <adec:decorative xmlns:adec="http://schemas.microsoft.com/office/drawing/2017/decorative" val="1"/>
              </a:ext>
            </a:extLst>
          </p:cNvPr>
          <p:cNvGrpSpPr/>
          <p:nvPr userDrawn="1"/>
        </p:nvGrpSpPr>
        <p:grpSpPr>
          <a:xfrm>
            <a:off x="9332989" y="0"/>
            <a:ext cx="2308073" cy="5143497"/>
            <a:chOff x="12443985" y="0"/>
            <a:chExt cx="3077430" cy="6857996"/>
          </a:xfrm>
        </p:grpSpPr>
        <p:sp>
          <p:nvSpPr>
            <p:cNvPr id="15" name="Rectangle 14">
              <a:extLst>
                <a:ext uri="{FF2B5EF4-FFF2-40B4-BE49-F238E27FC236}">
                  <a16:creationId xmlns:a16="http://schemas.microsoft.com/office/drawing/2014/main" id="{27966B3D-328B-4FFD-39D2-12ADD60E9083}"/>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900"/>
                </a:spcBef>
              </a:pPr>
              <a:r>
                <a:rPr lang="en-US" sz="750" b="1" cap="all">
                  <a:solidFill>
                    <a:schemeClr val="bg1"/>
                  </a:solidFill>
                </a:rPr>
                <a:t>Shape Layout INSTRUCTIONS</a:t>
              </a:r>
            </a:p>
            <a:p>
              <a:pPr marL="130969" indent="-130969">
                <a:spcBef>
                  <a:spcPts val="900"/>
                </a:spcBef>
                <a:buFont typeface="Avenir Next LT Pro" panose="020B0504020202020204" pitchFamily="34" charset="0"/>
                <a:buChar char="•"/>
              </a:pPr>
              <a:r>
                <a:rPr lang="en-US" sz="750">
                  <a:solidFill>
                    <a:schemeClr val="bg1"/>
                  </a:solidFill>
                </a:rPr>
                <a:t>The colored shape on this layout is intended </a:t>
              </a:r>
              <a:br>
                <a:rPr lang="en-US" sz="750">
                  <a:solidFill>
                    <a:schemeClr val="bg1"/>
                  </a:solidFill>
                </a:rPr>
              </a:br>
              <a:r>
                <a:rPr lang="en-US" sz="750">
                  <a:solidFill>
                    <a:schemeClr val="bg1"/>
                  </a:solidFill>
                </a:rPr>
                <a:t>to add some fun and interest to the slide. </a:t>
              </a:r>
            </a:p>
            <a:p>
              <a:pPr marL="130969" indent="-130969">
                <a:spcBef>
                  <a:spcPts val="900"/>
                </a:spcBef>
                <a:buFont typeface="Avenir Next LT Pro" panose="020B0504020202020204" pitchFamily="34" charset="0"/>
                <a:buChar char="•"/>
              </a:pPr>
              <a:r>
                <a:rPr lang="en-US" sz="750">
                  <a:solidFill>
                    <a:schemeClr val="bg1"/>
                  </a:solidFill>
                </a:rPr>
                <a:t>The shape is optional. Remove it by selecting and hitting delete. </a:t>
              </a:r>
            </a:p>
            <a:p>
              <a:pPr marL="130969" indent="-130969">
                <a:spcBef>
                  <a:spcPts val="900"/>
                </a:spcBef>
                <a:buFont typeface="Avenir Next LT Pro" panose="020B0504020202020204" pitchFamily="34" charset="0"/>
                <a:buChar char="•"/>
              </a:pPr>
              <a:r>
                <a:rPr lang="en-US" sz="750">
                  <a:solidFill>
                    <a:schemeClr val="bg1"/>
                  </a:solidFill>
                </a:rPr>
                <a:t>Change the color by selecting it and </a:t>
              </a:r>
              <a:br>
                <a:rPr lang="en-US" sz="750">
                  <a:solidFill>
                    <a:schemeClr val="bg1"/>
                  </a:solidFill>
                </a:rPr>
              </a:br>
              <a:r>
                <a:rPr lang="en-US" sz="750">
                  <a:solidFill>
                    <a:schemeClr val="bg1"/>
                  </a:solidFill>
                </a:rPr>
                <a:t>choosing a new color from the theme row </a:t>
              </a:r>
              <a:br>
                <a:rPr lang="en-US" sz="750">
                  <a:solidFill>
                    <a:schemeClr val="bg1"/>
                  </a:solidFill>
                </a:rPr>
              </a:br>
              <a:r>
                <a:rPr lang="en-US" sz="750">
                  <a:solidFill>
                    <a:schemeClr val="bg1"/>
                  </a:solidFill>
                </a:rPr>
                <a:t>of the Fill Palette, Accents 1 – 6.</a:t>
              </a:r>
            </a:p>
            <a:p>
              <a:pPr marL="130969" indent="-130969">
                <a:spcBef>
                  <a:spcPts val="900"/>
                </a:spcBef>
                <a:buFont typeface="Avenir Next LT Pro" panose="020B0504020202020204" pitchFamily="34" charset="0"/>
                <a:buChar char="•"/>
              </a:pPr>
              <a:endParaRPr lang="en-US" sz="750">
                <a:solidFill>
                  <a:schemeClr val="bg1"/>
                </a:solidFill>
              </a:endParaRPr>
            </a:p>
            <a:p>
              <a:pPr marL="130969" indent="-130969">
                <a:spcBef>
                  <a:spcPts val="900"/>
                </a:spcBef>
                <a:buFont typeface="Avenir Next LT Pro" panose="020B0504020202020204" pitchFamily="34" charset="0"/>
                <a:buChar char="•"/>
              </a:pPr>
              <a:endParaRPr lang="en-US" sz="750">
                <a:solidFill>
                  <a:schemeClr val="bg1"/>
                </a:solidFill>
              </a:endParaRPr>
            </a:p>
            <a:p>
              <a:pPr marL="130969" indent="-130969">
                <a:spcBef>
                  <a:spcPts val="900"/>
                </a:spcBef>
                <a:buFont typeface="Avenir Next LT Pro" panose="020B0504020202020204" pitchFamily="34" charset="0"/>
                <a:buChar char="•"/>
              </a:pPr>
              <a:endParaRPr lang="en-US" sz="750">
                <a:solidFill>
                  <a:schemeClr val="bg1"/>
                </a:solidFill>
              </a:endParaRPr>
            </a:p>
            <a:p>
              <a:pPr>
                <a:spcBef>
                  <a:spcPts val="900"/>
                </a:spcBef>
              </a:pPr>
              <a:endParaRPr lang="en-US" sz="750">
                <a:solidFill>
                  <a:schemeClr val="bg1"/>
                </a:solidFill>
              </a:endParaRPr>
            </a:p>
            <a:p>
              <a:pPr marL="130969" indent="-130969">
                <a:spcBef>
                  <a:spcPts val="900"/>
                </a:spcBef>
                <a:buFont typeface="Avenir Next LT Pro" panose="020B0504020202020204" pitchFamily="34" charset="0"/>
                <a:buChar char="•"/>
              </a:pPr>
              <a:r>
                <a:rPr lang="en-US" sz="750">
                  <a:solidFill>
                    <a:schemeClr val="bg1"/>
                  </a:solidFill>
                </a:rPr>
                <a:t>The background shape should always sit behind the other elements on the slide. </a:t>
              </a:r>
              <a:br>
                <a:rPr lang="en-US" sz="750">
                  <a:solidFill>
                    <a:schemeClr val="bg1"/>
                  </a:solidFill>
                </a:rPr>
              </a:br>
              <a:r>
                <a:rPr lang="en-US" sz="750">
                  <a:solidFill>
                    <a:schemeClr val="bg1"/>
                  </a:solidFill>
                </a:rPr>
                <a:t>If an image placeholder exists on the same layout, once you add the image you may have to select it and use Arrange &gt; Send to Back.</a:t>
              </a:r>
            </a:p>
          </p:txBody>
        </p:sp>
        <p:grpSp>
          <p:nvGrpSpPr>
            <p:cNvPr id="16" name="Group 15">
              <a:extLst>
                <a:ext uri="{FF2B5EF4-FFF2-40B4-BE49-F238E27FC236}">
                  <a16:creationId xmlns:a16="http://schemas.microsoft.com/office/drawing/2014/main" id="{B3D001FB-E881-6E5E-8ECD-BC92FC792276}"/>
                </a:ext>
              </a:extLst>
            </p:cNvPr>
            <p:cNvGrpSpPr/>
            <p:nvPr/>
          </p:nvGrpSpPr>
          <p:grpSpPr>
            <a:xfrm>
              <a:off x="13142686" y="1954129"/>
              <a:ext cx="1455058" cy="864391"/>
              <a:chOff x="12700000" y="2008563"/>
              <a:chExt cx="2565400" cy="1524000"/>
            </a:xfrm>
          </p:grpSpPr>
          <p:pic>
            <p:nvPicPr>
              <p:cNvPr id="17" name="Picture 16" descr="A picture containing table&#10;&#10;Description automatically generated">
                <a:extLst>
                  <a:ext uri="{FF2B5EF4-FFF2-40B4-BE49-F238E27FC236}">
                    <a16:creationId xmlns:a16="http://schemas.microsoft.com/office/drawing/2014/main" id="{79330FFD-BEC2-26CF-7AE5-B1D470CE3390}"/>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18" name="Rectangle 17">
                <a:extLst>
                  <a:ext uri="{FF2B5EF4-FFF2-40B4-BE49-F238E27FC236}">
                    <a16:creationId xmlns:a16="http://schemas.microsoft.com/office/drawing/2014/main" id="{6F718E8C-1EE3-C288-B000-189A5D7BFCB8}"/>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endParaRPr>
              </a:p>
            </p:txBody>
          </p:sp>
        </p:grpSp>
      </p:grpSp>
      <p:sp>
        <p:nvSpPr>
          <p:cNvPr id="10" name="Text Placeholder 9">
            <a:extLst>
              <a:ext uri="{FF2B5EF4-FFF2-40B4-BE49-F238E27FC236}">
                <a16:creationId xmlns:a16="http://schemas.microsoft.com/office/drawing/2014/main" id="{CCFB3A36-D926-A156-1D21-30320063F9AE}"/>
              </a:ext>
              <a:ext uri="{C183D7F6-B498-43B3-948B-1728B52AA6E4}">
                <adec:decorative xmlns:adec="http://schemas.microsoft.com/office/drawing/2017/decorative" val="1"/>
              </a:ext>
            </a:extLst>
          </p:cNvPr>
          <p:cNvSpPr>
            <a:spLocks noGrp="1"/>
          </p:cNvSpPr>
          <p:nvPr>
            <p:ph type="body" sz="quarter" idx="17"/>
          </p:nvPr>
        </p:nvSpPr>
        <p:spPr>
          <a:xfrm>
            <a:off x="6404827" y="0"/>
            <a:ext cx="2739175" cy="5143500"/>
          </a:xfrm>
          <a:custGeom>
            <a:avLst/>
            <a:gdLst>
              <a:gd name="connsiteX0" fmla="*/ 382772 w 3652233"/>
              <a:gd name="connsiteY0" fmla="*/ 0 h 6858000"/>
              <a:gd name="connsiteX1" fmla="*/ 1083678 w 3652233"/>
              <a:gd name="connsiteY1" fmla="*/ 0 h 6858000"/>
              <a:gd name="connsiteX2" fmla="*/ 720530 w 3652233"/>
              <a:gd name="connsiteY2" fmla="*/ 546997 h 6858000"/>
              <a:gd name="connsiteX3" fmla="*/ 949431 w 3652233"/>
              <a:gd name="connsiteY3" fmla="*/ 1680232 h 6858000"/>
              <a:gd name="connsiteX4" fmla="*/ 3284499 w 3652233"/>
              <a:gd name="connsiteY4" fmla="*/ 3230534 h 6858000"/>
              <a:gd name="connsiteX5" fmla="*/ 3284521 w 3652233"/>
              <a:gd name="connsiteY5" fmla="*/ 3230453 h 6858000"/>
              <a:gd name="connsiteX6" fmla="*/ 3596862 w 3652233"/>
              <a:gd name="connsiteY6" fmla="*/ 3513460 h 6858000"/>
              <a:gd name="connsiteX7" fmla="*/ 3652233 w 3652233"/>
              <a:gd name="connsiteY7" fmla="*/ 3588795 h 6858000"/>
              <a:gd name="connsiteX8" fmla="*/ 3652233 w 3652233"/>
              <a:gd name="connsiteY8" fmla="*/ 5210346 h 6858000"/>
              <a:gd name="connsiteX9" fmla="*/ 2558343 w 3652233"/>
              <a:gd name="connsiteY9" fmla="*/ 6858000 h 6858000"/>
              <a:gd name="connsiteX10" fmla="*/ 1857466 w 3652233"/>
              <a:gd name="connsiteY10" fmla="*/ 6858000 h 6858000"/>
              <a:gd name="connsiteX11" fmla="*/ 3190442 w 3652233"/>
              <a:gd name="connsiteY11" fmla="*/ 4850269 h 6858000"/>
              <a:gd name="connsiteX12" fmla="*/ 2961540 w 3652233"/>
              <a:gd name="connsiteY12" fmla="*/ 3717033 h 6858000"/>
              <a:gd name="connsiteX13" fmla="*/ 626436 w 3652233"/>
              <a:gd name="connsiteY13" fmla="*/ 2166738 h 6858000"/>
              <a:gd name="connsiteX14" fmla="*/ 234031 w 3652233"/>
              <a:gd name="connsiteY14" fmla="*/ 22403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52233" h="6858000">
                <a:moveTo>
                  <a:pt x="382772" y="0"/>
                </a:moveTo>
                <a:lnTo>
                  <a:pt x="1083678" y="0"/>
                </a:lnTo>
                <a:lnTo>
                  <a:pt x="720530" y="546997"/>
                </a:lnTo>
                <a:cubicBezTo>
                  <a:pt x="470802" y="923144"/>
                  <a:pt x="573284" y="1430505"/>
                  <a:pt x="949431" y="1680232"/>
                </a:cubicBezTo>
                <a:lnTo>
                  <a:pt x="3284499" y="3230534"/>
                </a:lnTo>
                <a:lnTo>
                  <a:pt x="3284521" y="3230453"/>
                </a:lnTo>
                <a:cubicBezTo>
                  <a:pt x="3405423" y="3310727"/>
                  <a:pt x="3509833" y="3406527"/>
                  <a:pt x="3596862" y="3513460"/>
                </a:cubicBezTo>
                <a:lnTo>
                  <a:pt x="3652233" y="3588795"/>
                </a:lnTo>
                <a:lnTo>
                  <a:pt x="3652233" y="5210346"/>
                </a:lnTo>
                <a:lnTo>
                  <a:pt x="2558343" y="6858000"/>
                </a:lnTo>
                <a:lnTo>
                  <a:pt x="1857466" y="6858000"/>
                </a:lnTo>
                <a:lnTo>
                  <a:pt x="3190442" y="4850269"/>
                </a:lnTo>
                <a:cubicBezTo>
                  <a:pt x="3440170" y="4474121"/>
                  <a:pt x="3337688" y="3966760"/>
                  <a:pt x="2961540" y="3717033"/>
                </a:cubicBezTo>
                <a:lnTo>
                  <a:pt x="626436" y="2166738"/>
                </a:lnTo>
                <a:cubicBezTo>
                  <a:pt x="-18376" y="1738610"/>
                  <a:pt x="-194060" y="868843"/>
                  <a:pt x="234031" y="224039"/>
                </a:cubicBezTo>
                <a:close/>
              </a:path>
            </a:pathLst>
          </a:custGeom>
          <a:solidFill>
            <a:srgbClr val="E7EFFF"/>
          </a:solidFill>
        </p:spPr>
        <p:txBody>
          <a:bodyPr wrap="square">
            <a:noAutofit/>
          </a:bodyPr>
          <a:lstStyle>
            <a:lvl1pPr marL="0" indent="0">
              <a:buNone/>
              <a:defRPr sz="375">
                <a:noFill/>
              </a:defRPr>
            </a:lvl1pPr>
          </a:lstStyle>
          <a:p>
            <a:pPr lvl="0"/>
            <a:r>
              <a:rPr lang="en-US"/>
              <a:t>Click to edit Master text styles</a:t>
            </a:r>
          </a:p>
        </p:txBody>
      </p:sp>
      <p:sp>
        <p:nvSpPr>
          <p:cNvPr id="2" name="Title 1">
            <a:extLst>
              <a:ext uri="{FF2B5EF4-FFF2-40B4-BE49-F238E27FC236}">
                <a16:creationId xmlns:a16="http://schemas.microsoft.com/office/drawing/2014/main" id="{C07F44A8-AD82-4AF7-203E-212BBB52AAAD}"/>
              </a:ext>
            </a:extLst>
          </p:cNvPr>
          <p:cNvSpPr>
            <a:spLocks noGrp="1"/>
          </p:cNvSpPr>
          <p:nvPr>
            <p:ph type="title"/>
          </p:nvPr>
        </p:nvSpPr>
        <p:spPr>
          <a:xfrm>
            <a:off x="428625" y="428626"/>
            <a:ext cx="5463778" cy="74295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6096F732-E72A-840F-3D79-7051722E0480}"/>
              </a:ext>
            </a:extLst>
          </p:cNvPr>
          <p:cNvSpPr>
            <a:spLocks noGrp="1"/>
          </p:cNvSpPr>
          <p:nvPr>
            <p:ph type="body" sz="quarter" idx="13"/>
          </p:nvPr>
        </p:nvSpPr>
        <p:spPr>
          <a:xfrm>
            <a:off x="428625" y="1314450"/>
            <a:ext cx="5463778" cy="342900"/>
          </a:xfrm>
        </p:spPr>
        <p:txBody>
          <a:bodyPr/>
          <a:lstStyle>
            <a:lvl1pPr marL="0" indent="0">
              <a:lnSpc>
                <a:spcPct val="90000"/>
              </a:lnSpc>
              <a:buNone/>
              <a:defRPr sz="1650"/>
            </a:lvl1pPr>
            <a:lvl2pPr marL="170259" indent="0">
              <a:buNone/>
              <a:defRPr/>
            </a:lvl2pPr>
            <a:lvl3pPr marL="345281" indent="0">
              <a:buNone/>
              <a:defRPr/>
            </a:lvl3pPr>
            <a:lvl4pPr marL="469106" indent="0">
              <a:buNone/>
              <a:defRPr/>
            </a:lvl4pPr>
            <a:lvl5pPr marL="598885" indent="0">
              <a:buNone/>
              <a:defRPr/>
            </a:lvl5pPr>
          </a:lstStyle>
          <a:p>
            <a:pPr lvl="0"/>
            <a:r>
              <a:rPr lang="en-US"/>
              <a:t>Click to edit Master text styles</a:t>
            </a:r>
          </a:p>
        </p:txBody>
      </p:sp>
      <p:sp>
        <p:nvSpPr>
          <p:cNvPr id="7" name="Text Placeholder 32">
            <a:extLst>
              <a:ext uri="{FF2B5EF4-FFF2-40B4-BE49-F238E27FC236}">
                <a16:creationId xmlns:a16="http://schemas.microsoft.com/office/drawing/2014/main" id="{1FDEFD3A-5D85-2A44-25C8-737F5901F4FF}"/>
              </a:ext>
            </a:extLst>
          </p:cNvPr>
          <p:cNvSpPr>
            <a:spLocks noGrp="1"/>
          </p:cNvSpPr>
          <p:nvPr>
            <p:ph type="body" sz="quarter" idx="16"/>
          </p:nvPr>
        </p:nvSpPr>
        <p:spPr>
          <a:xfrm>
            <a:off x="428625" y="2200276"/>
            <a:ext cx="5463778" cy="2514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B52A9230-F1FC-C523-A53B-9667414B381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C55ECD6A-8E2E-A223-3E39-72993526B860}"/>
              </a:ext>
              <a:ext uri="{C183D7F6-B498-43B3-948B-1728B52AA6E4}">
                <adec:decorative xmlns:adec="http://schemas.microsoft.com/office/drawing/2017/decorative" val="1"/>
              </a:ext>
            </a:extLst>
          </p:cNvPr>
          <p:cNvSpPr>
            <a:spLocks noGrp="1"/>
          </p:cNvSpPr>
          <p:nvPr>
            <p:ph type="dt" sz="half" idx="11"/>
          </p:nvPr>
        </p:nvSpPr>
        <p:spPr/>
        <p:txBody>
          <a:bodyPr/>
          <a:lstStyle/>
          <a:p>
            <a:fld id="{4268CAAE-222C-45DC-BDCB-F913E123D7BC}" type="datetimeyyyy">
              <a:rPr lang="en-US" smtClean="0"/>
              <a:t>2026</a:t>
            </a:fld>
            <a:endParaRPr lang="en-US"/>
          </a:p>
        </p:txBody>
      </p:sp>
      <p:sp>
        <p:nvSpPr>
          <p:cNvPr id="5" name="Slide Number Placeholder 4">
            <a:extLst>
              <a:ext uri="{FF2B5EF4-FFF2-40B4-BE49-F238E27FC236}">
                <a16:creationId xmlns:a16="http://schemas.microsoft.com/office/drawing/2014/main" id="{65356671-D16F-7EC8-7C74-947979083AD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41080476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 Column with Icons">
    <p:spTree>
      <p:nvGrpSpPr>
        <p:cNvPr id="1" name=""/>
        <p:cNvGrpSpPr/>
        <p:nvPr/>
      </p:nvGrpSpPr>
      <p:grpSpPr>
        <a:xfrm>
          <a:off x="0" y="0"/>
          <a:ext cx="0" cy="0"/>
          <a:chOff x="0" y="0"/>
          <a:chExt cx="0" cy="0"/>
        </a:xfrm>
      </p:grpSpPr>
      <p:sp>
        <p:nvSpPr>
          <p:cNvPr id="44" name="Text Placeholder 43">
            <a:extLst>
              <a:ext uri="{FF2B5EF4-FFF2-40B4-BE49-F238E27FC236}">
                <a16:creationId xmlns:a16="http://schemas.microsoft.com/office/drawing/2014/main" id="{DE9A50A5-7EAE-1378-5468-24F26723BF26}"/>
              </a:ext>
              <a:ext uri="{C183D7F6-B498-43B3-948B-1728B52AA6E4}">
                <adec:decorative xmlns:adec="http://schemas.microsoft.com/office/drawing/2017/decorative" val="1"/>
              </a:ext>
            </a:extLst>
          </p:cNvPr>
          <p:cNvSpPr>
            <a:spLocks noGrp="1"/>
          </p:cNvSpPr>
          <p:nvPr>
            <p:ph type="body" sz="quarter" idx="17"/>
          </p:nvPr>
        </p:nvSpPr>
        <p:spPr>
          <a:xfrm>
            <a:off x="6404827" y="0"/>
            <a:ext cx="2739175" cy="5143500"/>
          </a:xfrm>
          <a:custGeom>
            <a:avLst/>
            <a:gdLst>
              <a:gd name="connsiteX0" fmla="*/ 382772 w 3652233"/>
              <a:gd name="connsiteY0" fmla="*/ 0 h 6858000"/>
              <a:gd name="connsiteX1" fmla="*/ 1083678 w 3652233"/>
              <a:gd name="connsiteY1" fmla="*/ 0 h 6858000"/>
              <a:gd name="connsiteX2" fmla="*/ 720530 w 3652233"/>
              <a:gd name="connsiteY2" fmla="*/ 546997 h 6858000"/>
              <a:gd name="connsiteX3" fmla="*/ 949431 w 3652233"/>
              <a:gd name="connsiteY3" fmla="*/ 1680232 h 6858000"/>
              <a:gd name="connsiteX4" fmla="*/ 3284499 w 3652233"/>
              <a:gd name="connsiteY4" fmla="*/ 3230534 h 6858000"/>
              <a:gd name="connsiteX5" fmla="*/ 3284521 w 3652233"/>
              <a:gd name="connsiteY5" fmla="*/ 3230453 h 6858000"/>
              <a:gd name="connsiteX6" fmla="*/ 3596862 w 3652233"/>
              <a:gd name="connsiteY6" fmla="*/ 3513460 h 6858000"/>
              <a:gd name="connsiteX7" fmla="*/ 3652233 w 3652233"/>
              <a:gd name="connsiteY7" fmla="*/ 3588795 h 6858000"/>
              <a:gd name="connsiteX8" fmla="*/ 3652233 w 3652233"/>
              <a:gd name="connsiteY8" fmla="*/ 5210346 h 6858000"/>
              <a:gd name="connsiteX9" fmla="*/ 2558343 w 3652233"/>
              <a:gd name="connsiteY9" fmla="*/ 6858000 h 6858000"/>
              <a:gd name="connsiteX10" fmla="*/ 1857466 w 3652233"/>
              <a:gd name="connsiteY10" fmla="*/ 6858000 h 6858000"/>
              <a:gd name="connsiteX11" fmla="*/ 3190442 w 3652233"/>
              <a:gd name="connsiteY11" fmla="*/ 4850269 h 6858000"/>
              <a:gd name="connsiteX12" fmla="*/ 2961540 w 3652233"/>
              <a:gd name="connsiteY12" fmla="*/ 3717033 h 6858000"/>
              <a:gd name="connsiteX13" fmla="*/ 626436 w 3652233"/>
              <a:gd name="connsiteY13" fmla="*/ 2166738 h 6858000"/>
              <a:gd name="connsiteX14" fmla="*/ 234031 w 3652233"/>
              <a:gd name="connsiteY14" fmla="*/ 22403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52233" h="6858000">
                <a:moveTo>
                  <a:pt x="382772" y="0"/>
                </a:moveTo>
                <a:lnTo>
                  <a:pt x="1083678" y="0"/>
                </a:lnTo>
                <a:lnTo>
                  <a:pt x="720530" y="546997"/>
                </a:lnTo>
                <a:cubicBezTo>
                  <a:pt x="470802" y="923144"/>
                  <a:pt x="573284" y="1430505"/>
                  <a:pt x="949431" y="1680232"/>
                </a:cubicBezTo>
                <a:lnTo>
                  <a:pt x="3284499" y="3230534"/>
                </a:lnTo>
                <a:lnTo>
                  <a:pt x="3284521" y="3230453"/>
                </a:lnTo>
                <a:cubicBezTo>
                  <a:pt x="3405423" y="3310727"/>
                  <a:pt x="3509833" y="3406527"/>
                  <a:pt x="3596862" y="3513460"/>
                </a:cubicBezTo>
                <a:lnTo>
                  <a:pt x="3652233" y="3588795"/>
                </a:lnTo>
                <a:lnTo>
                  <a:pt x="3652233" y="5210346"/>
                </a:lnTo>
                <a:lnTo>
                  <a:pt x="2558343" y="6858000"/>
                </a:lnTo>
                <a:lnTo>
                  <a:pt x="1857466" y="6858000"/>
                </a:lnTo>
                <a:lnTo>
                  <a:pt x="3190442" y="4850269"/>
                </a:lnTo>
                <a:cubicBezTo>
                  <a:pt x="3440170" y="4474121"/>
                  <a:pt x="3337688" y="3966760"/>
                  <a:pt x="2961540" y="3717033"/>
                </a:cubicBezTo>
                <a:lnTo>
                  <a:pt x="626436" y="2166738"/>
                </a:lnTo>
                <a:cubicBezTo>
                  <a:pt x="-18376" y="1738610"/>
                  <a:pt x="-194060" y="868843"/>
                  <a:pt x="234031" y="224039"/>
                </a:cubicBezTo>
                <a:close/>
              </a:path>
            </a:pathLst>
          </a:custGeom>
          <a:solidFill>
            <a:srgbClr val="E7EFFF"/>
          </a:solidFill>
        </p:spPr>
        <p:txBody>
          <a:bodyPr wrap="square">
            <a:noAutofit/>
          </a:bodyPr>
          <a:lstStyle>
            <a:lvl1pPr marL="0" indent="0">
              <a:buNone/>
              <a:defRPr sz="375">
                <a:noFill/>
              </a:defRPr>
            </a:lvl1pPr>
          </a:lstStyle>
          <a:p>
            <a:pPr lvl="0"/>
            <a:r>
              <a:rPr lang="en-US"/>
              <a:t>Click to edit Master text styles</a:t>
            </a:r>
          </a:p>
        </p:txBody>
      </p:sp>
      <p:sp>
        <p:nvSpPr>
          <p:cNvPr id="2" name="Title 1">
            <a:extLst>
              <a:ext uri="{FF2B5EF4-FFF2-40B4-BE49-F238E27FC236}">
                <a16:creationId xmlns:a16="http://schemas.microsoft.com/office/drawing/2014/main" id="{C07F44A8-AD82-4AF7-203E-212BBB52AAAD}"/>
              </a:ext>
            </a:extLst>
          </p:cNvPr>
          <p:cNvSpPr>
            <a:spLocks noGrp="1"/>
          </p:cNvSpPr>
          <p:nvPr>
            <p:ph type="title"/>
          </p:nvPr>
        </p:nvSpPr>
        <p:spPr>
          <a:xfrm>
            <a:off x="428625" y="428625"/>
            <a:ext cx="5463778" cy="74295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6096F732-E72A-840F-3D79-7051722E0480}"/>
              </a:ext>
            </a:extLst>
          </p:cNvPr>
          <p:cNvSpPr>
            <a:spLocks noGrp="1"/>
          </p:cNvSpPr>
          <p:nvPr>
            <p:ph type="body" sz="quarter" idx="13"/>
          </p:nvPr>
        </p:nvSpPr>
        <p:spPr>
          <a:xfrm>
            <a:off x="428625" y="1314450"/>
            <a:ext cx="5463778" cy="342900"/>
          </a:xfrm>
        </p:spPr>
        <p:txBody>
          <a:bodyPr/>
          <a:lstStyle>
            <a:lvl1pPr marL="0" indent="0">
              <a:lnSpc>
                <a:spcPct val="90000"/>
              </a:lnSpc>
              <a:buNone/>
              <a:defRPr sz="1650"/>
            </a:lvl1pPr>
            <a:lvl2pPr marL="170259" indent="0">
              <a:buNone/>
              <a:defRPr/>
            </a:lvl2pPr>
            <a:lvl3pPr marL="345281" indent="0">
              <a:buNone/>
              <a:defRPr/>
            </a:lvl3pPr>
            <a:lvl4pPr marL="469106" indent="0">
              <a:buNone/>
              <a:defRPr/>
            </a:lvl4pPr>
            <a:lvl5pPr marL="598885" indent="0">
              <a:buNone/>
              <a:defRPr/>
            </a:lvl5pPr>
          </a:lstStyle>
          <a:p>
            <a:pPr lvl="0"/>
            <a:r>
              <a:rPr lang="en-US"/>
              <a:t>Click to edit Master text styles</a:t>
            </a:r>
          </a:p>
        </p:txBody>
      </p:sp>
      <p:sp>
        <p:nvSpPr>
          <p:cNvPr id="7" name="Text Placeholder 32">
            <a:extLst>
              <a:ext uri="{FF2B5EF4-FFF2-40B4-BE49-F238E27FC236}">
                <a16:creationId xmlns:a16="http://schemas.microsoft.com/office/drawing/2014/main" id="{1FDEFD3A-5D85-2A44-25C8-737F5901F4FF}"/>
              </a:ext>
            </a:extLst>
          </p:cNvPr>
          <p:cNvSpPr>
            <a:spLocks noGrp="1"/>
          </p:cNvSpPr>
          <p:nvPr>
            <p:ph type="body" sz="quarter" idx="16"/>
          </p:nvPr>
        </p:nvSpPr>
        <p:spPr>
          <a:xfrm>
            <a:off x="428625" y="3086100"/>
            <a:ext cx="5463778" cy="1628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12">
            <a:extLst>
              <a:ext uri="{FF2B5EF4-FFF2-40B4-BE49-F238E27FC236}">
                <a16:creationId xmlns:a16="http://schemas.microsoft.com/office/drawing/2014/main" id="{9669B77A-99FD-2D60-4C94-FE5D13797052}"/>
              </a:ext>
              <a:ext uri="{C183D7F6-B498-43B3-948B-1728B52AA6E4}">
                <adec:decorative xmlns:adec="http://schemas.microsoft.com/office/drawing/2017/decorative" val="1"/>
              </a:ext>
            </a:extLst>
          </p:cNvPr>
          <p:cNvSpPr>
            <a:spLocks noGrp="1"/>
          </p:cNvSpPr>
          <p:nvPr>
            <p:ph type="pic" sz="quarter" idx="19" hasCustomPrompt="1"/>
          </p:nvPr>
        </p:nvSpPr>
        <p:spPr>
          <a:xfrm>
            <a:off x="428624" y="2210820"/>
            <a:ext cx="685800" cy="685800"/>
          </a:xfrm>
        </p:spPr>
        <p:txBody>
          <a:bodyPr/>
          <a:lstStyle>
            <a:lvl1pPr marL="0" indent="0">
              <a:lnSpc>
                <a:spcPct val="90000"/>
              </a:lnSpc>
              <a:buNone/>
              <a:defRPr sz="825" b="1">
                <a:solidFill>
                  <a:schemeClr val="accent1"/>
                </a:solidFill>
              </a:defRPr>
            </a:lvl1pPr>
          </a:lstStyle>
          <a:p>
            <a:r>
              <a:rPr lang="en-US"/>
              <a:t>Click placeholder and paste icon</a:t>
            </a:r>
          </a:p>
        </p:txBody>
      </p:sp>
      <p:sp>
        <p:nvSpPr>
          <p:cNvPr id="3" name="Footer Placeholder 2">
            <a:extLst>
              <a:ext uri="{FF2B5EF4-FFF2-40B4-BE49-F238E27FC236}">
                <a16:creationId xmlns:a16="http://schemas.microsoft.com/office/drawing/2014/main" id="{B52A9230-F1FC-C523-A53B-9667414B381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C55ECD6A-8E2E-A223-3E39-72993526B860}"/>
              </a:ext>
              <a:ext uri="{C183D7F6-B498-43B3-948B-1728B52AA6E4}">
                <adec:decorative xmlns:adec="http://schemas.microsoft.com/office/drawing/2017/decorative" val="1"/>
              </a:ext>
            </a:extLst>
          </p:cNvPr>
          <p:cNvSpPr>
            <a:spLocks noGrp="1"/>
          </p:cNvSpPr>
          <p:nvPr>
            <p:ph type="dt" sz="half" idx="11"/>
          </p:nvPr>
        </p:nvSpPr>
        <p:spPr/>
        <p:txBody>
          <a:bodyPr/>
          <a:lstStyle/>
          <a:p>
            <a:fld id="{C9995676-25F6-4543-9E5B-989E05823773}" type="datetimeyyyy">
              <a:rPr lang="en-US" smtClean="0"/>
              <a:t>2026</a:t>
            </a:fld>
            <a:endParaRPr lang="en-US"/>
          </a:p>
        </p:txBody>
      </p:sp>
      <p:sp>
        <p:nvSpPr>
          <p:cNvPr id="5" name="Slide Number Placeholder 4">
            <a:extLst>
              <a:ext uri="{FF2B5EF4-FFF2-40B4-BE49-F238E27FC236}">
                <a16:creationId xmlns:a16="http://schemas.microsoft.com/office/drawing/2014/main" id="{65356671-D16F-7EC8-7C74-947979083AD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grpSp>
        <p:nvGrpSpPr>
          <p:cNvPr id="14" name="Group 13">
            <a:extLst>
              <a:ext uri="{FF2B5EF4-FFF2-40B4-BE49-F238E27FC236}">
                <a16:creationId xmlns:a16="http://schemas.microsoft.com/office/drawing/2014/main" id="{F717C6FD-5FED-ED99-DA53-55B6122F1BCD}"/>
              </a:ext>
              <a:ext uri="{C183D7F6-B498-43B3-948B-1728B52AA6E4}">
                <adec:decorative xmlns:adec="http://schemas.microsoft.com/office/drawing/2017/decorative" val="1"/>
              </a:ext>
            </a:extLst>
          </p:cNvPr>
          <p:cNvGrpSpPr/>
          <p:nvPr userDrawn="1"/>
        </p:nvGrpSpPr>
        <p:grpSpPr>
          <a:xfrm>
            <a:off x="9332989" y="0"/>
            <a:ext cx="2308073" cy="5143497"/>
            <a:chOff x="12443985" y="0"/>
            <a:chExt cx="3077430" cy="6857996"/>
          </a:xfrm>
        </p:grpSpPr>
        <p:sp>
          <p:nvSpPr>
            <p:cNvPr id="15" name="Rectangle 14">
              <a:extLst>
                <a:ext uri="{FF2B5EF4-FFF2-40B4-BE49-F238E27FC236}">
                  <a16:creationId xmlns:a16="http://schemas.microsoft.com/office/drawing/2014/main" id="{F96E47F9-2EC5-8D89-D36C-3A75667C59BD}"/>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900"/>
                </a:spcBef>
              </a:pPr>
              <a:r>
                <a:rPr lang="en-US" sz="750" b="1" cap="all">
                  <a:solidFill>
                    <a:schemeClr val="bg1"/>
                  </a:solidFill>
                </a:rPr>
                <a:t>Shape Layout INSTRUCTIONS</a:t>
              </a:r>
            </a:p>
            <a:p>
              <a:pPr marL="130969" indent="-130969">
                <a:spcBef>
                  <a:spcPts val="900"/>
                </a:spcBef>
                <a:buFont typeface="Avenir Next LT Pro" panose="020B0504020202020204" pitchFamily="34" charset="0"/>
                <a:buChar char="•"/>
              </a:pPr>
              <a:r>
                <a:rPr lang="en-US" sz="750">
                  <a:solidFill>
                    <a:schemeClr val="bg1"/>
                  </a:solidFill>
                </a:rPr>
                <a:t>The colored shape on this layout is intended </a:t>
              </a:r>
              <a:br>
                <a:rPr lang="en-US" sz="750">
                  <a:solidFill>
                    <a:schemeClr val="bg1"/>
                  </a:solidFill>
                </a:rPr>
              </a:br>
              <a:r>
                <a:rPr lang="en-US" sz="750">
                  <a:solidFill>
                    <a:schemeClr val="bg1"/>
                  </a:solidFill>
                </a:rPr>
                <a:t>to add some fun and interest to the slide. </a:t>
              </a:r>
            </a:p>
            <a:p>
              <a:pPr marL="130969" indent="-130969">
                <a:spcBef>
                  <a:spcPts val="900"/>
                </a:spcBef>
                <a:buFont typeface="Avenir Next LT Pro" panose="020B0504020202020204" pitchFamily="34" charset="0"/>
                <a:buChar char="•"/>
              </a:pPr>
              <a:r>
                <a:rPr lang="en-US" sz="750">
                  <a:solidFill>
                    <a:schemeClr val="bg1"/>
                  </a:solidFill>
                </a:rPr>
                <a:t>The shape is optional. Remove it by selecting and hitting delete. </a:t>
              </a:r>
            </a:p>
            <a:p>
              <a:pPr marL="130969" indent="-130969">
                <a:spcBef>
                  <a:spcPts val="900"/>
                </a:spcBef>
                <a:buFont typeface="Avenir Next LT Pro" panose="020B0504020202020204" pitchFamily="34" charset="0"/>
                <a:buChar char="•"/>
              </a:pPr>
              <a:r>
                <a:rPr lang="en-US" sz="750">
                  <a:solidFill>
                    <a:schemeClr val="bg1"/>
                  </a:solidFill>
                </a:rPr>
                <a:t>Change the color by selecting it and </a:t>
              </a:r>
              <a:br>
                <a:rPr lang="en-US" sz="750">
                  <a:solidFill>
                    <a:schemeClr val="bg1"/>
                  </a:solidFill>
                </a:rPr>
              </a:br>
              <a:r>
                <a:rPr lang="en-US" sz="750">
                  <a:solidFill>
                    <a:schemeClr val="bg1"/>
                  </a:solidFill>
                </a:rPr>
                <a:t>choosing a new color from the theme row </a:t>
              </a:r>
              <a:br>
                <a:rPr lang="en-US" sz="750">
                  <a:solidFill>
                    <a:schemeClr val="bg1"/>
                  </a:solidFill>
                </a:rPr>
              </a:br>
              <a:r>
                <a:rPr lang="en-US" sz="750">
                  <a:solidFill>
                    <a:schemeClr val="bg1"/>
                  </a:solidFill>
                </a:rPr>
                <a:t>of the Fill Palette, Accents 1 – 6.</a:t>
              </a:r>
            </a:p>
            <a:p>
              <a:pPr marL="130969" indent="-130969">
                <a:spcBef>
                  <a:spcPts val="900"/>
                </a:spcBef>
                <a:buFont typeface="Avenir Next LT Pro" panose="020B0504020202020204" pitchFamily="34" charset="0"/>
                <a:buChar char="•"/>
              </a:pPr>
              <a:endParaRPr lang="en-US" sz="750">
                <a:solidFill>
                  <a:schemeClr val="bg1"/>
                </a:solidFill>
              </a:endParaRPr>
            </a:p>
            <a:p>
              <a:pPr marL="130969" indent="-130969">
                <a:spcBef>
                  <a:spcPts val="900"/>
                </a:spcBef>
                <a:buFont typeface="Avenir Next LT Pro" panose="020B0504020202020204" pitchFamily="34" charset="0"/>
                <a:buChar char="•"/>
              </a:pPr>
              <a:endParaRPr lang="en-US" sz="750">
                <a:solidFill>
                  <a:schemeClr val="bg1"/>
                </a:solidFill>
              </a:endParaRPr>
            </a:p>
            <a:p>
              <a:pPr marL="130969" indent="-130969">
                <a:spcBef>
                  <a:spcPts val="900"/>
                </a:spcBef>
                <a:buFont typeface="Avenir Next LT Pro" panose="020B0504020202020204" pitchFamily="34" charset="0"/>
                <a:buChar char="•"/>
              </a:pPr>
              <a:endParaRPr lang="en-US" sz="750">
                <a:solidFill>
                  <a:schemeClr val="bg1"/>
                </a:solidFill>
              </a:endParaRPr>
            </a:p>
            <a:p>
              <a:pPr>
                <a:spcBef>
                  <a:spcPts val="900"/>
                </a:spcBef>
              </a:pPr>
              <a:endParaRPr lang="en-US" sz="750">
                <a:solidFill>
                  <a:schemeClr val="bg1"/>
                </a:solidFill>
              </a:endParaRPr>
            </a:p>
            <a:p>
              <a:pPr marL="130969" indent="-130969">
                <a:spcBef>
                  <a:spcPts val="900"/>
                </a:spcBef>
                <a:buFont typeface="Avenir Next LT Pro" panose="020B0504020202020204" pitchFamily="34" charset="0"/>
                <a:buChar char="•"/>
              </a:pPr>
              <a:r>
                <a:rPr lang="en-US" sz="750">
                  <a:solidFill>
                    <a:schemeClr val="bg1"/>
                  </a:solidFill>
                </a:rPr>
                <a:t>The background shape should always sit behind the other elements on the slide. </a:t>
              </a:r>
              <a:br>
                <a:rPr lang="en-US" sz="750">
                  <a:solidFill>
                    <a:schemeClr val="bg1"/>
                  </a:solidFill>
                </a:rPr>
              </a:br>
              <a:r>
                <a:rPr lang="en-US" sz="750">
                  <a:solidFill>
                    <a:schemeClr val="bg1"/>
                  </a:solidFill>
                </a:rPr>
                <a:t>If an image placeholder exists on the same layout, once you add the image you may have to select it and use Arrange &gt; Send to Back.</a:t>
              </a:r>
            </a:p>
          </p:txBody>
        </p:sp>
        <p:grpSp>
          <p:nvGrpSpPr>
            <p:cNvPr id="16" name="Group 15">
              <a:extLst>
                <a:ext uri="{FF2B5EF4-FFF2-40B4-BE49-F238E27FC236}">
                  <a16:creationId xmlns:a16="http://schemas.microsoft.com/office/drawing/2014/main" id="{5F2AD3D7-7B35-91F1-D10F-C7205885C658}"/>
                </a:ext>
              </a:extLst>
            </p:cNvPr>
            <p:cNvGrpSpPr/>
            <p:nvPr/>
          </p:nvGrpSpPr>
          <p:grpSpPr>
            <a:xfrm>
              <a:off x="13142686" y="1954129"/>
              <a:ext cx="1455058" cy="864391"/>
              <a:chOff x="12700000" y="2008563"/>
              <a:chExt cx="2565400" cy="1524000"/>
            </a:xfrm>
          </p:grpSpPr>
          <p:pic>
            <p:nvPicPr>
              <p:cNvPr id="17" name="Picture 16" descr="A picture containing table&#10;&#10;Description automatically generated">
                <a:extLst>
                  <a:ext uri="{FF2B5EF4-FFF2-40B4-BE49-F238E27FC236}">
                    <a16:creationId xmlns:a16="http://schemas.microsoft.com/office/drawing/2014/main" id="{3E8EEA45-FBD7-6549-FA23-229CEFAC84B4}"/>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18" name="Rectangle 17">
                <a:extLst>
                  <a:ext uri="{FF2B5EF4-FFF2-40B4-BE49-F238E27FC236}">
                    <a16:creationId xmlns:a16="http://schemas.microsoft.com/office/drawing/2014/main" id="{C0C9976D-7513-47AE-7933-D8A7B656F181}"/>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endParaRPr>
              </a:p>
            </p:txBody>
          </p:sp>
        </p:grpSp>
      </p:grpSp>
    </p:spTree>
    <p:extLst>
      <p:ext uri="{BB962C8B-B14F-4D97-AF65-F5344CB8AC3E}">
        <p14:creationId xmlns:p14="http://schemas.microsoft.com/office/powerpoint/2010/main" val="21029804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6495F953-AF61-3220-6737-C1F6862DC298}"/>
              </a:ext>
              <a:ext uri="{C183D7F6-B498-43B3-948B-1728B52AA6E4}">
                <adec:decorative xmlns:adec="http://schemas.microsoft.com/office/drawing/2017/decorative" val="1"/>
              </a:ext>
            </a:extLst>
          </p:cNvPr>
          <p:cNvSpPr>
            <a:spLocks noGrp="1"/>
          </p:cNvSpPr>
          <p:nvPr>
            <p:ph type="body" sz="quarter" idx="18"/>
          </p:nvPr>
        </p:nvSpPr>
        <p:spPr>
          <a:xfrm>
            <a:off x="6067427" y="0"/>
            <a:ext cx="2761343" cy="5143500"/>
          </a:xfrm>
          <a:custGeom>
            <a:avLst/>
            <a:gdLst>
              <a:gd name="connsiteX0" fmla="*/ 2392972 w 3681791"/>
              <a:gd name="connsiteY0" fmla="*/ 0 h 6858000"/>
              <a:gd name="connsiteX1" fmla="*/ 3681791 w 3681791"/>
              <a:gd name="connsiteY1" fmla="*/ 0 h 6858000"/>
              <a:gd name="connsiteX2" fmla="*/ 1816033 w 3681791"/>
              <a:gd name="connsiteY2" fmla="*/ 948232 h 6858000"/>
              <a:gd name="connsiteX3" fmla="*/ 1457629 w 3681791"/>
              <a:gd name="connsiteY3" fmla="*/ 2047397 h 6858000"/>
              <a:gd name="connsiteX4" fmla="*/ 2727476 w 3681791"/>
              <a:gd name="connsiteY4" fmla="*/ 4546089 h 6858000"/>
              <a:gd name="connsiteX5" fmla="*/ 2727535 w 3681791"/>
              <a:gd name="connsiteY5" fmla="*/ 4546030 h 6858000"/>
              <a:gd name="connsiteX6" fmla="*/ 2113124 w 3681791"/>
              <a:gd name="connsiteY6" fmla="*/ 6430324 h 6858000"/>
              <a:gd name="connsiteX7" fmla="*/ 1271600 w 3681791"/>
              <a:gd name="connsiteY7" fmla="*/ 6858000 h 6858000"/>
              <a:gd name="connsiteX8" fmla="*/ 0 w 3681791"/>
              <a:gd name="connsiteY8" fmla="*/ 6858000 h 6858000"/>
              <a:gd name="connsiteX9" fmla="*/ 0 w 3681791"/>
              <a:gd name="connsiteY9" fmla="*/ 6849265 h 6858000"/>
              <a:gd name="connsiteX10" fmla="*/ 1848516 w 3681791"/>
              <a:gd name="connsiteY10" fmla="*/ 5909840 h 6858000"/>
              <a:gd name="connsiteX11" fmla="*/ 2206921 w 3681791"/>
              <a:gd name="connsiteY11" fmla="*/ 4810674 h 6858000"/>
              <a:gd name="connsiteX12" fmla="*/ 937038 w 3681791"/>
              <a:gd name="connsiteY12" fmla="*/ 2311970 h 6858000"/>
              <a:gd name="connsiteX13" fmla="*/ 1551449 w 3681791"/>
              <a:gd name="connsiteY13" fmla="*/ 427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81791" h="6858000">
                <a:moveTo>
                  <a:pt x="2392972" y="0"/>
                </a:moveTo>
                <a:lnTo>
                  <a:pt x="3681791" y="0"/>
                </a:lnTo>
                <a:lnTo>
                  <a:pt x="1816033" y="948232"/>
                </a:lnTo>
                <a:cubicBezTo>
                  <a:pt x="1413533" y="1152789"/>
                  <a:pt x="1253072" y="1644896"/>
                  <a:pt x="1457629" y="2047397"/>
                </a:cubicBezTo>
                <a:lnTo>
                  <a:pt x="2727476" y="4546089"/>
                </a:lnTo>
                <a:lnTo>
                  <a:pt x="2727535" y="4546030"/>
                </a:lnTo>
                <a:cubicBezTo>
                  <a:pt x="3078183" y="5236046"/>
                  <a:pt x="2803104" y="6079665"/>
                  <a:pt x="2113124" y="6430324"/>
                </a:cubicBezTo>
                <a:lnTo>
                  <a:pt x="1271600" y="6858000"/>
                </a:lnTo>
                <a:lnTo>
                  <a:pt x="0" y="6858000"/>
                </a:lnTo>
                <a:lnTo>
                  <a:pt x="0" y="6849265"/>
                </a:lnTo>
                <a:lnTo>
                  <a:pt x="1848516" y="5909840"/>
                </a:lnTo>
                <a:cubicBezTo>
                  <a:pt x="2251017" y="5705283"/>
                  <a:pt x="2411478" y="5213175"/>
                  <a:pt x="2206921" y="4810674"/>
                </a:cubicBezTo>
                <a:lnTo>
                  <a:pt x="937038" y="2311970"/>
                </a:lnTo>
                <a:cubicBezTo>
                  <a:pt x="586390" y="1621954"/>
                  <a:pt x="861468" y="778335"/>
                  <a:pt x="1551449" y="427676"/>
                </a:cubicBezTo>
                <a:close/>
              </a:path>
            </a:pathLst>
          </a:custGeom>
          <a:solidFill>
            <a:srgbClr val="E7EFFF"/>
          </a:solidFill>
        </p:spPr>
        <p:txBody>
          <a:bodyPr wrap="square">
            <a:noAutofit/>
          </a:bodyPr>
          <a:lstStyle>
            <a:lvl1pPr marL="0" indent="0">
              <a:buNone/>
              <a:defRPr sz="375">
                <a:noFill/>
              </a:defRPr>
            </a:lvl1pPr>
          </a:lstStyle>
          <a:p>
            <a:pPr lvl="0"/>
            <a:r>
              <a:rPr lang="en-US"/>
              <a:t>Click to edit Master text styles</a:t>
            </a:r>
          </a:p>
        </p:txBody>
      </p:sp>
      <p:sp>
        <p:nvSpPr>
          <p:cNvPr id="2" name="Title 1">
            <a:extLst>
              <a:ext uri="{FF2B5EF4-FFF2-40B4-BE49-F238E27FC236}">
                <a16:creationId xmlns:a16="http://schemas.microsoft.com/office/drawing/2014/main" id="{C07F44A8-AD82-4AF7-203E-212BBB52AAAD}"/>
              </a:ext>
            </a:extLst>
          </p:cNvPr>
          <p:cNvSpPr>
            <a:spLocks noGrp="1"/>
          </p:cNvSpPr>
          <p:nvPr>
            <p:ph type="title"/>
          </p:nvPr>
        </p:nvSpPr>
        <p:spPr>
          <a:xfrm>
            <a:off x="428625" y="428626"/>
            <a:ext cx="5463778" cy="74295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6096F732-E72A-840F-3D79-7051722E0480}"/>
              </a:ext>
            </a:extLst>
          </p:cNvPr>
          <p:cNvSpPr>
            <a:spLocks noGrp="1"/>
          </p:cNvSpPr>
          <p:nvPr>
            <p:ph type="body" sz="quarter" idx="13"/>
          </p:nvPr>
        </p:nvSpPr>
        <p:spPr>
          <a:xfrm>
            <a:off x="428625" y="1314450"/>
            <a:ext cx="5463778" cy="342900"/>
          </a:xfrm>
        </p:spPr>
        <p:txBody>
          <a:bodyPr/>
          <a:lstStyle>
            <a:lvl1pPr marL="0" indent="0">
              <a:lnSpc>
                <a:spcPct val="90000"/>
              </a:lnSpc>
              <a:buNone/>
              <a:defRPr sz="1650"/>
            </a:lvl1pPr>
            <a:lvl2pPr marL="170259" indent="0">
              <a:buNone/>
              <a:defRPr/>
            </a:lvl2pPr>
            <a:lvl3pPr marL="345281" indent="0">
              <a:buNone/>
              <a:defRPr/>
            </a:lvl3pPr>
            <a:lvl4pPr marL="469106" indent="0">
              <a:buNone/>
              <a:defRPr/>
            </a:lvl4pPr>
            <a:lvl5pPr marL="598885" indent="0">
              <a:buNone/>
              <a:defRPr/>
            </a:lvl5pPr>
          </a:lstStyle>
          <a:p>
            <a:pPr lvl="0"/>
            <a:r>
              <a:rPr lang="en-US"/>
              <a:t>Click to edit Master text styles</a:t>
            </a:r>
          </a:p>
        </p:txBody>
      </p:sp>
      <p:sp>
        <p:nvSpPr>
          <p:cNvPr id="7" name="Text Placeholder 32">
            <a:extLst>
              <a:ext uri="{FF2B5EF4-FFF2-40B4-BE49-F238E27FC236}">
                <a16:creationId xmlns:a16="http://schemas.microsoft.com/office/drawing/2014/main" id="{1FDEFD3A-5D85-2A44-25C8-737F5901F4FF}"/>
              </a:ext>
            </a:extLst>
          </p:cNvPr>
          <p:cNvSpPr>
            <a:spLocks noGrp="1"/>
          </p:cNvSpPr>
          <p:nvPr>
            <p:ph type="body" sz="quarter" idx="16"/>
          </p:nvPr>
        </p:nvSpPr>
        <p:spPr>
          <a:xfrm>
            <a:off x="428625" y="2200276"/>
            <a:ext cx="2647951" cy="2514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32">
            <a:extLst>
              <a:ext uri="{FF2B5EF4-FFF2-40B4-BE49-F238E27FC236}">
                <a16:creationId xmlns:a16="http://schemas.microsoft.com/office/drawing/2014/main" id="{38B2091C-8A4F-4EAE-4E71-3B0D8175E6A8}"/>
              </a:ext>
            </a:extLst>
          </p:cNvPr>
          <p:cNvSpPr>
            <a:spLocks noGrp="1"/>
          </p:cNvSpPr>
          <p:nvPr>
            <p:ph type="body" sz="quarter" idx="17"/>
          </p:nvPr>
        </p:nvSpPr>
        <p:spPr>
          <a:xfrm>
            <a:off x="3248025" y="2200276"/>
            <a:ext cx="2647951" cy="2514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B52A9230-F1FC-C523-A53B-9667414B381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C55ECD6A-8E2E-A223-3E39-72993526B860}"/>
              </a:ext>
              <a:ext uri="{C183D7F6-B498-43B3-948B-1728B52AA6E4}">
                <adec:decorative xmlns:adec="http://schemas.microsoft.com/office/drawing/2017/decorative" val="1"/>
              </a:ext>
            </a:extLst>
          </p:cNvPr>
          <p:cNvSpPr>
            <a:spLocks noGrp="1"/>
          </p:cNvSpPr>
          <p:nvPr>
            <p:ph type="dt" sz="half" idx="11"/>
          </p:nvPr>
        </p:nvSpPr>
        <p:spPr/>
        <p:txBody>
          <a:bodyPr/>
          <a:lstStyle/>
          <a:p>
            <a:fld id="{0457AE57-F2D8-437C-AC9C-E6ECCE2C3002}" type="datetimeyyyy">
              <a:rPr lang="en-US" smtClean="0"/>
              <a:t>2026</a:t>
            </a:fld>
            <a:endParaRPr lang="en-US"/>
          </a:p>
        </p:txBody>
      </p:sp>
      <p:sp>
        <p:nvSpPr>
          <p:cNvPr id="5" name="Slide Number Placeholder 4">
            <a:extLst>
              <a:ext uri="{FF2B5EF4-FFF2-40B4-BE49-F238E27FC236}">
                <a16:creationId xmlns:a16="http://schemas.microsoft.com/office/drawing/2014/main" id="{65356671-D16F-7EC8-7C74-947979083AD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grpSp>
        <p:nvGrpSpPr>
          <p:cNvPr id="15" name="Group 14">
            <a:extLst>
              <a:ext uri="{FF2B5EF4-FFF2-40B4-BE49-F238E27FC236}">
                <a16:creationId xmlns:a16="http://schemas.microsoft.com/office/drawing/2014/main" id="{0F2669AF-24DE-73C1-9392-8C9FF09BC335}"/>
              </a:ext>
              <a:ext uri="{C183D7F6-B498-43B3-948B-1728B52AA6E4}">
                <adec:decorative xmlns:adec="http://schemas.microsoft.com/office/drawing/2017/decorative" val="1"/>
              </a:ext>
            </a:extLst>
          </p:cNvPr>
          <p:cNvGrpSpPr/>
          <p:nvPr userDrawn="1"/>
        </p:nvGrpSpPr>
        <p:grpSpPr>
          <a:xfrm>
            <a:off x="9332989" y="0"/>
            <a:ext cx="2308073" cy="5143497"/>
            <a:chOff x="12443985" y="0"/>
            <a:chExt cx="3077430" cy="6857996"/>
          </a:xfrm>
        </p:grpSpPr>
        <p:sp>
          <p:nvSpPr>
            <p:cNvPr id="16" name="Rectangle 15">
              <a:extLst>
                <a:ext uri="{FF2B5EF4-FFF2-40B4-BE49-F238E27FC236}">
                  <a16:creationId xmlns:a16="http://schemas.microsoft.com/office/drawing/2014/main" id="{4B60F39E-81A4-EAC4-949F-6AE8FC585089}"/>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900"/>
                </a:spcBef>
              </a:pPr>
              <a:r>
                <a:rPr lang="en-US" sz="750" b="1" cap="all">
                  <a:solidFill>
                    <a:schemeClr val="bg1"/>
                  </a:solidFill>
                </a:rPr>
                <a:t>Shape Layout INSTRUCTIONS</a:t>
              </a:r>
            </a:p>
            <a:p>
              <a:pPr marL="130969" indent="-130969">
                <a:spcBef>
                  <a:spcPts val="900"/>
                </a:spcBef>
                <a:buFont typeface="Avenir Next LT Pro" panose="020B0504020202020204" pitchFamily="34" charset="0"/>
                <a:buChar char="•"/>
              </a:pPr>
              <a:r>
                <a:rPr lang="en-US" sz="750">
                  <a:solidFill>
                    <a:schemeClr val="bg1"/>
                  </a:solidFill>
                </a:rPr>
                <a:t>The colored shape on this layout is intended </a:t>
              </a:r>
              <a:br>
                <a:rPr lang="en-US" sz="750">
                  <a:solidFill>
                    <a:schemeClr val="bg1"/>
                  </a:solidFill>
                </a:rPr>
              </a:br>
              <a:r>
                <a:rPr lang="en-US" sz="750">
                  <a:solidFill>
                    <a:schemeClr val="bg1"/>
                  </a:solidFill>
                </a:rPr>
                <a:t>to add some fun and interest to the slide. </a:t>
              </a:r>
            </a:p>
            <a:p>
              <a:pPr marL="130969" indent="-130969">
                <a:spcBef>
                  <a:spcPts val="900"/>
                </a:spcBef>
                <a:buFont typeface="Avenir Next LT Pro" panose="020B0504020202020204" pitchFamily="34" charset="0"/>
                <a:buChar char="•"/>
              </a:pPr>
              <a:r>
                <a:rPr lang="en-US" sz="750">
                  <a:solidFill>
                    <a:schemeClr val="bg1"/>
                  </a:solidFill>
                </a:rPr>
                <a:t>The shape is optional. Remove it by selecting and hitting delete. </a:t>
              </a:r>
            </a:p>
            <a:p>
              <a:pPr marL="130969" indent="-130969">
                <a:spcBef>
                  <a:spcPts val="900"/>
                </a:spcBef>
                <a:buFont typeface="Avenir Next LT Pro" panose="020B0504020202020204" pitchFamily="34" charset="0"/>
                <a:buChar char="•"/>
              </a:pPr>
              <a:r>
                <a:rPr lang="en-US" sz="750">
                  <a:solidFill>
                    <a:schemeClr val="bg1"/>
                  </a:solidFill>
                </a:rPr>
                <a:t>Change the color by selecting it and </a:t>
              </a:r>
              <a:br>
                <a:rPr lang="en-US" sz="750">
                  <a:solidFill>
                    <a:schemeClr val="bg1"/>
                  </a:solidFill>
                </a:rPr>
              </a:br>
              <a:r>
                <a:rPr lang="en-US" sz="750">
                  <a:solidFill>
                    <a:schemeClr val="bg1"/>
                  </a:solidFill>
                </a:rPr>
                <a:t>choosing a new color from the theme row </a:t>
              </a:r>
              <a:br>
                <a:rPr lang="en-US" sz="750">
                  <a:solidFill>
                    <a:schemeClr val="bg1"/>
                  </a:solidFill>
                </a:rPr>
              </a:br>
              <a:r>
                <a:rPr lang="en-US" sz="750">
                  <a:solidFill>
                    <a:schemeClr val="bg1"/>
                  </a:solidFill>
                </a:rPr>
                <a:t>of the Fill Palette, Accents 1 – 6.</a:t>
              </a:r>
            </a:p>
            <a:p>
              <a:pPr marL="130969" indent="-130969">
                <a:spcBef>
                  <a:spcPts val="900"/>
                </a:spcBef>
                <a:buFont typeface="Avenir Next LT Pro" panose="020B0504020202020204" pitchFamily="34" charset="0"/>
                <a:buChar char="•"/>
              </a:pPr>
              <a:endParaRPr lang="en-US" sz="750">
                <a:solidFill>
                  <a:schemeClr val="bg1"/>
                </a:solidFill>
              </a:endParaRPr>
            </a:p>
            <a:p>
              <a:pPr marL="130969" indent="-130969">
                <a:spcBef>
                  <a:spcPts val="900"/>
                </a:spcBef>
                <a:buFont typeface="Avenir Next LT Pro" panose="020B0504020202020204" pitchFamily="34" charset="0"/>
                <a:buChar char="•"/>
              </a:pPr>
              <a:endParaRPr lang="en-US" sz="750">
                <a:solidFill>
                  <a:schemeClr val="bg1"/>
                </a:solidFill>
              </a:endParaRPr>
            </a:p>
            <a:p>
              <a:pPr marL="130969" indent="-130969">
                <a:spcBef>
                  <a:spcPts val="900"/>
                </a:spcBef>
                <a:buFont typeface="Avenir Next LT Pro" panose="020B0504020202020204" pitchFamily="34" charset="0"/>
                <a:buChar char="•"/>
              </a:pPr>
              <a:endParaRPr lang="en-US" sz="750">
                <a:solidFill>
                  <a:schemeClr val="bg1"/>
                </a:solidFill>
              </a:endParaRPr>
            </a:p>
            <a:p>
              <a:pPr>
                <a:spcBef>
                  <a:spcPts val="900"/>
                </a:spcBef>
              </a:pPr>
              <a:endParaRPr lang="en-US" sz="750">
                <a:solidFill>
                  <a:schemeClr val="bg1"/>
                </a:solidFill>
              </a:endParaRPr>
            </a:p>
            <a:p>
              <a:pPr marL="130969" indent="-130969">
                <a:spcBef>
                  <a:spcPts val="900"/>
                </a:spcBef>
                <a:buFont typeface="Avenir Next LT Pro" panose="020B0504020202020204" pitchFamily="34" charset="0"/>
                <a:buChar char="•"/>
              </a:pPr>
              <a:r>
                <a:rPr lang="en-US" sz="750">
                  <a:solidFill>
                    <a:schemeClr val="bg1"/>
                  </a:solidFill>
                </a:rPr>
                <a:t>The background shape should always sit behind the other elements on the slide. </a:t>
              </a:r>
              <a:br>
                <a:rPr lang="en-US" sz="750">
                  <a:solidFill>
                    <a:schemeClr val="bg1"/>
                  </a:solidFill>
                </a:rPr>
              </a:br>
              <a:r>
                <a:rPr lang="en-US" sz="750">
                  <a:solidFill>
                    <a:schemeClr val="bg1"/>
                  </a:solidFill>
                </a:rPr>
                <a:t>If an image placeholder exists on the same layout, once you add the image you may have to select it and use Arrange &gt; Send to Back.</a:t>
              </a:r>
            </a:p>
          </p:txBody>
        </p:sp>
        <p:grpSp>
          <p:nvGrpSpPr>
            <p:cNvPr id="17" name="Group 16">
              <a:extLst>
                <a:ext uri="{FF2B5EF4-FFF2-40B4-BE49-F238E27FC236}">
                  <a16:creationId xmlns:a16="http://schemas.microsoft.com/office/drawing/2014/main" id="{790984F6-727B-ED3C-CA0A-CCCB32B7C03D}"/>
                </a:ext>
              </a:extLst>
            </p:cNvPr>
            <p:cNvGrpSpPr/>
            <p:nvPr/>
          </p:nvGrpSpPr>
          <p:grpSpPr>
            <a:xfrm>
              <a:off x="13142686" y="1954129"/>
              <a:ext cx="1455058" cy="864391"/>
              <a:chOff x="12700000" y="2008563"/>
              <a:chExt cx="2565400" cy="1524000"/>
            </a:xfrm>
          </p:grpSpPr>
          <p:pic>
            <p:nvPicPr>
              <p:cNvPr id="18" name="Picture 17" descr="A picture containing table&#10;&#10;Description automatically generated">
                <a:extLst>
                  <a:ext uri="{FF2B5EF4-FFF2-40B4-BE49-F238E27FC236}">
                    <a16:creationId xmlns:a16="http://schemas.microsoft.com/office/drawing/2014/main" id="{855D2DBF-5C17-B85D-2792-7DBBB310676A}"/>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19" name="Rectangle 18">
                <a:extLst>
                  <a:ext uri="{FF2B5EF4-FFF2-40B4-BE49-F238E27FC236}">
                    <a16:creationId xmlns:a16="http://schemas.microsoft.com/office/drawing/2014/main" id="{991C273C-E3C5-F61E-F52F-661C145F0206}"/>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endParaRPr>
              </a:p>
            </p:txBody>
          </p:sp>
        </p:grpSp>
      </p:grpSp>
    </p:spTree>
    <p:extLst>
      <p:ext uri="{BB962C8B-B14F-4D97-AF65-F5344CB8AC3E}">
        <p14:creationId xmlns:p14="http://schemas.microsoft.com/office/powerpoint/2010/main" val="40219553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Column with Icons">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0C507CE-6937-A24E-0092-2FAE7F2631F0}"/>
              </a:ext>
              <a:ext uri="{C183D7F6-B498-43B3-948B-1728B52AA6E4}">
                <adec:decorative xmlns:adec="http://schemas.microsoft.com/office/drawing/2017/decorative" val="1"/>
              </a:ext>
            </a:extLst>
          </p:cNvPr>
          <p:cNvSpPr>
            <a:spLocks noGrp="1"/>
          </p:cNvSpPr>
          <p:nvPr>
            <p:ph type="body" sz="quarter" idx="18"/>
          </p:nvPr>
        </p:nvSpPr>
        <p:spPr>
          <a:xfrm>
            <a:off x="6067427" y="0"/>
            <a:ext cx="2761343" cy="5143500"/>
          </a:xfrm>
          <a:custGeom>
            <a:avLst/>
            <a:gdLst>
              <a:gd name="connsiteX0" fmla="*/ 2392972 w 3681791"/>
              <a:gd name="connsiteY0" fmla="*/ 0 h 6858000"/>
              <a:gd name="connsiteX1" fmla="*/ 3681791 w 3681791"/>
              <a:gd name="connsiteY1" fmla="*/ 0 h 6858000"/>
              <a:gd name="connsiteX2" fmla="*/ 1816033 w 3681791"/>
              <a:gd name="connsiteY2" fmla="*/ 948232 h 6858000"/>
              <a:gd name="connsiteX3" fmla="*/ 1457629 w 3681791"/>
              <a:gd name="connsiteY3" fmla="*/ 2047397 h 6858000"/>
              <a:gd name="connsiteX4" fmla="*/ 2727476 w 3681791"/>
              <a:gd name="connsiteY4" fmla="*/ 4546089 h 6858000"/>
              <a:gd name="connsiteX5" fmla="*/ 2727535 w 3681791"/>
              <a:gd name="connsiteY5" fmla="*/ 4546030 h 6858000"/>
              <a:gd name="connsiteX6" fmla="*/ 2113124 w 3681791"/>
              <a:gd name="connsiteY6" fmla="*/ 6430324 h 6858000"/>
              <a:gd name="connsiteX7" fmla="*/ 1271600 w 3681791"/>
              <a:gd name="connsiteY7" fmla="*/ 6858000 h 6858000"/>
              <a:gd name="connsiteX8" fmla="*/ 0 w 3681791"/>
              <a:gd name="connsiteY8" fmla="*/ 6858000 h 6858000"/>
              <a:gd name="connsiteX9" fmla="*/ 0 w 3681791"/>
              <a:gd name="connsiteY9" fmla="*/ 6849265 h 6858000"/>
              <a:gd name="connsiteX10" fmla="*/ 1848516 w 3681791"/>
              <a:gd name="connsiteY10" fmla="*/ 5909840 h 6858000"/>
              <a:gd name="connsiteX11" fmla="*/ 2206921 w 3681791"/>
              <a:gd name="connsiteY11" fmla="*/ 4810674 h 6858000"/>
              <a:gd name="connsiteX12" fmla="*/ 937038 w 3681791"/>
              <a:gd name="connsiteY12" fmla="*/ 2311970 h 6858000"/>
              <a:gd name="connsiteX13" fmla="*/ 1551449 w 3681791"/>
              <a:gd name="connsiteY13" fmla="*/ 427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81791" h="6858000">
                <a:moveTo>
                  <a:pt x="2392972" y="0"/>
                </a:moveTo>
                <a:lnTo>
                  <a:pt x="3681791" y="0"/>
                </a:lnTo>
                <a:lnTo>
                  <a:pt x="1816033" y="948232"/>
                </a:lnTo>
                <a:cubicBezTo>
                  <a:pt x="1413533" y="1152789"/>
                  <a:pt x="1253072" y="1644896"/>
                  <a:pt x="1457629" y="2047397"/>
                </a:cubicBezTo>
                <a:lnTo>
                  <a:pt x="2727476" y="4546089"/>
                </a:lnTo>
                <a:lnTo>
                  <a:pt x="2727535" y="4546030"/>
                </a:lnTo>
                <a:cubicBezTo>
                  <a:pt x="3078183" y="5236046"/>
                  <a:pt x="2803104" y="6079665"/>
                  <a:pt x="2113124" y="6430324"/>
                </a:cubicBezTo>
                <a:lnTo>
                  <a:pt x="1271600" y="6858000"/>
                </a:lnTo>
                <a:lnTo>
                  <a:pt x="0" y="6858000"/>
                </a:lnTo>
                <a:lnTo>
                  <a:pt x="0" y="6849265"/>
                </a:lnTo>
                <a:lnTo>
                  <a:pt x="1848516" y="5909840"/>
                </a:lnTo>
                <a:cubicBezTo>
                  <a:pt x="2251017" y="5705283"/>
                  <a:pt x="2411478" y="5213175"/>
                  <a:pt x="2206921" y="4810674"/>
                </a:cubicBezTo>
                <a:lnTo>
                  <a:pt x="937038" y="2311970"/>
                </a:lnTo>
                <a:cubicBezTo>
                  <a:pt x="586390" y="1621954"/>
                  <a:pt x="861468" y="778335"/>
                  <a:pt x="1551449" y="427676"/>
                </a:cubicBezTo>
                <a:close/>
              </a:path>
            </a:pathLst>
          </a:custGeom>
          <a:solidFill>
            <a:srgbClr val="E7EFFF"/>
          </a:solidFill>
        </p:spPr>
        <p:txBody>
          <a:bodyPr wrap="square">
            <a:noAutofit/>
          </a:bodyPr>
          <a:lstStyle>
            <a:lvl1pPr marL="0" indent="0">
              <a:buNone/>
              <a:defRPr sz="375">
                <a:noFill/>
              </a:defRPr>
            </a:lvl1pPr>
          </a:lstStyle>
          <a:p>
            <a:pPr lvl="0"/>
            <a:r>
              <a:rPr lang="en-US"/>
              <a:t>Click to edit Master text styles</a:t>
            </a:r>
          </a:p>
        </p:txBody>
      </p:sp>
      <p:sp>
        <p:nvSpPr>
          <p:cNvPr id="2" name="Title 1">
            <a:extLst>
              <a:ext uri="{FF2B5EF4-FFF2-40B4-BE49-F238E27FC236}">
                <a16:creationId xmlns:a16="http://schemas.microsoft.com/office/drawing/2014/main" id="{C07F44A8-AD82-4AF7-203E-212BBB52AAAD}"/>
              </a:ext>
            </a:extLst>
          </p:cNvPr>
          <p:cNvSpPr>
            <a:spLocks noGrp="1"/>
          </p:cNvSpPr>
          <p:nvPr>
            <p:ph type="title"/>
          </p:nvPr>
        </p:nvSpPr>
        <p:spPr>
          <a:xfrm>
            <a:off x="428625" y="428626"/>
            <a:ext cx="5463778" cy="74295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6096F732-E72A-840F-3D79-7051722E0480}"/>
              </a:ext>
            </a:extLst>
          </p:cNvPr>
          <p:cNvSpPr>
            <a:spLocks noGrp="1"/>
          </p:cNvSpPr>
          <p:nvPr>
            <p:ph type="body" sz="quarter" idx="13"/>
          </p:nvPr>
        </p:nvSpPr>
        <p:spPr>
          <a:xfrm>
            <a:off x="428625" y="1314450"/>
            <a:ext cx="5463778" cy="342900"/>
          </a:xfrm>
        </p:spPr>
        <p:txBody>
          <a:bodyPr/>
          <a:lstStyle>
            <a:lvl1pPr marL="0" indent="0">
              <a:lnSpc>
                <a:spcPct val="90000"/>
              </a:lnSpc>
              <a:buNone/>
              <a:defRPr sz="1650"/>
            </a:lvl1pPr>
            <a:lvl2pPr marL="170259" indent="0">
              <a:buNone/>
              <a:defRPr/>
            </a:lvl2pPr>
            <a:lvl3pPr marL="345281" indent="0">
              <a:buNone/>
              <a:defRPr/>
            </a:lvl3pPr>
            <a:lvl4pPr marL="469106" indent="0">
              <a:buNone/>
              <a:defRPr/>
            </a:lvl4pPr>
            <a:lvl5pPr marL="598885" indent="0">
              <a:buNone/>
              <a:defRPr/>
            </a:lvl5pPr>
          </a:lstStyle>
          <a:p>
            <a:pPr lvl="0"/>
            <a:r>
              <a:rPr lang="en-US"/>
              <a:t>Click to edit Master text styles</a:t>
            </a:r>
          </a:p>
        </p:txBody>
      </p:sp>
      <p:sp>
        <p:nvSpPr>
          <p:cNvPr id="7" name="Text Placeholder 32">
            <a:extLst>
              <a:ext uri="{FF2B5EF4-FFF2-40B4-BE49-F238E27FC236}">
                <a16:creationId xmlns:a16="http://schemas.microsoft.com/office/drawing/2014/main" id="{1FDEFD3A-5D85-2A44-25C8-737F5901F4FF}"/>
              </a:ext>
            </a:extLst>
          </p:cNvPr>
          <p:cNvSpPr>
            <a:spLocks noGrp="1"/>
          </p:cNvSpPr>
          <p:nvPr>
            <p:ph type="body" sz="quarter" idx="16"/>
          </p:nvPr>
        </p:nvSpPr>
        <p:spPr>
          <a:xfrm>
            <a:off x="428625" y="3086100"/>
            <a:ext cx="2647951" cy="16287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32">
            <a:extLst>
              <a:ext uri="{FF2B5EF4-FFF2-40B4-BE49-F238E27FC236}">
                <a16:creationId xmlns:a16="http://schemas.microsoft.com/office/drawing/2014/main" id="{38B2091C-8A4F-4EAE-4E71-3B0D8175E6A8}"/>
              </a:ext>
            </a:extLst>
          </p:cNvPr>
          <p:cNvSpPr>
            <a:spLocks noGrp="1"/>
          </p:cNvSpPr>
          <p:nvPr>
            <p:ph type="body" sz="quarter" idx="17"/>
          </p:nvPr>
        </p:nvSpPr>
        <p:spPr>
          <a:xfrm>
            <a:off x="3248025" y="3086100"/>
            <a:ext cx="2647951" cy="16287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2">
            <a:extLst>
              <a:ext uri="{FF2B5EF4-FFF2-40B4-BE49-F238E27FC236}">
                <a16:creationId xmlns:a16="http://schemas.microsoft.com/office/drawing/2014/main" id="{1E944DCE-BD3F-5994-51CD-692924824449}"/>
              </a:ext>
              <a:ext uri="{C183D7F6-B498-43B3-948B-1728B52AA6E4}">
                <adec:decorative xmlns:adec="http://schemas.microsoft.com/office/drawing/2017/decorative" val="1"/>
              </a:ext>
            </a:extLst>
          </p:cNvPr>
          <p:cNvSpPr>
            <a:spLocks noGrp="1"/>
          </p:cNvSpPr>
          <p:nvPr>
            <p:ph type="pic" sz="quarter" idx="19" hasCustomPrompt="1"/>
          </p:nvPr>
        </p:nvSpPr>
        <p:spPr>
          <a:xfrm>
            <a:off x="428624" y="2210819"/>
            <a:ext cx="685800" cy="685800"/>
          </a:xfrm>
        </p:spPr>
        <p:txBody>
          <a:bodyPr/>
          <a:lstStyle>
            <a:lvl1pPr marL="0" indent="0">
              <a:lnSpc>
                <a:spcPct val="90000"/>
              </a:lnSpc>
              <a:buNone/>
              <a:defRPr sz="825" b="1">
                <a:solidFill>
                  <a:schemeClr val="accent1"/>
                </a:solidFill>
              </a:defRPr>
            </a:lvl1pPr>
          </a:lstStyle>
          <a:p>
            <a:r>
              <a:rPr lang="en-US"/>
              <a:t>Click placeholder and paste icon</a:t>
            </a:r>
          </a:p>
        </p:txBody>
      </p:sp>
      <p:sp>
        <p:nvSpPr>
          <p:cNvPr id="15" name="Picture Placeholder 12">
            <a:extLst>
              <a:ext uri="{FF2B5EF4-FFF2-40B4-BE49-F238E27FC236}">
                <a16:creationId xmlns:a16="http://schemas.microsoft.com/office/drawing/2014/main" id="{94E4368B-BFE1-F75C-8C3E-DE2A86940FED}"/>
              </a:ext>
              <a:ext uri="{C183D7F6-B498-43B3-948B-1728B52AA6E4}">
                <adec:decorative xmlns:adec="http://schemas.microsoft.com/office/drawing/2017/decorative" val="1"/>
              </a:ext>
            </a:extLst>
          </p:cNvPr>
          <p:cNvSpPr>
            <a:spLocks noGrp="1"/>
          </p:cNvSpPr>
          <p:nvPr>
            <p:ph type="pic" sz="quarter" idx="20" hasCustomPrompt="1"/>
          </p:nvPr>
        </p:nvSpPr>
        <p:spPr>
          <a:xfrm>
            <a:off x="3248024" y="2210819"/>
            <a:ext cx="685800" cy="685800"/>
          </a:xfrm>
        </p:spPr>
        <p:txBody>
          <a:bodyPr/>
          <a:lstStyle>
            <a:lvl1pPr marL="0" indent="0">
              <a:lnSpc>
                <a:spcPct val="90000"/>
              </a:lnSpc>
              <a:buNone/>
              <a:defRPr sz="825" b="1">
                <a:solidFill>
                  <a:schemeClr val="accent1"/>
                </a:solidFill>
              </a:defRPr>
            </a:lvl1pPr>
          </a:lstStyle>
          <a:p>
            <a:r>
              <a:rPr lang="en-US"/>
              <a:t>Click placeholder and paste icon</a:t>
            </a:r>
          </a:p>
        </p:txBody>
      </p:sp>
      <p:sp>
        <p:nvSpPr>
          <p:cNvPr id="3" name="Footer Placeholder 2">
            <a:extLst>
              <a:ext uri="{FF2B5EF4-FFF2-40B4-BE49-F238E27FC236}">
                <a16:creationId xmlns:a16="http://schemas.microsoft.com/office/drawing/2014/main" id="{B52A9230-F1FC-C523-A53B-9667414B381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C55ECD6A-8E2E-A223-3E39-72993526B860}"/>
              </a:ext>
              <a:ext uri="{C183D7F6-B498-43B3-948B-1728B52AA6E4}">
                <adec:decorative xmlns:adec="http://schemas.microsoft.com/office/drawing/2017/decorative" val="1"/>
              </a:ext>
            </a:extLst>
          </p:cNvPr>
          <p:cNvSpPr>
            <a:spLocks noGrp="1"/>
          </p:cNvSpPr>
          <p:nvPr>
            <p:ph type="dt" sz="half" idx="11"/>
          </p:nvPr>
        </p:nvSpPr>
        <p:spPr/>
        <p:txBody>
          <a:bodyPr/>
          <a:lstStyle/>
          <a:p>
            <a:fld id="{C1F2051F-B99E-43D1-BA66-EAD627E85373}" type="datetimeyyyy">
              <a:rPr lang="en-US" smtClean="0"/>
              <a:t>2026</a:t>
            </a:fld>
            <a:endParaRPr lang="en-US"/>
          </a:p>
        </p:txBody>
      </p:sp>
      <p:sp>
        <p:nvSpPr>
          <p:cNvPr id="5" name="Slide Number Placeholder 4">
            <a:extLst>
              <a:ext uri="{FF2B5EF4-FFF2-40B4-BE49-F238E27FC236}">
                <a16:creationId xmlns:a16="http://schemas.microsoft.com/office/drawing/2014/main" id="{65356671-D16F-7EC8-7C74-947979083AD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grpSp>
        <p:nvGrpSpPr>
          <p:cNvPr id="22" name="Group 21">
            <a:extLst>
              <a:ext uri="{FF2B5EF4-FFF2-40B4-BE49-F238E27FC236}">
                <a16:creationId xmlns:a16="http://schemas.microsoft.com/office/drawing/2014/main" id="{3696D35F-F342-16F6-DF65-09B85F5F0DC5}"/>
              </a:ext>
              <a:ext uri="{C183D7F6-B498-43B3-948B-1728B52AA6E4}">
                <adec:decorative xmlns:adec="http://schemas.microsoft.com/office/drawing/2017/decorative" val="1"/>
              </a:ext>
            </a:extLst>
          </p:cNvPr>
          <p:cNvGrpSpPr/>
          <p:nvPr userDrawn="1"/>
        </p:nvGrpSpPr>
        <p:grpSpPr>
          <a:xfrm>
            <a:off x="9332989" y="0"/>
            <a:ext cx="2308073" cy="5143497"/>
            <a:chOff x="12443985" y="0"/>
            <a:chExt cx="3077430" cy="6857996"/>
          </a:xfrm>
        </p:grpSpPr>
        <p:sp>
          <p:nvSpPr>
            <p:cNvPr id="23" name="Rectangle 22">
              <a:extLst>
                <a:ext uri="{FF2B5EF4-FFF2-40B4-BE49-F238E27FC236}">
                  <a16:creationId xmlns:a16="http://schemas.microsoft.com/office/drawing/2014/main" id="{7AAB15EC-155F-380E-66D4-1D91FBF28DB5}"/>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900"/>
                </a:spcBef>
              </a:pPr>
              <a:r>
                <a:rPr lang="en-US" sz="750" b="1" cap="all">
                  <a:solidFill>
                    <a:schemeClr val="bg1"/>
                  </a:solidFill>
                </a:rPr>
                <a:t>Shape Layout INSTRUCTIONS</a:t>
              </a:r>
            </a:p>
            <a:p>
              <a:pPr marL="130969" indent="-130969">
                <a:spcBef>
                  <a:spcPts val="900"/>
                </a:spcBef>
                <a:buFont typeface="Avenir Next LT Pro" panose="020B0504020202020204" pitchFamily="34" charset="0"/>
                <a:buChar char="•"/>
              </a:pPr>
              <a:r>
                <a:rPr lang="en-US" sz="750">
                  <a:solidFill>
                    <a:schemeClr val="bg1"/>
                  </a:solidFill>
                </a:rPr>
                <a:t>The colored shape on this layout is intended </a:t>
              </a:r>
              <a:br>
                <a:rPr lang="en-US" sz="750">
                  <a:solidFill>
                    <a:schemeClr val="bg1"/>
                  </a:solidFill>
                </a:rPr>
              </a:br>
              <a:r>
                <a:rPr lang="en-US" sz="750">
                  <a:solidFill>
                    <a:schemeClr val="bg1"/>
                  </a:solidFill>
                </a:rPr>
                <a:t>to add some fun and interest to the slide. </a:t>
              </a:r>
            </a:p>
            <a:p>
              <a:pPr marL="130969" indent="-130969">
                <a:spcBef>
                  <a:spcPts val="900"/>
                </a:spcBef>
                <a:buFont typeface="Avenir Next LT Pro" panose="020B0504020202020204" pitchFamily="34" charset="0"/>
                <a:buChar char="•"/>
              </a:pPr>
              <a:r>
                <a:rPr lang="en-US" sz="750">
                  <a:solidFill>
                    <a:schemeClr val="bg1"/>
                  </a:solidFill>
                </a:rPr>
                <a:t>The shape is optional. Remove it by selecting and hitting delete. </a:t>
              </a:r>
            </a:p>
            <a:p>
              <a:pPr marL="130969" indent="-130969">
                <a:spcBef>
                  <a:spcPts val="900"/>
                </a:spcBef>
                <a:buFont typeface="Avenir Next LT Pro" panose="020B0504020202020204" pitchFamily="34" charset="0"/>
                <a:buChar char="•"/>
              </a:pPr>
              <a:r>
                <a:rPr lang="en-US" sz="750">
                  <a:solidFill>
                    <a:schemeClr val="bg1"/>
                  </a:solidFill>
                </a:rPr>
                <a:t>Change the color by selecting it and </a:t>
              </a:r>
              <a:br>
                <a:rPr lang="en-US" sz="750">
                  <a:solidFill>
                    <a:schemeClr val="bg1"/>
                  </a:solidFill>
                </a:rPr>
              </a:br>
              <a:r>
                <a:rPr lang="en-US" sz="750">
                  <a:solidFill>
                    <a:schemeClr val="bg1"/>
                  </a:solidFill>
                </a:rPr>
                <a:t>choosing a new color from the theme row </a:t>
              </a:r>
              <a:br>
                <a:rPr lang="en-US" sz="750">
                  <a:solidFill>
                    <a:schemeClr val="bg1"/>
                  </a:solidFill>
                </a:rPr>
              </a:br>
              <a:r>
                <a:rPr lang="en-US" sz="750">
                  <a:solidFill>
                    <a:schemeClr val="bg1"/>
                  </a:solidFill>
                </a:rPr>
                <a:t>of the Fill Palette, Accents 1 – 6.</a:t>
              </a:r>
            </a:p>
            <a:p>
              <a:pPr marL="130969" indent="-130969">
                <a:spcBef>
                  <a:spcPts val="900"/>
                </a:spcBef>
                <a:buFont typeface="Avenir Next LT Pro" panose="020B0504020202020204" pitchFamily="34" charset="0"/>
                <a:buChar char="•"/>
              </a:pPr>
              <a:endParaRPr lang="en-US" sz="750">
                <a:solidFill>
                  <a:schemeClr val="bg1"/>
                </a:solidFill>
              </a:endParaRPr>
            </a:p>
            <a:p>
              <a:pPr marL="130969" indent="-130969">
                <a:spcBef>
                  <a:spcPts val="900"/>
                </a:spcBef>
                <a:buFont typeface="Avenir Next LT Pro" panose="020B0504020202020204" pitchFamily="34" charset="0"/>
                <a:buChar char="•"/>
              </a:pPr>
              <a:endParaRPr lang="en-US" sz="750">
                <a:solidFill>
                  <a:schemeClr val="bg1"/>
                </a:solidFill>
              </a:endParaRPr>
            </a:p>
            <a:p>
              <a:pPr marL="130969" indent="-130969">
                <a:spcBef>
                  <a:spcPts val="900"/>
                </a:spcBef>
                <a:buFont typeface="Avenir Next LT Pro" panose="020B0504020202020204" pitchFamily="34" charset="0"/>
                <a:buChar char="•"/>
              </a:pPr>
              <a:endParaRPr lang="en-US" sz="750">
                <a:solidFill>
                  <a:schemeClr val="bg1"/>
                </a:solidFill>
              </a:endParaRPr>
            </a:p>
            <a:p>
              <a:pPr>
                <a:spcBef>
                  <a:spcPts val="900"/>
                </a:spcBef>
              </a:pPr>
              <a:endParaRPr lang="en-US" sz="750">
                <a:solidFill>
                  <a:schemeClr val="bg1"/>
                </a:solidFill>
              </a:endParaRPr>
            </a:p>
            <a:p>
              <a:pPr marL="130969" indent="-130969">
                <a:spcBef>
                  <a:spcPts val="900"/>
                </a:spcBef>
                <a:buFont typeface="Avenir Next LT Pro" panose="020B0504020202020204" pitchFamily="34" charset="0"/>
                <a:buChar char="•"/>
              </a:pPr>
              <a:r>
                <a:rPr lang="en-US" sz="750">
                  <a:solidFill>
                    <a:schemeClr val="bg1"/>
                  </a:solidFill>
                </a:rPr>
                <a:t>The background shape should always sit behind the other elements on the slide. </a:t>
              </a:r>
              <a:br>
                <a:rPr lang="en-US" sz="750">
                  <a:solidFill>
                    <a:schemeClr val="bg1"/>
                  </a:solidFill>
                </a:rPr>
              </a:br>
              <a:r>
                <a:rPr lang="en-US" sz="750">
                  <a:solidFill>
                    <a:schemeClr val="bg1"/>
                  </a:solidFill>
                </a:rPr>
                <a:t>If an image placeholder exists on the same layout, once you add the image you may have to select it and use Arrange &gt; Send to Back.</a:t>
              </a:r>
            </a:p>
          </p:txBody>
        </p:sp>
        <p:grpSp>
          <p:nvGrpSpPr>
            <p:cNvPr id="24" name="Group 23">
              <a:extLst>
                <a:ext uri="{FF2B5EF4-FFF2-40B4-BE49-F238E27FC236}">
                  <a16:creationId xmlns:a16="http://schemas.microsoft.com/office/drawing/2014/main" id="{B9C3F7E0-0442-F9E9-986D-190EB489D8C7}"/>
                </a:ext>
              </a:extLst>
            </p:cNvPr>
            <p:cNvGrpSpPr/>
            <p:nvPr/>
          </p:nvGrpSpPr>
          <p:grpSpPr>
            <a:xfrm>
              <a:off x="13142686" y="1954129"/>
              <a:ext cx="1455058" cy="864391"/>
              <a:chOff x="12700000" y="2008563"/>
              <a:chExt cx="2565400" cy="1524000"/>
            </a:xfrm>
          </p:grpSpPr>
          <p:pic>
            <p:nvPicPr>
              <p:cNvPr id="25" name="Picture 24" descr="A picture containing table&#10;&#10;Description automatically generated">
                <a:extLst>
                  <a:ext uri="{FF2B5EF4-FFF2-40B4-BE49-F238E27FC236}">
                    <a16:creationId xmlns:a16="http://schemas.microsoft.com/office/drawing/2014/main" id="{0340D8CF-99DE-10B1-5714-858E0784A3CC}"/>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26" name="Rectangle 25">
                <a:extLst>
                  <a:ext uri="{FF2B5EF4-FFF2-40B4-BE49-F238E27FC236}">
                    <a16:creationId xmlns:a16="http://schemas.microsoft.com/office/drawing/2014/main" id="{DF5209E7-52FC-3789-6976-CB292E3F0695}"/>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endParaRPr>
              </a:p>
            </p:txBody>
          </p:sp>
        </p:grpSp>
      </p:grpSp>
    </p:spTree>
    <p:extLst>
      <p:ext uri="{BB962C8B-B14F-4D97-AF65-F5344CB8AC3E}">
        <p14:creationId xmlns:p14="http://schemas.microsoft.com/office/powerpoint/2010/main" val="22511912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Column 1/4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F44A8-AD82-4AF7-203E-212BBB52AAAD}"/>
              </a:ext>
            </a:extLst>
          </p:cNvPr>
          <p:cNvSpPr>
            <a:spLocks noGrp="1"/>
          </p:cNvSpPr>
          <p:nvPr>
            <p:ph type="title"/>
          </p:nvPr>
        </p:nvSpPr>
        <p:spPr>
          <a:xfrm>
            <a:off x="428625" y="428625"/>
            <a:ext cx="5463778" cy="74295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6096F732-E72A-840F-3D79-7051722E0480}"/>
              </a:ext>
            </a:extLst>
          </p:cNvPr>
          <p:cNvSpPr>
            <a:spLocks noGrp="1"/>
          </p:cNvSpPr>
          <p:nvPr>
            <p:ph type="body" sz="quarter" idx="13"/>
          </p:nvPr>
        </p:nvSpPr>
        <p:spPr>
          <a:xfrm>
            <a:off x="428625" y="1314450"/>
            <a:ext cx="5463778" cy="342900"/>
          </a:xfrm>
        </p:spPr>
        <p:txBody>
          <a:bodyPr/>
          <a:lstStyle>
            <a:lvl1pPr marL="0" indent="0">
              <a:lnSpc>
                <a:spcPct val="90000"/>
              </a:lnSpc>
              <a:buNone/>
              <a:defRPr sz="1650"/>
            </a:lvl1pPr>
            <a:lvl2pPr marL="170259" indent="0">
              <a:buNone/>
              <a:defRPr/>
            </a:lvl2pPr>
            <a:lvl3pPr marL="345281" indent="0">
              <a:buNone/>
              <a:defRPr/>
            </a:lvl3pPr>
            <a:lvl4pPr marL="469106" indent="0">
              <a:buNone/>
              <a:defRPr/>
            </a:lvl4pPr>
            <a:lvl5pPr marL="598885" indent="0">
              <a:buNone/>
              <a:defRPr/>
            </a:lvl5pPr>
          </a:lstStyle>
          <a:p>
            <a:pPr lvl="0"/>
            <a:r>
              <a:rPr lang="en-US"/>
              <a:t>Click to edit Master text styles</a:t>
            </a:r>
          </a:p>
        </p:txBody>
      </p:sp>
      <p:sp>
        <p:nvSpPr>
          <p:cNvPr id="7" name="Text Placeholder 32">
            <a:extLst>
              <a:ext uri="{FF2B5EF4-FFF2-40B4-BE49-F238E27FC236}">
                <a16:creationId xmlns:a16="http://schemas.microsoft.com/office/drawing/2014/main" id="{1FDEFD3A-5D85-2A44-25C8-737F5901F4FF}"/>
              </a:ext>
            </a:extLst>
          </p:cNvPr>
          <p:cNvSpPr>
            <a:spLocks noGrp="1"/>
          </p:cNvSpPr>
          <p:nvPr>
            <p:ph type="body" sz="quarter" idx="16"/>
          </p:nvPr>
        </p:nvSpPr>
        <p:spPr>
          <a:xfrm>
            <a:off x="428625" y="2200276"/>
            <a:ext cx="2647951" cy="2514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32">
            <a:extLst>
              <a:ext uri="{FF2B5EF4-FFF2-40B4-BE49-F238E27FC236}">
                <a16:creationId xmlns:a16="http://schemas.microsoft.com/office/drawing/2014/main" id="{38B2091C-8A4F-4EAE-4E71-3B0D8175E6A8}"/>
              </a:ext>
            </a:extLst>
          </p:cNvPr>
          <p:cNvSpPr>
            <a:spLocks noGrp="1"/>
          </p:cNvSpPr>
          <p:nvPr>
            <p:ph type="body" sz="quarter" idx="17"/>
          </p:nvPr>
        </p:nvSpPr>
        <p:spPr>
          <a:xfrm>
            <a:off x="3248025" y="2200276"/>
            <a:ext cx="2647951" cy="2514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28">
            <a:extLst>
              <a:ext uri="{FF2B5EF4-FFF2-40B4-BE49-F238E27FC236}">
                <a16:creationId xmlns:a16="http://schemas.microsoft.com/office/drawing/2014/main" id="{49CF629A-7AF3-66CD-0D32-3BE10848832C}"/>
              </a:ext>
              <a:ext uri="{C183D7F6-B498-43B3-948B-1728B52AA6E4}">
                <adec:decorative xmlns:adec="http://schemas.microsoft.com/office/drawing/2017/decorative" val="0"/>
              </a:ext>
            </a:extLst>
          </p:cNvPr>
          <p:cNvSpPr>
            <a:spLocks noGrp="1"/>
          </p:cNvSpPr>
          <p:nvPr>
            <p:ph type="pic" sz="quarter" idx="24"/>
          </p:nvPr>
        </p:nvSpPr>
        <p:spPr>
          <a:xfrm>
            <a:off x="6772275" y="0"/>
            <a:ext cx="2371725" cy="5143500"/>
          </a:xfrm>
          <a:custGeom>
            <a:avLst/>
            <a:gdLst>
              <a:gd name="connsiteX0" fmla="*/ 727770 w 3162300"/>
              <a:gd name="connsiteY0" fmla="*/ 0 h 6858000"/>
              <a:gd name="connsiteX1" fmla="*/ 3162300 w 3162300"/>
              <a:gd name="connsiteY1" fmla="*/ 0 h 6858000"/>
              <a:gd name="connsiteX2" fmla="*/ 3162300 w 3162300"/>
              <a:gd name="connsiteY2" fmla="*/ 6858000 h 6858000"/>
              <a:gd name="connsiteX3" fmla="*/ 0 w 3162300"/>
              <a:gd name="connsiteY3" fmla="*/ 6858000 h 6858000"/>
              <a:gd name="connsiteX4" fmla="*/ 0 w 3162300"/>
              <a:gd name="connsiteY4" fmla="*/ 727733 h 6858000"/>
              <a:gd name="connsiteX5" fmla="*/ 3755 w 3162300"/>
              <a:gd name="connsiteY5" fmla="*/ 653362 h 6858000"/>
              <a:gd name="connsiteX6" fmla="*/ 727770 w 316230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62300" h="6858000">
                <a:moveTo>
                  <a:pt x="727770" y="0"/>
                </a:moveTo>
                <a:lnTo>
                  <a:pt x="3162300" y="0"/>
                </a:lnTo>
                <a:lnTo>
                  <a:pt x="3162300" y="6858000"/>
                </a:lnTo>
                <a:lnTo>
                  <a:pt x="0" y="6858000"/>
                </a:lnTo>
                <a:lnTo>
                  <a:pt x="0" y="727733"/>
                </a:lnTo>
                <a:lnTo>
                  <a:pt x="3755" y="653362"/>
                </a:lnTo>
                <a:cubicBezTo>
                  <a:pt x="41025" y="286379"/>
                  <a:pt x="350954" y="0"/>
                  <a:pt x="727770" y="0"/>
                </a:cubicBezTo>
                <a:close/>
              </a:path>
            </a:pathLst>
          </a:custGeom>
        </p:spPr>
        <p:txBody>
          <a:bodyPr wrap="square">
            <a:noAutofit/>
          </a:bodyPr>
          <a:lstStyle>
            <a:lvl1pPr marL="0" indent="0" algn="r">
              <a:buNone/>
              <a:defRPr/>
            </a:lvl1pPr>
          </a:lstStyle>
          <a:p>
            <a:r>
              <a:rPr lang="en-US"/>
              <a:t>Click icon to add picture</a:t>
            </a:r>
          </a:p>
        </p:txBody>
      </p:sp>
      <p:sp>
        <p:nvSpPr>
          <p:cNvPr id="3" name="Footer Placeholder 2">
            <a:extLst>
              <a:ext uri="{FF2B5EF4-FFF2-40B4-BE49-F238E27FC236}">
                <a16:creationId xmlns:a16="http://schemas.microsoft.com/office/drawing/2014/main" id="{B52A9230-F1FC-C523-A53B-9667414B381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C55ECD6A-8E2E-A223-3E39-72993526B860}"/>
              </a:ext>
              <a:ext uri="{C183D7F6-B498-43B3-948B-1728B52AA6E4}">
                <adec:decorative xmlns:adec="http://schemas.microsoft.com/office/drawing/2017/decorative" val="1"/>
              </a:ext>
            </a:extLst>
          </p:cNvPr>
          <p:cNvSpPr>
            <a:spLocks noGrp="1"/>
          </p:cNvSpPr>
          <p:nvPr>
            <p:ph type="dt" sz="half" idx="11"/>
          </p:nvPr>
        </p:nvSpPr>
        <p:spPr/>
        <p:txBody>
          <a:bodyPr/>
          <a:lstStyle/>
          <a:p>
            <a:fld id="{1406CC75-83FE-41F5-AD12-F41B02F537B4}" type="datetimeyyyy">
              <a:rPr lang="en-US" smtClean="0"/>
              <a:t>2026</a:t>
            </a:fld>
            <a:endParaRPr lang="en-US"/>
          </a:p>
        </p:txBody>
      </p:sp>
      <p:sp>
        <p:nvSpPr>
          <p:cNvPr id="5" name="Slide Number Placeholder 4">
            <a:extLst>
              <a:ext uri="{FF2B5EF4-FFF2-40B4-BE49-F238E27FC236}">
                <a16:creationId xmlns:a16="http://schemas.microsoft.com/office/drawing/2014/main" id="{65356671-D16F-7EC8-7C74-947979083AD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4584334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 Columns with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AACBF-6D40-5AA4-5BDF-2C861821D128}"/>
              </a:ext>
            </a:extLst>
          </p:cNvPr>
          <p:cNvSpPr>
            <a:spLocks noGrp="1"/>
          </p:cNvSpPr>
          <p:nvPr>
            <p:ph type="title"/>
          </p:nvPr>
        </p:nvSpPr>
        <p:spPr>
          <a:xfrm>
            <a:off x="428625" y="428626"/>
            <a:ext cx="8286750" cy="340913"/>
          </a:xfrm>
        </p:spPr>
        <p:txBody>
          <a:bodyPr/>
          <a:lstStyle/>
          <a:p>
            <a:r>
              <a:rPr lang="en-US"/>
              <a:t>Click to edit Master title style</a:t>
            </a:r>
          </a:p>
        </p:txBody>
      </p:sp>
      <p:sp>
        <p:nvSpPr>
          <p:cNvPr id="13" name="Text Placeholder 11">
            <a:extLst>
              <a:ext uri="{FF2B5EF4-FFF2-40B4-BE49-F238E27FC236}">
                <a16:creationId xmlns:a16="http://schemas.microsoft.com/office/drawing/2014/main" id="{C818C551-152F-2103-3EE7-3B2D997C9840}"/>
              </a:ext>
            </a:extLst>
          </p:cNvPr>
          <p:cNvSpPr>
            <a:spLocks noGrp="1"/>
          </p:cNvSpPr>
          <p:nvPr>
            <p:ph type="body" sz="quarter" idx="13"/>
          </p:nvPr>
        </p:nvSpPr>
        <p:spPr>
          <a:xfrm>
            <a:off x="428625" y="868815"/>
            <a:ext cx="8286750" cy="342900"/>
          </a:xfrm>
        </p:spPr>
        <p:txBody>
          <a:bodyPr/>
          <a:lstStyle>
            <a:lvl1pPr marL="0" indent="0">
              <a:lnSpc>
                <a:spcPct val="90000"/>
              </a:lnSpc>
              <a:buNone/>
              <a:defRPr sz="1650"/>
            </a:lvl1pPr>
            <a:lvl2pPr marL="170259" indent="0">
              <a:buNone/>
              <a:defRPr/>
            </a:lvl2pPr>
            <a:lvl3pPr marL="345281" indent="0">
              <a:buNone/>
              <a:defRPr/>
            </a:lvl3pPr>
            <a:lvl4pPr marL="469106" indent="0">
              <a:buNone/>
              <a:defRPr/>
            </a:lvl4pPr>
            <a:lvl5pPr marL="598885" indent="0">
              <a:buNone/>
              <a:defRPr/>
            </a:lvl5pPr>
          </a:lstStyle>
          <a:p>
            <a:pPr lvl="0"/>
            <a:r>
              <a:rPr lang="en-US"/>
              <a:t>Click to edit Master text styles</a:t>
            </a:r>
          </a:p>
        </p:txBody>
      </p:sp>
      <p:sp>
        <p:nvSpPr>
          <p:cNvPr id="14" name="Text Placeholder 30">
            <a:extLst>
              <a:ext uri="{FF2B5EF4-FFF2-40B4-BE49-F238E27FC236}">
                <a16:creationId xmlns:a16="http://schemas.microsoft.com/office/drawing/2014/main" id="{B330C6E8-74AC-027F-4137-DDDB3B919DD4}"/>
              </a:ext>
            </a:extLst>
          </p:cNvPr>
          <p:cNvSpPr>
            <a:spLocks noGrp="1"/>
          </p:cNvSpPr>
          <p:nvPr>
            <p:ph type="body" sz="quarter" idx="15"/>
          </p:nvPr>
        </p:nvSpPr>
        <p:spPr>
          <a:xfrm>
            <a:off x="428625" y="2208736"/>
            <a:ext cx="2092509" cy="345409"/>
          </a:xfrm>
        </p:spPr>
        <p:txBody>
          <a:bodyPr anchor="b"/>
          <a:lstStyle>
            <a:lvl1pPr marL="0" indent="0">
              <a:lnSpc>
                <a:spcPct val="90000"/>
              </a:lnSpc>
              <a:buNone/>
              <a:defRPr sz="1050" b="1"/>
            </a:lvl1pPr>
            <a:lvl2pPr marL="170259" indent="0">
              <a:buNone/>
              <a:defRPr sz="1050"/>
            </a:lvl2pPr>
            <a:lvl3pPr marL="345281" indent="0">
              <a:buNone/>
              <a:defRPr sz="1050"/>
            </a:lvl3pPr>
            <a:lvl4pPr marL="469106" indent="0">
              <a:buNone/>
              <a:defRPr sz="1050"/>
            </a:lvl4pPr>
            <a:lvl5pPr marL="598885" indent="0">
              <a:buNone/>
              <a:defRPr sz="1050"/>
            </a:lvl5pPr>
          </a:lstStyle>
          <a:p>
            <a:pPr lvl="0"/>
            <a:r>
              <a:rPr lang="en-US"/>
              <a:t>Click to edit Master text styles</a:t>
            </a:r>
          </a:p>
        </p:txBody>
      </p:sp>
      <p:sp>
        <p:nvSpPr>
          <p:cNvPr id="15" name="Text Placeholder 32">
            <a:extLst>
              <a:ext uri="{FF2B5EF4-FFF2-40B4-BE49-F238E27FC236}">
                <a16:creationId xmlns:a16="http://schemas.microsoft.com/office/drawing/2014/main" id="{D83F64D3-BC10-CDE1-A07C-0E1F9785B35D}"/>
              </a:ext>
            </a:extLst>
          </p:cNvPr>
          <p:cNvSpPr>
            <a:spLocks noGrp="1"/>
          </p:cNvSpPr>
          <p:nvPr>
            <p:ph type="body" sz="quarter" idx="16"/>
          </p:nvPr>
        </p:nvSpPr>
        <p:spPr>
          <a:xfrm>
            <a:off x="428625" y="2653422"/>
            <a:ext cx="2100485" cy="20614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0">
            <a:extLst>
              <a:ext uri="{FF2B5EF4-FFF2-40B4-BE49-F238E27FC236}">
                <a16:creationId xmlns:a16="http://schemas.microsoft.com/office/drawing/2014/main" id="{285225B3-273F-7279-EB8A-741B150620CE}"/>
              </a:ext>
            </a:extLst>
          </p:cNvPr>
          <p:cNvSpPr>
            <a:spLocks noGrp="1"/>
          </p:cNvSpPr>
          <p:nvPr>
            <p:ph type="body" sz="quarter" idx="17"/>
          </p:nvPr>
        </p:nvSpPr>
        <p:spPr>
          <a:xfrm>
            <a:off x="3256776" y="2208736"/>
            <a:ext cx="2092509" cy="345409"/>
          </a:xfrm>
        </p:spPr>
        <p:txBody>
          <a:bodyPr anchor="b"/>
          <a:lstStyle>
            <a:lvl1pPr marL="0" indent="0">
              <a:lnSpc>
                <a:spcPct val="90000"/>
              </a:lnSpc>
              <a:buNone/>
              <a:defRPr sz="1050" b="1"/>
            </a:lvl1pPr>
            <a:lvl2pPr marL="170259" indent="0">
              <a:buNone/>
              <a:defRPr sz="1050"/>
            </a:lvl2pPr>
            <a:lvl3pPr marL="345281" indent="0">
              <a:buNone/>
              <a:defRPr sz="1050"/>
            </a:lvl3pPr>
            <a:lvl4pPr marL="469106" indent="0">
              <a:buNone/>
              <a:defRPr sz="1050"/>
            </a:lvl4pPr>
            <a:lvl5pPr marL="598885" indent="0">
              <a:buNone/>
              <a:defRPr sz="1050"/>
            </a:lvl5pPr>
          </a:lstStyle>
          <a:p>
            <a:pPr lvl="0"/>
            <a:r>
              <a:rPr lang="en-US"/>
              <a:t>Click to edit Master text styles</a:t>
            </a:r>
          </a:p>
        </p:txBody>
      </p:sp>
      <p:sp>
        <p:nvSpPr>
          <p:cNvPr id="17" name="Text Placeholder 32">
            <a:extLst>
              <a:ext uri="{FF2B5EF4-FFF2-40B4-BE49-F238E27FC236}">
                <a16:creationId xmlns:a16="http://schemas.microsoft.com/office/drawing/2014/main" id="{4D4D2E13-2787-F1B2-E5AE-1D85E0E1A10C}"/>
              </a:ext>
            </a:extLst>
          </p:cNvPr>
          <p:cNvSpPr>
            <a:spLocks noGrp="1"/>
          </p:cNvSpPr>
          <p:nvPr>
            <p:ph type="body" sz="quarter" idx="18"/>
          </p:nvPr>
        </p:nvSpPr>
        <p:spPr>
          <a:xfrm>
            <a:off x="3256776" y="2653422"/>
            <a:ext cx="2100485" cy="20614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30">
            <a:extLst>
              <a:ext uri="{FF2B5EF4-FFF2-40B4-BE49-F238E27FC236}">
                <a16:creationId xmlns:a16="http://schemas.microsoft.com/office/drawing/2014/main" id="{4AC21DC7-D60D-0236-284B-EEDFCD026BF8}"/>
              </a:ext>
            </a:extLst>
          </p:cNvPr>
          <p:cNvSpPr>
            <a:spLocks noGrp="1"/>
          </p:cNvSpPr>
          <p:nvPr>
            <p:ph type="body" sz="quarter" idx="19"/>
          </p:nvPr>
        </p:nvSpPr>
        <p:spPr>
          <a:xfrm>
            <a:off x="6067425" y="2208736"/>
            <a:ext cx="2092509" cy="345409"/>
          </a:xfrm>
        </p:spPr>
        <p:txBody>
          <a:bodyPr anchor="b"/>
          <a:lstStyle>
            <a:lvl1pPr marL="0" indent="0">
              <a:lnSpc>
                <a:spcPct val="90000"/>
              </a:lnSpc>
              <a:buNone/>
              <a:defRPr sz="1050" b="1"/>
            </a:lvl1pPr>
            <a:lvl2pPr marL="170259" indent="0">
              <a:buNone/>
              <a:defRPr sz="1050"/>
            </a:lvl2pPr>
            <a:lvl3pPr marL="345281" indent="0">
              <a:buNone/>
              <a:defRPr sz="1050"/>
            </a:lvl3pPr>
            <a:lvl4pPr marL="469106" indent="0">
              <a:buNone/>
              <a:defRPr sz="1050"/>
            </a:lvl4pPr>
            <a:lvl5pPr marL="598885" indent="0">
              <a:buNone/>
              <a:defRPr sz="1050"/>
            </a:lvl5pPr>
          </a:lstStyle>
          <a:p>
            <a:pPr lvl="0"/>
            <a:r>
              <a:rPr lang="en-US"/>
              <a:t>Click to edit Master text styles</a:t>
            </a:r>
          </a:p>
        </p:txBody>
      </p:sp>
      <p:sp>
        <p:nvSpPr>
          <p:cNvPr id="19" name="Text Placeholder 32">
            <a:extLst>
              <a:ext uri="{FF2B5EF4-FFF2-40B4-BE49-F238E27FC236}">
                <a16:creationId xmlns:a16="http://schemas.microsoft.com/office/drawing/2014/main" id="{E58BEA09-D3EA-AF02-14FF-FB6E0CD6889D}"/>
              </a:ext>
            </a:extLst>
          </p:cNvPr>
          <p:cNvSpPr>
            <a:spLocks noGrp="1"/>
          </p:cNvSpPr>
          <p:nvPr>
            <p:ph type="body" sz="quarter" idx="20"/>
          </p:nvPr>
        </p:nvSpPr>
        <p:spPr>
          <a:xfrm>
            <a:off x="6067425" y="2653422"/>
            <a:ext cx="2100485" cy="20614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Picture Placeholder 12">
            <a:extLst>
              <a:ext uri="{FF2B5EF4-FFF2-40B4-BE49-F238E27FC236}">
                <a16:creationId xmlns:a16="http://schemas.microsoft.com/office/drawing/2014/main" id="{38387850-D4C4-CFC2-9884-391073D7ACF7}"/>
              </a:ext>
              <a:ext uri="{C183D7F6-B498-43B3-948B-1728B52AA6E4}">
                <adec:decorative xmlns:adec="http://schemas.microsoft.com/office/drawing/2017/decorative" val="1"/>
              </a:ext>
            </a:extLst>
          </p:cNvPr>
          <p:cNvSpPr>
            <a:spLocks noGrp="1"/>
          </p:cNvSpPr>
          <p:nvPr>
            <p:ph type="pic" sz="quarter" idx="21" hasCustomPrompt="1"/>
          </p:nvPr>
        </p:nvSpPr>
        <p:spPr>
          <a:xfrm>
            <a:off x="428624" y="1540426"/>
            <a:ext cx="685800" cy="685800"/>
          </a:xfrm>
        </p:spPr>
        <p:txBody>
          <a:bodyPr/>
          <a:lstStyle>
            <a:lvl1pPr marL="0" indent="0">
              <a:lnSpc>
                <a:spcPct val="90000"/>
              </a:lnSpc>
              <a:buNone/>
              <a:defRPr sz="825" b="1">
                <a:solidFill>
                  <a:schemeClr val="accent1"/>
                </a:solidFill>
              </a:defRPr>
            </a:lvl1pPr>
          </a:lstStyle>
          <a:p>
            <a:r>
              <a:rPr lang="en-US"/>
              <a:t>Click placeholder and paste icon</a:t>
            </a:r>
          </a:p>
        </p:txBody>
      </p:sp>
      <p:sp>
        <p:nvSpPr>
          <p:cNvPr id="22" name="Picture Placeholder 12">
            <a:extLst>
              <a:ext uri="{FF2B5EF4-FFF2-40B4-BE49-F238E27FC236}">
                <a16:creationId xmlns:a16="http://schemas.microsoft.com/office/drawing/2014/main" id="{775C6465-934F-ACEA-12FC-D1028AC527BD}"/>
              </a:ext>
              <a:ext uri="{C183D7F6-B498-43B3-948B-1728B52AA6E4}">
                <adec:decorative xmlns:adec="http://schemas.microsoft.com/office/drawing/2017/decorative" val="1"/>
              </a:ext>
            </a:extLst>
          </p:cNvPr>
          <p:cNvSpPr>
            <a:spLocks noGrp="1"/>
          </p:cNvSpPr>
          <p:nvPr>
            <p:ph type="pic" sz="quarter" idx="22" hasCustomPrompt="1"/>
          </p:nvPr>
        </p:nvSpPr>
        <p:spPr>
          <a:xfrm>
            <a:off x="3256776" y="1540426"/>
            <a:ext cx="685800" cy="685800"/>
          </a:xfrm>
        </p:spPr>
        <p:txBody>
          <a:bodyPr/>
          <a:lstStyle>
            <a:lvl1pPr marL="0" indent="0">
              <a:lnSpc>
                <a:spcPct val="90000"/>
              </a:lnSpc>
              <a:buNone/>
              <a:defRPr sz="825" b="1">
                <a:solidFill>
                  <a:schemeClr val="accent1"/>
                </a:solidFill>
              </a:defRPr>
            </a:lvl1pPr>
          </a:lstStyle>
          <a:p>
            <a:r>
              <a:rPr lang="en-US"/>
              <a:t>Click placeholder and paste icon</a:t>
            </a:r>
          </a:p>
        </p:txBody>
      </p:sp>
      <p:sp>
        <p:nvSpPr>
          <p:cNvPr id="23" name="Picture Placeholder 12">
            <a:extLst>
              <a:ext uri="{FF2B5EF4-FFF2-40B4-BE49-F238E27FC236}">
                <a16:creationId xmlns:a16="http://schemas.microsoft.com/office/drawing/2014/main" id="{0EDE01F0-DBB5-382D-6E34-A289FEEDBB73}"/>
              </a:ext>
              <a:ext uri="{C183D7F6-B498-43B3-948B-1728B52AA6E4}">
                <adec:decorative xmlns:adec="http://schemas.microsoft.com/office/drawing/2017/decorative" val="1"/>
              </a:ext>
            </a:extLst>
          </p:cNvPr>
          <p:cNvSpPr>
            <a:spLocks noGrp="1"/>
          </p:cNvSpPr>
          <p:nvPr>
            <p:ph type="pic" sz="quarter" idx="23" hasCustomPrompt="1"/>
          </p:nvPr>
        </p:nvSpPr>
        <p:spPr>
          <a:xfrm>
            <a:off x="6067425" y="1540426"/>
            <a:ext cx="685800" cy="685800"/>
          </a:xfrm>
        </p:spPr>
        <p:txBody>
          <a:bodyPr/>
          <a:lstStyle>
            <a:lvl1pPr marL="0" indent="0">
              <a:lnSpc>
                <a:spcPct val="90000"/>
              </a:lnSpc>
              <a:buNone/>
              <a:defRPr sz="825" b="1">
                <a:solidFill>
                  <a:schemeClr val="accent1"/>
                </a:solidFill>
              </a:defRPr>
            </a:lvl1pPr>
          </a:lstStyle>
          <a:p>
            <a:r>
              <a:rPr lang="en-US"/>
              <a:t>Click placeholder and paste icon</a:t>
            </a:r>
          </a:p>
        </p:txBody>
      </p:sp>
      <p:sp>
        <p:nvSpPr>
          <p:cNvPr id="3" name="Footer Placeholder 2">
            <a:extLst>
              <a:ext uri="{FF2B5EF4-FFF2-40B4-BE49-F238E27FC236}">
                <a16:creationId xmlns:a16="http://schemas.microsoft.com/office/drawing/2014/main" id="{40649E68-BC25-D2D1-1D0F-B01C708E1215}"/>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8A3C6947-7372-563F-E959-9B77637A771C}"/>
              </a:ext>
              <a:ext uri="{C183D7F6-B498-43B3-948B-1728B52AA6E4}">
                <adec:decorative xmlns:adec="http://schemas.microsoft.com/office/drawing/2017/decorative" val="1"/>
              </a:ext>
            </a:extLst>
          </p:cNvPr>
          <p:cNvSpPr>
            <a:spLocks noGrp="1"/>
          </p:cNvSpPr>
          <p:nvPr>
            <p:ph type="dt" sz="half" idx="11"/>
          </p:nvPr>
        </p:nvSpPr>
        <p:spPr/>
        <p:txBody>
          <a:bodyPr/>
          <a:lstStyle/>
          <a:p>
            <a:fld id="{88966114-2432-4825-B9DE-9DD8135F3778}" type="datetimeyyyy">
              <a:rPr lang="en-US" smtClean="0"/>
              <a:t>2026</a:t>
            </a:fld>
            <a:endParaRPr lang="en-US"/>
          </a:p>
        </p:txBody>
      </p:sp>
      <p:sp>
        <p:nvSpPr>
          <p:cNvPr id="5" name="Slide Number Placeholder 4">
            <a:extLst>
              <a:ext uri="{FF2B5EF4-FFF2-40B4-BE49-F238E27FC236}">
                <a16:creationId xmlns:a16="http://schemas.microsoft.com/office/drawing/2014/main" id="{329EE3E0-A687-5F1F-65C8-1C61972957C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9748725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AACBF-6D40-5AA4-5BDF-2C861821D128}"/>
              </a:ext>
            </a:extLst>
          </p:cNvPr>
          <p:cNvSpPr>
            <a:spLocks noGrp="1"/>
          </p:cNvSpPr>
          <p:nvPr>
            <p:ph type="title"/>
          </p:nvPr>
        </p:nvSpPr>
        <p:spPr>
          <a:xfrm>
            <a:off x="428625" y="428626"/>
            <a:ext cx="8286750" cy="340913"/>
          </a:xfrm>
        </p:spPr>
        <p:txBody>
          <a:bodyPr/>
          <a:lstStyle/>
          <a:p>
            <a:r>
              <a:rPr lang="en-US"/>
              <a:t>Click to edit Master title style</a:t>
            </a:r>
          </a:p>
        </p:txBody>
      </p:sp>
      <p:sp>
        <p:nvSpPr>
          <p:cNvPr id="13" name="Text Placeholder 11">
            <a:extLst>
              <a:ext uri="{FF2B5EF4-FFF2-40B4-BE49-F238E27FC236}">
                <a16:creationId xmlns:a16="http://schemas.microsoft.com/office/drawing/2014/main" id="{C818C551-152F-2103-3EE7-3B2D997C9840}"/>
              </a:ext>
            </a:extLst>
          </p:cNvPr>
          <p:cNvSpPr>
            <a:spLocks noGrp="1"/>
          </p:cNvSpPr>
          <p:nvPr>
            <p:ph type="body" sz="quarter" idx="13"/>
          </p:nvPr>
        </p:nvSpPr>
        <p:spPr>
          <a:xfrm>
            <a:off x="428625" y="868815"/>
            <a:ext cx="8286750" cy="717453"/>
          </a:xfrm>
        </p:spPr>
        <p:txBody>
          <a:bodyPr/>
          <a:lstStyle>
            <a:lvl1pPr marL="0" indent="0">
              <a:lnSpc>
                <a:spcPct val="90000"/>
              </a:lnSpc>
              <a:buNone/>
              <a:defRPr sz="1650"/>
            </a:lvl1pPr>
            <a:lvl2pPr marL="170259" indent="0">
              <a:buNone/>
              <a:defRPr/>
            </a:lvl2pPr>
            <a:lvl3pPr marL="345281" indent="0">
              <a:buNone/>
              <a:defRPr/>
            </a:lvl3pPr>
            <a:lvl4pPr marL="469106" indent="0">
              <a:buNone/>
              <a:defRPr/>
            </a:lvl4pPr>
            <a:lvl5pPr marL="598885" indent="0">
              <a:buNone/>
              <a:defRPr/>
            </a:lvl5pPr>
          </a:lstStyle>
          <a:p>
            <a:pPr lvl="0"/>
            <a:r>
              <a:rPr lang="en-US"/>
              <a:t>Click to edit Master text styles</a:t>
            </a:r>
          </a:p>
        </p:txBody>
      </p:sp>
      <p:sp>
        <p:nvSpPr>
          <p:cNvPr id="14" name="Text Placeholder 30">
            <a:extLst>
              <a:ext uri="{FF2B5EF4-FFF2-40B4-BE49-F238E27FC236}">
                <a16:creationId xmlns:a16="http://schemas.microsoft.com/office/drawing/2014/main" id="{B330C6E8-74AC-027F-4137-DDDB3B919DD4}"/>
              </a:ext>
            </a:extLst>
          </p:cNvPr>
          <p:cNvSpPr>
            <a:spLocks noGrp="1"/>
          </p:cNvSpPr>
          <p:nvPr>
            <p:ph type="body" sz="quarter" idx="15"/>
          </p:nvPr>
        </p:nvSpPr>
        <p:spPr>
          <a:xfrm>
            <a:off x="428625" y="1756634"/>
            <a:ext cx="2092509" cy="300767"/>
          </a:xfrm>
        </p:spPr>
        <p:txBody>
          <a:bodyPr anchor="b"/>
          <a:lstStyle>
            <a:lvl1pPr marL="0" indent="0">
              <a:lnSpc>
                <a:spcPct val="90000"/>
              </a:lnSpc>
              <a:buNone/>
              <a:defRPr sz="1050" b="1"/>
            </a:lvl1pPr>
            <a:lvl2pPr marL="170259" indent="0">
              <a:buNone/>
              <a:defRPr sz="1050"/>
            </a:lvl2pPr>
            <a:lvl3pPr marL="345281" indent="0">
              <a:buNone/>
              <a:defRPr sz="1050"/>
            </a:lvl3pPr>
            <a:lvl4pPr marL="469106" indent="0">
              <a:buNone/>
              <a:defRPr sz="1050"/>
            </a:lvl4pPr>
            <a:lvl5pPr marL="598885" indent="0">
              <a:buNone/>
              <a:defRPr sz="1050"/>
            </a:lvl5pPr>
          </a:lstStyle>
          <a:p>
            <a:pPr lvl="0"/>
            <a:r>
              <a:rPr lang="en-US"/>
              <a:t>Click to edit Master text styles</a:t>
            </a:r>
          </a:p>
        </p:txBody>
      </p:sp>
      <p:sp>
        <p:nvSpPr>
          <p:cNvPr id="15" name="Text Placeholder 32">
            <a:extLst>
              <a:ext uri="{FF2B5EF4-FFF2-40B4-BE49-F238E27FC236}">
                <a16:creationId xmlns:a16="http://schemas.microsoft.com/office/drawing/2014/main" id="{D83F64D3-BC10-CDE1-A07C-0E1F9785B35D}"/>
              </a:ext>
            </a:extLst>
          </p:cNvPr>
          <p:cNvSpPr>
            <a:spLocks noGrp="1"/>
          </p:cNvSpPr>
          <p:nvPr>
            <p:ph type="body" sz="quarter" idx="16"/>
          </p:nvPr>
        </p:nvSpPr>
        <p:spPr>
          <a:xfrm>
            <a:off x="428625" y="2201320"/>
            <a:ext cx="2100485" cy="2513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0">
            <a:extLst>
              <a:ext uri="{FF2B5EF4-FFF2-40B4-BE49-F238E27FC236}">
                <a16:creationId xmlns:a16="http://schemas.microsoft.com/office/drawing/2014/main" id="{285225B3-273F-7279-EB8A-741B150620CE}"/>
              </a:ext>
            </a:extLst>
          </p:cNvPr>
          <p:cNvSpPr>
            <a:spLocks noGrp="1"/>
          </p:cNvSpPr>
          <p:nvPr>
            <p:ph type="body" sz="quarter" idx="17"/>
          </p:nvPr>
        </p:nvSpPr>
        <p:spPr>
          <a:xfrm>
            <a:off x="3256776" y="1756634"/>
            <a:ext cx="2092509" cy="300767"/>
          </a:xfrm>
        </p:spPr>
        <p:txBody>
          <a:bodyPr anchor="b"/>
          <a:lstStyle>
            <a:lvl1pPr marL="0" indent="0">
              <a:lnSpc>
                <a:spcPct val="90000"/>
              </a:lnSpc>
              <a:buNone/>
              <a:defRPr sz="1050" b="1"/>
            </a:lvl1pPr>
            <a:lvl2pPr marL="170259" indent="0">
              <a:buNone/>
              <a:defRPr sz="1050"/>
            </a:lvl2pPr>
            <a:lvl3pPr marL="345281" indent="0">
              <a:buNone/>
              <a:defRPr sz="1050"/>
            </a:lvl3pPr>
            <a:lvl4pPr marL="469106" indent="0">
              <a:buNone/>
              <a:defRPr sz="1050"/>
            </a:lvl4pPr>
            <a:lvl5pPr marL="598885" indent="0">
              <a:buNone/>
              <a:defRPr sz="1050"/>
            </a:lvl5pPr>
          </a:lstStyle>
          <a:p>
            <a:pPr lvl="0"/>
            <a:r>
              <a:rPr lang="en-US"/>
              <a:t>Click to edit Master text styles</a:t>
            </a:r>
          </a:p>
        </p:txBody>
      </p:sp>
      <p:sp>
        <p:nvSpPr>
          <p:cNvPr id="17" name="Text Placeholder 32">
            <a:extLst>
              <a:ext uri="{FF2B5EF4-FFF2-40B4-BE49-F238E27FC236}">
                <a16:creationId xmlns:a16="http://schemas.microsoft.com/office/drawing/2014/main" id="{4D4D2E13-2787-F1B2-E5AE-1D85E0E1A10C}"/>
              </a:ext>
            </a:extLst>
          </p:cNvPr>
          <p:cNvSpPr>
            <a:spLocks noGrp="1"/>
          </p:cNvSpPr>
          <p:nvPr>
            <p:ph type="body" sz="quarter" idx="18"/>
          </p:nvPr>
        </p:nvSpPr>
        <p:spPr>
          <a:xfrm>
            <a:off x="3256776" y="2201320"/>
            <a:ext cx="2100485" cy="2513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30">
            <a:extLst>
              <a:ext uri="{FF2B5EF4-FFF2-40B4-BE49-F238E27FC236}">
                <a16:creationId xmlns:a16="http://schemas.microsoft.com/office/drawing/2014/main" id="{4AC21DC7-D60D-0236-284B-EEDFCD026BF8}"/>
              </a:ext>
            </a:extLst>
          </p:cNvPr>
          <p:cNvSpPr>
            <a:spLocks noGrp="1"/>
          </p:cNvSpPr>
          <p:nvPr>
            <p:ph type="body" sz="quarter" idx="19"/>
          </p:nvPr>
        </p:nvSpPr>
        <p:spPr>
          <a:xfrm>
            <a:off x="6067425" y="1756634"/>
            <a:ext cx="2092509" cy="300767"/>
          </a:xfrm>
        </p:spPr>
        <p:txBody>
          <a:bodyPr anchor="b"/>
          <a:lstStyle>
            <a:lvl1pPr marL="0" indent="0">
              <a:lnSpc>
                <a:spcPct val="90000"/>
              </a:lnSpc>
              <a:buNone/>
              <a:defRPr sz="1050" b="1"/>
            </a:lvl1pPr>
            <a:lvl2pPr marL="170259" indent="0">
              <a:buNone/>
              <a:defRPr sz="1050"/>
            </a:lvl2pPr>
            <a:lvl3pPr marL="345281" indent="0">
              <a:buNone/>
              <a:defRPr sz="1050"/>
            </a:lvl3pPr>
            <a:lvl4pPr marL="469106" indent="0">
              <a:buNone/>
              <a:defRPr sz="1050"/>
            </a:lvl4pPr>
            <a:lvl5pPr marL="598885" indent="0">
              <a:buNone/>
              <a:defRPr sz="1050"/>
            </a:lvl5pPr>
          </a:lstStyle>
          <a:p>
            <a:pPr lvl="0"/>
            <a:r>
              <a:rPr lang="en-US"/>
              <a:t>Click to edit Master text styles</a:t>
            </a:r>
          </a:p>
        </p:txBody>
      </p:sp>
      <p:sp>
        <p:nvSpPr>
          <p:cNvPr id="19" name="Text Placeholder 32">
            <a:extLst>
              <a:ext uri="{FF2B5EF4-FFF2-40B4-BE49-F238E27FC236}">
                <a16:creationId xmlns:a16="http://schemas.microsoft.com/office/drawing/2014/main" id="{E58BEA09-D3EA-AF02-14FF-FB6E0CD6889D}"/>
              </a:ext>
            </a:extLst>
          </p:cNvPr>
          <p:cNvSpPr>
            <a:spLocks noGrp="1"/>
          </p:cNvSpPr>
          <p:nvPr>
            <p:ph type="body" sz="quarter" idx="20"/>
          </p:nvPr>
        </p:nvSpPr>
        <p:spPr>
          <a:xfrm>
            <a:off x="6067425" y="2201320"/>
            <a:ext cx="2100485" cy="2513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40649E68-BC25-D2D1-1D0F-B01C708E1215}"/>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8A3C6947-7372-563F-E959-9B77637A771C}"/>
              </a:ext>
              <a:ext uri="{C183D7F6-B498-43B3-948B-1728B52AA6E4}">
                <adec:decorative xmlns:adec="http://schemas.microsoft.com/office/drawing/2017/decorative" val="1"/>
              </a:ext>
            </a:extLst>
          </p:cNvPr>
          <p:cNvSpPr>
            <a:spLocks noGrp="1"/>
          </p:cNvSpPr>
          <p:nvPr>
            <p:ph type="dt" sz="half" idx="11"/>
          </p:nvPr>
        </p:nvSpPr>
        <p:spPr/>
        <p:txBody>
          <a:bodyPr/>
          <a:lstStyle/>
          <a:p>
            <a:fld id="{B62A884F-2D3B-4906-A93D-BA8920D5E7AD}" type="datetimeyyyy">
              <a:rPr lang="en-US" smtClean="0"/>
              <a:t>2026</a:t>
            </a:fld>
            <a:endParaRPr lang="en-US"/>
          </a:p>
        </p:txBody>
      </p:sp>
      <p:sp>
        <p:nvSpPr>
          <p:cNvPr id="5" name="Slide Number Placeholder 4">
            <a:extLst>
              <a:ext uri="{FF2B5EF4-FFF2-40B4-BE49-F238E27FC236}">
                <a16:creationId xmlns:a16="http://schemas.microsoft.com/office/drawing/2014/main" id="{329EE3E0-A687-5F1F-65C8-1C61972957C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35140942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 Columns">
    <p:spTree>
      <p:nvGrpSpPr>
        <p:cNvPr id="1" name=""/>
        <p:cNvGrpSpPr/>
        <p:nvPr/>
      </p:nvGrpSpPr>
      <p:grpSpPr>
        <a:xfrm>
          <a:off x="0" y="0"/>
          <a:ext cx="0" cy="0"/>
          <a:chOff x="0" y="0"/>
          <a:chExt cx="0" cy="0"/>
        </a:xfrm>
      </p:grpSpPr>
      <p:sp>
        <p:nvSpPr>
          <p:cNvPr id="23" name="Title 6">
            <a:extLst>
              <a:ext uri="{FF2B5EF4-FFF2-40B4-BE49-F238E27FC236}">
                <a16:creationId xmlns:a16="http://schemas.microsoft.com/office/drawing/2014/main" id="{0091A866-C45E-09D3-028F-31000BAE4888}"/>
              </a:ext>
            </a:extLst>
          </p:cNvPr>
          <p:cNvSpPr>
            <a:spLocks noGrp="1"/>
          </p:cNvSpPr>
          <p:nvPr>
            <p:ph type="title"/>
          </p:nvPr>
        </p:nvSpPr>
        <p:spPr>
          <a:xfrm>
            <a:off x="428625" y="428626"/>
            <a:ext cx="8286750" cy="742950"/>
          </a:xfrm>
        </p:spPr>
        <p:txBody>
          <a:bodyPr/>
          <a:lstStyle/>
          <a:p>
            <a:r>
              <a:rPr lang="en-US"/>
              <a:t>Click to edit Master title style</a:t>
            </a:r>
          </a:p>
        </p:txBody>
      </p:sp>
      <p:sp>
        <p:nvSpPr>
          <p:cNvPr id="22" name="Text Placeholder 11">
            <a:extLst>
              <a:ext uri="{FF2B5EF4-FFF2-40B4-BE49-F238E27FC236}">
                <a16:creationId xmlns:a16="http://schemas.microsoft.com/office/drawing/2014/main" id="{069ABE66-0172-A4A5-8CD5-A84CFD199B7D}"/>
              </a:ext>
            </a:extLst>
          </p:cNvPr>
          <p:cNvSpPr>
            <a:spLocks noGrp="1"/>
          </p:cNvSpPr>
          <p:nvPr>
            <p:ph type="body" sz="quarter" idx="13"/>
          </p:nvPr>
        </p:nvSpPr>
        <p:spPr>
          <a:xfrm>
            <a:off x="428625" y="1314451"/>
            <a:ext cx="8286750" cy="342900"/>
          </a:xfrm>
        </p:spPr>
        <p:txBody>
          <a:bodyPr/>
          <a:lstStyle>
            <a:lvl1pPr marL="0" indent="0">
              <a:lnSpc>
                <a:spcPct val="90000"/>
              </a:lnSpc>
              <a:buNone/>
              <a:defRPr sz="1650"/>
            </a:lvl1pPr>
            <a:lvl2pPr marL="170259" indent="0">
              <a:buNone/>
              <a:defRPr/>
            </a:lvl2pPr>
            <a:lvl3pPr marL="345281" indent="0">
              <a:buNone/>
              <a:defRPr/>
            </a:lvl3pPr>
            <a:lvl4pPr marL="469106" indent="0">
              <a:buNone/>
              <a:defRPr/>
            </a:lvl4pPr>
            <a:lvl5pPr marL="598885" indent="0">
              <a:buNone/>
              <a:defRPr/>
            </a:lvl5pPr>
          </a:lstStyle>
          <a:p>
            <a:pPr lvl="0"/>
            <a:r>
              <a:rPr lang="en-US"/>
              <a:t>Click to edit Master text styles</a:t>
            </a:r>
          </a:p>
        </p:txBody>
      </p:sp>
      <p:sp>
        <p:nvSpPr>
          <p:cNvPr id="14" name="Text Placeholder 30">
            <a:extLst>
              <a:ext uri="{FF2B5EF4-FFF2-40B4-BE49-F238E27FC236}">
                <a16:creationId xmlns:a16="http://schemas.microsoft.com/office/drawing/2014/main" id="{B330C6E8-74AC-027F-4137-DDDB3B919DD4}"/>
              </a:ext>
            </a:extLst>
          </p:cNvPr>
          <p:cNvSpPr>
            <a:spLocks noGrp="1"/>
          </p:cNvSpPr>
          <p:nvPr>
            <p:ph type="body" sz="quarter" idx="15"/>
          </p:nvPr>
        </p:nvSpPr>
        <p:spPr>
          <a:xfrm>
            <a:off x="428626" y="2200276"/>
            <a:ext cx="1665290" cy="371474"/>
          </a:xfrm>
        </p:spPr>
        <p:txBody>
          <a:bodyPr anchor="b"/>
          <a:lstStyle>
            <a:lvl1pPr marL="0" indent="0">
              <a:lnSpc>
                <a:spcPct val="90000"/>
              </a:lnSpc>
              <a:buNone/>
              <a:defRPr sz="1050" b="1"/>
            </a:lvl1pPr>
            <a:lvl2pPr marL="170259" indent="0">
              <a:buNone/>
              <a:defRPr sz="1050"/>
            </a:lvl2pPr>
            <a:lvl3pPr marL="345281" indent="0">
              <a:buNone/>
              <a:defRPr sz="1050"/>
            </a:lvl3pPr>
            <a:lvl4pPr marL="469106" indent="0">
              <a:buNone/>
              <a:defRPr sz="1050"/>
            </a:lvl4pPr>
            <a:lvl5pPr marL="598885" indent="0">
              <a:buNone/>
              <a:defRPr sz="1050"/>
            </a:lvl5pPr>
          </a:lstStyle>
          <a:p>
            <a:pPr lvl="0"/>
            <a:r>
              <a:rPr lang="en-US"/>
              <a:t>Click to edit Master text styles</a:t>
            </a:r>
          </a:p>
        </p:txBody>
      </p:sp>
      <p:sp>
        <p:nvSpPr>
          <p:cNvPr id="15" name="Text Placeholder 32">
            <a:extLst>
              <a:ext uri="{FF2B5EF4-FFF2-40B4-BE49-F238E27FC236}">
                <a16:creationId xmlns:a16="http://schemas.microsoft.com/office/drawing/2014/main" id="{D83F64D3-BC10-CDE1-A07C-0E1F9785B35D}"/>
              </a:ext>
            </a:extLst>
          </p:cNvPr>
          <p:cNvSpPr>
            <a:spLocks noGrp="1"/>
          </p:cNvSpPr>
          <p:nvPr>
            <p:ph type="body" sz="quarter" idx="16"/>
          </p:nvPr>
        </p:nvSpPr>
        <p:spPr>
          <a:xfrm>
            <a:off x="428625" y="2753139"/>
            <a:ext cx="1671638" cy="19617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0">
            <a:extLst>
              <a:ext uri="{FF2B5EF4-FFF2-40B4-BE49-F238E27FC236}">
                <a16:creationId xmlns:a16="http://schemas.microsoft.com/office/drawing/2014/main" id="{285225B3-273F-7279-EB8A-741B150620CE}"/>
              </a:ext>
            </a:extLst>
          </p:cNvPr>
          <p:cNvSpPr>
            <a:spLocks noGrp="1"/>
          </p:cNvSpPr>
          <p:nvPr>
            <p:ph type="body" sz="quarter" idx="17"/>
          </p:nvPr>
        </p:nvSpPr>
        <p:spPr>
          <a:xfrm>
            <a:off x="2565216" y="2200276"/>
            <a:ext cx="1665290" cy="371474"/>
          </a:xfrm>
        </p:spPr>
        <p:txBody>
          <a:bodyPr anchor="b"/>
          <a:lstStyle>
            <a:lvl1pPr marL="0" indent="0">
              <a:lnSpc>
                <a:spcPct val="90000"/>
              </a:lnSpc>
              <a:buNone/>
              <a:defRPr sz="1050" b="1"/>
            </a:lvl1pPr>
            <a:lvl2pPr marL="170259" indent="0">
              <a:buNone/>
              <a:defRPr sz="1050"/>
            </a:lvl2pPr>
            <a:lvl3pPr marL="345281" indent="0">
              <a:buNone/>
              <a:defRPr sz="1050"/>
            </a:lvl3pPr>
            <a:lvl4pPr marL="469106" indent="0">
              <a:buNone/>
              <a:defRPr sz="1050"/>
            </a:lvl4pPr>
            <a:lvl5pPr marL="598885" indent="0">
              <a:buNone/>
              <a:defRPr sz="1050"/>
            </a:lvl5pPr>
          </a:lstStyle>
          <a:p>
            <a:pPr lvl="0"/>
            <a:r>
              <a:rPr lang="en-US"/>
              <a:t>Click to edit Master text styles</a:t>
            </a:r>
          </a:p>
        </p:txBody>
      </p:sp>
      <p:sp>
        <p:nvSpPr>
          <p:cNvPr id="17" name="Text Placeholder 32">
            <a:extLst>
              <a:ext uri="{FF2B5EF4-FFF2-40B4-BE49-F238E27FC236}">
                <a16:creationId xmlns:a16="http://schemas.microsoft.com/office/drawing/2014/main" id="{4D4D2E13-2787-F1B2-E5AE-1D85E0E1A10C}"/>
              </a:ext>
            </a:extLst>
          </p:cNvPr>
          <p:cNvSpPr>
            <a:spLocks noGrp="1"/>
          </p:cNvSpPr>
          <p:nvPr>
            <p:ph type="body" sz="quarter" idx="18"/>
          </p:nvPr>
        </p:nvSpPr>
        <p:spPr>
          <a:xfrm>
            <a:off x="2565216" y="2753139"/>
            <a:ext cx="1671638" cy="19617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30">
            <a:extLst>
              <a:ext uri="{FF2B5EF4-FFF2-40B4-BE49-F238E27FC236}">
                <a16:creationId xmlns:a16="http://schemas.microsoft.com/office/drawing/2014/main" id="{4AC21DC7-D60D-0236-284B-EEDFCD026BF8}"/>
              </a:ext>
            </a:extLst>
          </p:cNvPr>
          <p:cNvSpPr>
            <a:spLocks noGrp="1"/>
          </p:cNvSpPr>
          <p:nvPr>
            <p:ph type="body" sz="quarter" idx="19"/>
          </p:nvPr>
        </p:nvSpPr>
        <p:spPr>
          <a:xfrm>
            <a:off x="4669289" y="2200276"/>
            <a:ext cx="1665290" cy="371474"/>
          </a:xfrm>
        </p:spPr>
        <p:txBody>
          <a:bodyPr anchor="b"/>
          <a:lstStyle>
            <a:lvl1pPr marL="0" indent="0">
              <a:lnSpc>
                <a:spcPct val="90000"/>
              </a:lnSpc>
              <a:buNone/>
              <a:defRPr sz="1050" b="1"/>
            </a:lvl1pPr>
            <a:lvl2pPr marL="170259" indent="0">
              <a:buNone/>
              <a:defRPr sz="1050"/>
            </a:lvl2pPr>
            <a:lvl3pPr marL="345281" indent="0">
              <a:buNone/>
              <a:defRPr sz="1050"/>
            </a:lvl3pPr>
            <a:lvl4pPr marL="469106" indent="0">
              <a:buNone/>
              <a:defRPr sz="1050"/>
            </a:lvl4pPr>
            <a:lvl5pPr marL="598885" indent="0">
              <a:buNone/>
              <a:defRPr sz="1050"/>
            </a:lvl5pPr>
          </a:lstStyle>
          <a:p>
            <a:pPr lvl="0"/>
            <a:r>
              <a:rPr lang="en-US"/>
              <a:t>Click to edit Master text styles</a:t>
            </a:r>
          </a:p>
        </p:txBody>
      </p:sp>
      <p:sp>
        <p:nvSpPr>
          <p:cNvPr id="19" name="Text Placeholder 32">
            <a:extLst>
              <a:ext uri="{FF2B5EF4-FFF2-40B4-BE49-F238E27FC236}">
                <a16:creationId xmlns:a16="http://schemas.microsoft.com/office/drawing/2014/main" id="{E58BEA09-D3EA-AF02-14FF-FB6E0CD6889D}"/>
              </a:ext>
            </a:extLst>
          </p:cNvPr>
          <p:cNvSpPr>
            <a:spLocks noGrp="1"/>
          </p:cNvSpPr>
          <p:nvPr>
            <p:ph type="body" sz="quarter" idx="20"/>
          </p:nvPr>
        </p:nvSpPr>
        <p:spPr>
          <a:xfrm>
            <a:off x="4669288" y="2753139"/>
            <a:ext cx="1671638" cy="19617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0">
            <a:extLst>
              <a:ext uri="{FF2B5EF4-FFF2-40B4-BE49-F238E27FC236}">
                <a16:creationId xmlns:a16="http://schemas.microsoft.com/office/drawing/2014/main" id="{77BA680D-F489-978C-F5CD-6158E522CC5A}"/>
              </a:ext>
            </a:extLst>
          </p:cNvPr>
          <p:cNvSpPr>
            <a:spLocks noGrp="1"/>
          </p:cNvSpPr>
          <p:nvPr>
            <p:ph type="body" sz="quarter" idx="21"/>
          </p:nvPr>
        </p:nvSpPr>
        <p:spPr>
          <a:xfrm>
            <a:off x="6773362" y="2200276"/>
            <a:ext cx="1665290" cy="371474"/>
          </a:xfrm>
        </p:spPr>
        <p:txBody>
          <a:bodyPr anchor="b"/>
          <a:lstStyle>
            <a:lvl1pPr marL="0" indent="0">
              <a:lnSpc>
                <a:spcPct val="90000"/>
              </a:lnSpc>
              <a:buNone/>
              <a:defRPr sz="1050" b="1"/>
            </a:lvl1pPr>
            <a:lvl2pPr marL="170259" indent="0">
              <a:buNone/>
              <a:defRPr sz="1050"/>
            </a:lvl2pPr>
            <a:lvl3pPr marL="345281" indent="0">
              <a:buNone/>
              <a:defRPr sz="1050"/>
            </a:lvl3pPr>
            <a:lvl4pPr marL="469106" indent="0">
              <a:buNone/>
              <a:defRPr sz="1050"/>
            </a:lvl4pPr>
            <a:lvl5pPr marL="598885" indent="0">
              <a:buNone/>
              <a:defRPr sz="1050"/>
            </a:lvl5pPr>
          </a:lstStyle>
          <a:p>
            <a:pPr lvl="0"/>
            <a:r>
              <a:rPr lang="en-US"/>
              <a:t>Click to edit Master text styles</a:t>
            </a:r>
          </a:p>
        </p:txBody>
      </p:sp>
      <p:sp>
        <p:nvSpPr>
          <p:cNvPr id="21" name="Text Placeholder 32">
            <a:extLst>
              <a:ext uri="{FF2B5EF4-FFF2-40B4-BE49-F238E27FC236}">
                <a16:creationId xmlns:a16="http://schemas.microsoft.com/office/drawing/2014/main" id="{08AD6B44-29E7-20A2-4157-96C73CB757D1}"/>
              </a:ext>
            </a:extLst>
          </p:cNvPr>
          <p:cNvSpPr>
            <a:spLocks noGrp="1"/>
          </p:cNvSpPr>
          <p:nvPr>
            <p:ph type="body" sz="quarter" idx="22"/>
          </p:nvPr>
        </p:nvSpPr>
        <p:spPr>
          <a:xfrm>
            <a:off x="6773361" y="2753139"/>
            <a:ext cx="1671638" cy="19617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40649E68-BC25-D2D1-1D0F-B01C708E1215}"/>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8A3C6947-7372-563F-E959-9B77637A771C}"/>
              </a:ext>
              <a:ext uri="{C183D7F6-B498-43B3-948B-1728B52AA6E4}">
                <adec:decorative xmlns:adec="http://schemas.microsoft.com/office/drawing/2017/decorative" val="1"/>
              </a:ext>
            </a:extLst>
          </p:cNvPr>
          <p:cNvSpPr>
            <a:spLocks noGrp="1"/>
          </p:cNvSpPr>
          <p:nvPr>
            <p:ph type="dt" sz="half" idx="11"/>
          </p:nvPr>
        </p:nvSpPr>
        <p:spPr/>
        <p:txBody>
          <a:bodyPr/>
          <a:lstStyle/>
          <a:p>
            <a:fld id="{91619182-094A-423A-8918-33FFBFDD20BE}" type="datetimeyyyy">
              <a:rPr lang="en-US" smtClean="0"/>
              <a:t>2026</a:t>
            </a:fld>
            <a:endParaRPr lang="en-US"/>
          </a:p>
        </p:txBody>
      </p:sp>
      <p:sp>
        <p:nvSpPr>
          <p:cNvPr id="5" name="Slide Number Placeholder 4">
            <a:extLst>
              <a:ext uri="{FF2B5EF4-FFF2-40B4-BE49-F238E27FC236}">
                <a16:creationId xmlns:a16="http://schemas.microsoft.com/office/drawing/2014/main" id="{329EE3E0-A687-5F1F-65C8-1C61972957C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grpSp>
        <p:nvGrpSpPr>
          <p:cNvPr id="10" name="Group 9">
            <a:extLst>
              <a:ext uri="{FF2B5EF4-FFF2-40B4-BE49-F238E27FC236}">
                <a16:creationId xmlns:a16="http://schemas.microsoft.com/office/drawing/2014/main" id="{7A5E00F1-1BA2-0B7A-AEDA-C60C2FA23766}"/>
              </a:ext>
              <a:ext uri="{C183D7F6-B498-43B3-948B-1728B52AA6E4}">
                <adec:decorative xmlns:adec="http://schemas.microsoft.com/office/drawing/2017/decorative" val="1"/>
              </a:ext>
            </a:extLst>
          </p:cNvPr>
          <p:cNvGrpSpPr/>
          <p:nvPr userDrawn="1"/>
        </p:nvGrpSpPr>
        <p:grpSpPr>
          <a:xfrm>
            <a:off x="9332989" y="0"/>
            <a:ext cx="2308073" cy="5143497"/>
            <a:chOff x="12443985" y="0"/>
            <a:chExt cx="3077430" cy="6857996"/>
          </a:xfrm>
        </p:grpSpPr>
        <p:sp>
          <p:nvSpPr>
            <p:cNvPr id="11" name="Rectangle 10">
              <a:extLst>
                <a:ext uri="{FF2B5EF4-FFF2-40B4-BE49-F238E27FC236}">
                  <a16:creationId xmlns:a16="http://schemas.microsoft.com/office/drawing/2014/main" id="{D5295A78-5192-6791-BD86-87D19E425880}"/>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900"/>
                </a:spcBef>
              </a:pPr>
              <a:r>
                <a:rPr lang="en-US" sz="750" b="1" cap="all">
                  <a:solidFill>
                    <a:schemeClr val="bg1"/>
                  </a:solidFill>
                </a:rPr>
                <a:t>Shape Layout INSTRUCTIONS</a:t>
              </a:r>
            </a:p>
            <a:p>
              <a:pPr marL="130969" indent="-130969">
                <a:spcBef>
                  <a:spcPts val="900"/>
                </a:spcBef>
                <a:buFont typeface="Avenir Next LT Pro" panose="020B0504020202020204" pitchFamily="34" charset="0"/>
                <a:buChar char="•"/>
              </a:pPr>
              <a:r>
                <a:rPr lang="en-US" sz="750">
                  <a:solidFill>
                    <a:schemeClr val="bg1"/>
                  </a:solidFill>
                </a:rPr>
                <a:t>The colored shape on this layout is intended </a:t>
              </a:r>
              <a:br>
                <a:rPr lang="en-US" sz="750">
                  <a:solidFill>
                    <a:schemeClr val="bg1"/>
                  </a:solidFill>
                </a:rPr>
              </a:br>
              <a:r>
                <a:rPr lang="en-US" sz="750">
                  <a:solidFill>
                    <a:schemeClr val="bg1"/>
                  </a:solidFill>
                </a:rPr>
                <a:t>to add some fun and interest to the slide. </a:t>
              </a:r>
            </a:p>
            <a:p>
              <a:pPr marL="130969" indent="-130969">
                <a:spcBef>
                  <a:spcPts val="900"/>
                </a:spcBef>
                <a:buFont typeface="Avenir Next LT Pro" panose="020B0504020202020204" pitchFamily="34" charset="0"/>
                <a:buChar char="•"/>
              </a:pPr>
              <a:r>
                <a:rPr lang="en-US" sz="750">
                  <a:solidFill>
                    <a:schemeClr val="bg1"/>
                  </a:solidFill>
                </a:rPr>
                <a:t>The shape is optional. Remove it by selecting and hitting delete. </a:t>
              </a:r>
            </a:p>
            <a:p>
              <a:pPr marL="130969" indent="-130969">
                <a:spcBef>
                  <a:spcPts val="900"/>
                </a:spcBef>
                <a:buFont typeface="Avenir Next LT Pro" panose="020B0504020202020204" pitchFamily="34" charset="0"/>
                <a:buChar char="•"/>
              </a:pPr>
              <a:r>
                <a:rPr lang="en-US" sz="750">
                  <a:solidFill>
                    <a:schemeClr val="bg1"/>
                  </a:solidFill>
                </a:rPr>
                <a:t>Change the color by selecting it and </a:t>
              </a:r>
              <a:br>
                <a:rPr lang="en-US" sz="750">
                  <a:solidFill>
                    <a:schemeClr val="bg1"/>
                  </a:solidFill>
                </a:rPr>
              </a:br>
              <a:r>
                <a:rPr lang="en-US" sz="750">
                  <a:solidFill>
                    <a:schemeClr val="bg1"/>
                  </a:solidFill>
                </a:rPr>
                <a:t>choosing a new color from the theme row </a:t>
              </a:r>
              <a:br>
                <a:rPr lang="en-US" sz="750">
                  <a:solidFill>
                    <a:schemeClr val="bg1"/>
                  </a:solidFill>
                </a:rPr>
              </a:br>
              <a:r>
                <a:rPr lang="en-US" sz="750">
                  <a:solidFill>
                    <a:schemeClr val="bg1"/>
                  </a:solidFill>
                </a:rPr>
                <a:t>of the Fill Palette, Accents 1 – 6.</a:t>
              </a:r>
            </a:p>
            <a:p>
              <a:pPr marL="130969" indent="-130969">
                <a:spcBef>
                  <a:spcPts val="900"/>
                </a:spcBef>
                <a:buFont typeface="Avenir Next LT Pro" panose="020B0504020202020204" pitchFamily="34" charset="0"/>
                <a:buChar char="•"/>
              </a:pPr>
              <a:endParaRPr lang="en-US" sz="750">
                <a:solidFill>
                  <a:schemeClr val="bg1"/>
                </a:solidFill>
              </a:endParaRPr>
            </a:p>
            <a:p>
              <a:pPr marL="130969" indent="-130969">
                <a:spcBef>
                  <a:spcPts val="900"/>
                </a:spcBef>
                <a:buFont typeface="Avenir Next LT Pro" panose="020B0504020202020204" pitchFamily="34" charset="0"/>
                <a:buChar char="•"/>
              </a:pPr>
              <a:endParaRPr lang="en-US" sz="750">
                <a:solidFill>
                  <a:schemeClr val="bg1"/>
                </a:solidFill>
              </a:endParaRPr>
            </a:p>
            <a:p>
              <a:pPr marL="130969" indent="-130969">
                <a:spcBef>
                  <a:spcPts val="900"/>
                </a:spcBef>
                <a:buFont typeface="Avenir Next LT Pro" panose="020B0504020202020204" pitchFamily="34" charset="0"/>
                <a:buChar char="•"/>
              </a:pPr>
              <a:endParaRPr lang="en-US" sz="750">
                <a:solidFill>
                  <a:schemeClr val="bg1"/>
                </a:solidFill>
              </a:endParaRPr>
            </a:p>
            <a:p>
              <a:pPr>
                <a:spcBef>
                  <a:spcPts val="900"/>
                </a:spcBef>
              </a:pPr>
              <a:endParaRPr lang="en-US" sz="750">
                <a:solidFill>
                  <a:schemeClr val="bg1"/>
                </a:solidFill>
              </a:endParaRPr>
            </a:p>
            <a:p>
              <a:pPr marL="130969" indent="-130969">
                <a:spcBef>
                  <a:spcPts val="900"/>
                </a:spcBef>
                <a:buFont typeface="Avenir Next LT Pro" panose="020B0504020202020204" pitchFamily="34" charset="0"/>
                <a:buChar char="•"/>
              </a:pPr>
              <a:r>
                <a:rPr lang="en-US" sz="750">
                  <a:solidFill>
                    <a:schemeClr val="bg1"/>
                  </a:solidFill>
                </a:rPr>
                <a:t>The background shape should always sit behind the other elements on the slide. </a:t>
              </a:r>
              <a:br>
                <a:rPr lang="en-US" sz="750">
                  <a:solidFill>
                    <a:schemeClr val="bg1"/>
                  </a:solidFill>
                </a:rPr>
              </a:br>
              <a:r>
                <a:rPr lang="en-US" sz="750">
                  <a:solidFill>
                    <a:schemeClr val="bg1"/>
                  </a:solidFill>
                </a:rPr>
                <a:t>If an image placeholder exists on the same layout, once you add the image you may have to select it and use Arrange &gt; Send to Back.</a:t>
              </a:r>
            </a:p>
          </p:txBody>
        </p:sp>
        <p:grpSp>
          <p:nvGrpSpPr>
            <p:cNvPr id="12" name="Group 11">
              <a:extLst>
                <a:ext uri="{FF2B5EF4-FFF2-40B4-BE49-F238E27FC236}">
                  <a16:creationId xmlns:a16="http://schemas.microsoft.com/office/drawing/2014/main" id="{F8634064-A75C-BD2F-C3CF-0F3AC39BBA97}"/>
                </a:ext>
              </a:extLst>
            </p:cNvPr>
            <p:cNvGrpSpPr/>
            <p:nvPr/>
          </p:nvGrpSpPr>
          <p:grpSpPr>
            <a:xfrm>
              <a:off x="13142686" y="1954129"/>
              <a:ext cx="1455058" cy="864391"/>
              <a:chOff x="12700000" y="2008563"/>
              <a:chExt cx="2565400" cy="1524000"/>
            </a:xfrm>
          </p:grpSpPr>
          <p:pic>
            <p:nvPicPr>
              <p:cNvPr id="13" name="Picture 12" descr="A picture containing table&#10;&#10;Description automatically generated">
                <a:extLst>
                  <a:ext uri="{FF2B5EF4-FFF2-40B4-BE49-F238E27FC236}">
                    <a16:creationId xmlns:a16="http://schemas.microsoft.com/office/drawing/2014/main" id="{ABFF6E99-A120-3D38-ED15-D5DFAB9472D8}"/>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24" name="Rectangle 23">
                <a:extLst>
                  <a:ext uri="{FF2B5EF4-FFF2-40B4-BE49-F238E27FC236}">
                    <a16:creationId xmlns:a16="http://schemas.microsoft.com/office/drawing/2014/main" id="{242A769B-49D0-CDAA-2B02-376604241D8C}"/>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endParaRPr>
              </a:p>
            </p:txBody>
          </p:sp>
        </p:grpSp>
      </p:grpSp>
    </p:spTree>
    <p:extLst>
      <p:ext uri="{BB962C8B-B14F-4D97-AF65-F5344CB8AC3E}">
        <p14:creationId xmlns:p14="http://schemas.microsoft.com/office/powerpoint/2010/main" val="3551439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hoto_half_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0DD45-DDDF-68D8-A609-7326324CCFFA}"/>
              </a:ext>
            </a:extLst>
          </p:cNvPr>
          <p:cNvSpPr>
            <a:spLocks noGrp="1"/>
          </p:cNvSpPr>
          <p:nvPr>
            <p:ph type="title"/>
          </p:nvPr>
        </p:nvSpPr>
        <p:spPr>
          <a:xfrm>
            <a:off x="428626" y="428625"/>
            <a:ext cx="3524249" cy="1122011"/>
          </a:xfrm>
        </p:spPr>
        <p:txBody>
          <a:bodyPr/>
          <a:lstStyle>
            <a:lvl1pPr>
              <a:defRPr/>
            </a:lvl1pPr>
          </a:lstStyle>
          <a:p>
            <a:r>
              <a:rPr lang="en-US"/>
              <a:t>Click to edit Master title style</a:t>
            </a:r>
          </a:p>
        </p:txBody>
      </p:sp>
      <p:sp>
        <p:nvSpPr>
          <p:cNvPr id="14" name="Text Placeholder 11">
            <a:extLst>
              <a:ext uri="{FF2B5EF4-FFF2-40B4-BE49-F238E27FC236}">
                <a16:creationId xmlns:a16="http://schemas.microsoft.com/office/drawing/2014/main" id="{3922D895-6DAC-3F6B-92F7-49BE4290E8EC}"/>
              </a:ext>
            </a:extLst>
          </p:cNvPr>
          <p:cNvSpPr>
            <a:spLocks noGrp="1"/>
          </p:cNvSpPr>
          <p:nvPr>
            <p:ph type="body" sz="quarter" idx="20"/>
          </p:nvPr>
        </p:nvSpPr>
        <p:spPr>
          <a:xfrm>
            <a:off x="428626" y="1713513"/>
            <a:ext cx="3524249" cy="342900"/>
          </a:xfrm>
        </p:spPr>
        <p:txBody>
          <a:bodyPr/>
          <a:lstStyle>
            <a:lvl1pPr marL="0" indent="0">
              <a:lnSpc>
                <a:spcPct val="90000"/>
              </a:lnSpc>
              <a:buNone/>
              <a:defRPr sz="1650"/>
            </a:lvl1pPr>
            <a:lvl2pPr marL="170259" indent="0">
              <a:buNone/>
              <a:defRPr/>
            </a:lvl2pPr>
            <a:lvl3pPr marL="345281" indent="0">
              <a:buNone/>
              <a:defRPr/>
            </a:lvl3pPr>
            <a:lvl4pPr marL="469106" indent="0">
              <a:buNone/>
              <a:defRPr/>
            </a:lvl4pPr>
            <a:lvl5pPr marL="598885" indent="0">
              <a:buNone/>
              <a:defRPr/>
            </a:lvl5pPr>
          </a:lstStyle>
          <a:p>
            <a:pPr lvl="0"/>
            <a:r>
              <a:rPr lang="en-US"/>
              <a:t>Click to edit Master text styles</a:t>
            </a:r>
          </a:p>
        </p:txBody>
      </p:sp>
      <p:sp>
        <p:nvSpPr>
          <p:cNvPr id="7" name="Text Placeholder 6">
            <a:extLst>
              <a:ext uri="{FF2B5EF4-FFF2-40B4-BE49-F238E27FC236}">
                <a16:creationId xmlns:a16="http://schemas.microsoft.com/office/drawing/2014/main" id="{43FDA7E4-F9DC-BAAE-7246-750660152250}"/>
              </a:ext>
            </a:extLst>
          </p:cNvPr>
          <p:cNvSpPr>
            <a:spLocks noGrp="1"/>
          </p:cNvSpPr>
          <p:nvPr>
            <p:ph type="body" sz="quarter" idx="21"/>
          </p:nvPr>
        </p:nvSpPr>
        <p:spPr>
          <a:xfrm>
            <a:off x="428625" y="2200275"/>
            <a:ext cx="3524249"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9362EC05-C04F-9300-5A42-D37C44DB5F08}"/>
              </a:ext>
              <a:ext uri="{C183D7F6-B498-43B3-948B-1728B52AA6E4}">
                <adec:decorative xmlns:adec="http://schemas.microsoft.com/office/drawing/2017/decorative" val="0"/>
              </a:ext>
            </a:extLst>
          </p:cNvPr>
          <p:cNvSpPr>
            <a:spLocks noGrp="1"/>
          </p:cNvSpPr>
          <p:nvPr>
            <p:ph type="pic" sz="quarter" idx="13"/>
          </p:nvPr>
        </p:nvSpPr>
        <p:spPr>
          <a:xfrm>
            <a:off x="5191125" y="1"/>
            <a:ext cx="3952875" cy="5143499"/>
          </a:xfrm>
          <a:custGeom>
            <a:avLst/>
            <a:gdLst>
              <a:gd name="connsiteX0" fmla="*/ 878414 w 5270500"/>
              <a:gd name="connsiteY0" fmla="*/ 0 h 6857998"/>
              <a:gd name="connsiteX1" fmla="*/ 5270500 w 5270500"/>
              <a:gd name="connsiteY1" fmla="*/ 0 h 6857998"/>
              <a:gd name="connsiteX2" fmla="*/ 5270500 w 5270500"/>
              <a:gd name="connsiteY2" fmla="*/ 6857998 h 6857998"/>
              <a:gd name="connsiteX3" fmla="*/ 0 w 5270500"/>
              <a:gd name="connsiteY3" fmla="*/ 6857998 h 6857998"/>
              <a:gd name="connsiteX4" fmla="*/ 0 w 5270500"/>
              <a:gd name="connsiteY4" fmla="*/ 878432 h 6857998"/>
              <a:gd name="connsiteX5" fmla="*/ 701399 w 5270500"/>
              <a:gd name="connsiteY5" fmla="*/ 17845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0500" h="6857998">
                <a:moveTo>
                  <a:pt x="878414" y="0"/>
                </a:moveTo>
                <a:lnTo>
                  <a:pt x="5270500" y="0"/>
                </a:lnTo>
                <a:lnTo>
                  <a:pt x="5270500" y="6857998"/>
                </a:lnTo>
                <a:lnTo>
                  <a:pt x="0" y="6857998"/>
                </a:lnTo>
                <a:lnTo>
                  <a:pt x="0" y="878432"/>
                </a:lnTo>
                <a:cubicBezTo>
                  <a:pt x="0" y="453929"/>
                  <a:pt x="301111" y="99755"/>
                  <a:pt x="701399" y="17845"/>
                </a:cubicBezTo>
                <a:close/>
              </a:path>
            </a:pathLst>
          </a:custGeom>
        </p:spPr>
        <p:txBody>
          <a:bodyPr wrap="square">
            <a:noAutofit/>
          </a:bodyPr>
          <a:lstStyle>
            <a:lvl1pPr marL="0" indent="0" algn="r">
              <a:buNone/>
              <a:defRPr/>
            </a:lvl1pPr>
          </a:lstStyle>
          <a:p>
            <a:r>
              <a:rPr lang="en-US"/>
              <a:t>Click icon to add picture</a:t>
            </a:r>
          </a:p>
        </p:txBody>
      </p:sp>
      <p:sp>
        <p:nvSpPr>
          <p:cNvPr id="3" name="Footer Placeholder 2">
            <a:extLst>
              <a:ext uri="{FF2B5EF4-FFF2-40B4-BE49-F238E27FC236}">
                <a16:creationId xmlns:a16="http://schemas.microsoft.com/office/drawing/2014/main" id="{D8F1D7FF-6C4B-FD49-59EA-089A8F91632F}"/>
              </a:ext>
              <a:ext uri="{C183D7F6-B498-43B3-948B-1728B52AA6E4}">
                <adec:decorative xmlns:adec="http://schemas.microsoft.com/office/drawing/2017/decorative" val="1"/>
              </a:ext>
            </a:extLst>
          </p:cNvPr>
          <p:cNvSpPr>
            <a:spLocks noGrp="1"/>
          </p:cNvSpPr>
          <p:nvPr>
            <p:ph type="ftr" sz="quarter" idx="10"/>
          </p:nvPr>
        </p:nvSpPr>
        <p:spPr>
          <a:xfrm>
            <a:off x="1233913" y="4877753"/>
            <a:ext cx="2674620" cy="10287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5E18E84-93A4-91B2-ADEB-00836AA8B4F8}"/>
              </a:ext>
              <a:ext uri="{C183D7F6-B498-43B3-948B-1728B52AA6E4}">
                <adec:decorative xmlns:adec="http://schemas.microsoft.com/office/drawing/2017/decorative" val="1"/>
              </a:ext>
            </a:extLst>
          </p:cNvPr>
          <p:cNvSpPr>
            <a:spLocks noGrp="1"/>
          </p:cNvSpPr>
          <p:nvPr>
            <p:ph type="dt" sz="half" idx="11"/>
          </p:nvPr>
        </p:nvSpPr>
        <p:spPr/>
        <p:txBody>
          <a:bodyPr/>
          <a:lstStyle/>
          <a:p>
            <a:fld id="{6C970766-A0DE-4D3D-9297-AE4E4A3F0010}" type="datetimeyyyy">
              <a:rPr lang="en-US" smtClean="0"/>
              <a:t>2026</a:t>
            </a:fld>
            <a:endParaRPr lang="en-US"/>
          </a:p>
        </p:txBody>
      </p:sp>
      <p:sp>
        <p:nvSpPr>
          <p:cNvPr id="5" name="Slide Number Placeholder 4">
            <a:extLst>
              <a:ext uri="{FF2B5EF4-FFF2-40B4-BE49-F238E27FC236}">
                <a16:creationId xmlns:a16="http://schemas.microsoft.com/office/drawing/2014/main" id="{CA00ADE8-13EE-6112-4AAF-E621D3198DF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9378178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hoto_third_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0DD45-DDDF-68D8-A609-7326324CCFFA}"/>
              </a:ext>
            </a:extLst>
          </p:cNvPr>
          <p:cNvSpPr>
            <a:spLocks noGrp="1"/>
          </p:cNvSpPr>
          <p:nvPr>
            <p:ph type="title"/>
          </p:nvPr>
        </p:nvSpPr>
        <p:spPr>
          <a:xfrm>
            <a:off x="428625" y="428626"/>
            <a:ext cx="4762500" cy="742950"/>
          </a:xfrm>
        </p:spPr>
        <p:txBody>
          <a:bodyPr/>
          <a:lstStyle/>
          <a:p>
            <a:r>
              <a:rPr lang="en-US"/>
              <a:t>Click to edit Master title style</a:t>
            </a:r>
          </a:p>
        </p:txBody>
      </p:sp>
      <p:sp>
        <p:nvSpPr>
          <p:cNvPr id="14" name="Text Placeholder 11">
            <a:extLst>
              <a:ext uri="{FF2B5EF4-FFF2-40B4-BE49-F238E27FC236}">
                <a16:creationId xmlns:a16="http://schemas.microsoft.com/office/drawing/2014/main" id="{C27851C0-8280-23F1-C1F1-61A42B09F85B}"/>
              </a:ext>
            </a:extLst>
          </p:cNvPr>
          <p:cNvSpPr>
            <a:spLocks noGrp="1"/>
          </p:cNvSpPr>
          <p:nvPr>
            <p:ph type="body" sz="quarter" idx="20"/>
          </p:nvPr>
        </p:nvSpPr>
        <p:spPr>
          <a:xfrm>
            <a:off x="428625" y="1314451"/>
            <a:ext cx="4762500" cy="342900"/>
          </a:xfrm>
        </p:spPr>
        <p:txBody>
          <a:bodyPr/>
          <a:lstStyle>
            <a:lvl1pPr marL="0" indent="0">
              <a:lnSpc>
                <a:spcPct val="90000"/>
              </a:lnSpc>
              <a:buNone/>
              <a:defRPr sz="1650"/>
            </a:lvl1pPr>
            <a:lvl2pPr marL="170259" indent="0">
              <a:buNone/>
              <a:defRPr/>
            </a:lvl2pPr>
            <a:lvl3pPr marL="345281" indent="0">
              <a:buNone/>
              <a:defRPr/>
            </a:lvl3pPr>
            <a:lvl4pPr marL="469106" indent="0">
              <a:buNone/>
              <a:defRPr/>
            </a:lvl4pPr>
            <a:lvl5pPr marL="598885" indent="0">
              <a:buNone/>
              <a:defRPr/>
            </a:lvl5pPr>
          </a:lstStyle>
          <a:p>
            <a:pPr lvl="0"/>
            <a:r>
              <a:rPr lang="en-US"/>
              <a:t>Click to edit Master text styles</a:t>
            </a:r>
          </a:p>
        </p:txBody>
      </p:sp>
      <p:sp>
        <p:nvSpPr>
          <p:cNvPr id="12" name="Subtitle 2">
            <a:extLst>
              <a:ext uri="{FF2B5EF4-FFF2-40B4-BE49-F238E27FC236}">
                <a16:creationId xmlns:a16="http://schemas.microsoft.com/office/drawing/2014/main" id="{16225857-C4D6-9156-FF86-1348FDCB6D11}"/>
              </a:ext>
            </a:extLst>
          </p:cNvPr>
          <p:cNvSpPr>
            <a:spLocks noGrp="1"/>
          </p:cNvSpPr>
          <p:nvPr>
            <p:ph type="subTitle" idx="1" hasCustomPrompt="1"/>
          </p:nvPr>
        </p:nvSpPr>
        <p:spPr>
          <a:xfrm>
            <a:off x="428625" y="2188591"/>
            <a:ext cx="4762500" cy="220282"/>
          </a:xfrm>
        </p:spPr>
        <p:txBody>
          <a:bodyPr anchor="b"/>
          <a:lstStyle>
            <a:lvl1pPr marL="0" indent="0" algn="l">
              <a:spcBef>
                <a:spcPts val="0"/>
              </a:spcBef>
              <a:buNone/>
              <a:defRPr sz="1050" b="1"/>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text styles</a:t>
            </a:r>
          </a:p>
        </p:txBody>
      </p:sp>
      <p:sp>
        <p:nvSpPr>
          <p:cNvPr id="13" name="Text Placeholder 4">
            <a:extLst>
              <a:ext uri="{FF2B5EF4-FFF2-40B4-BE49-F238E27FC236}">
                <a16:creationId xmlns:a16="http://schemas.microsoft.com/office/drawing/2014/main" id="{2D05E4BD-23C9-BDF3-DAD0-982C8714FBDC}"/>
              </a:ext>
            </a:extLst>
          </p:cNvPr>
          <p:cNvSpPr>
            <a:spLocks noGrp="1"/>
          </p:cNvSpPr>
          <p:nvPr>
            <p:ph type="body" sz="quarter" idx="14"/>
          </p:nvPr>
        </p:nvSpPr>
        <p:spPr>
          <a:xfrm>
            <a:off x="428626" y="2571750"/>
            <a:ext cx="4762500" cy="2143125"/>
          </a:xfrm>
        </p:spPr>
        <p:txBody>
          <a:bodyPr/>
          <a:lstStyle>
            <a:lvl1pPr marL="0" indent="0">
              <a:buNone/>
              <a:defRPr sz="1050"/>
            </a:lvl1pPr>
            <a:lvl2pPr>
              <a:defRPr sz="825"/>
            </a:lvl2pPr>
            <a:lvl3pPr>
              <a:defRPr sz="600"/>
            </a:lvl3pPr>
            <a:lvl4pPr>
              <a:defRPr sz="600"/>
            </a:lvl4pPr>
            <a:lvl5pPr>
              <a:defRPr sz="600"/>
            </a:lvl5pPr>
          </a:lstStyle>
          <a:p>
            <a:pPr lvl="0"/>
            <a:r>
              <a:rPr lang="en-US"/>
              <a:t>Click to edit Master text styles</a:t>
            </a:r>
          </a:p>
        </p:txBody>
      </p:sp>
      <p:sp>
        <p:nvSpPr>
          <p:cNvPr id="11" name="Picture Placeholder 10">
            <a:extLst>
              <a:ext uri="{FF2B5EF4-FFF2-40B4-BE49-F238E27FC236}">
                <a16:creationId xmlns:a16="http://schemas.microsoft.com/office/drawing/2014/main" id="{DAF971B9-F6F4-0334-F6C8-7F32C179DD8F}"/>
              </a:ext>
              <a:ext uri="{C183D7F6-B498-43B3-948B-1728B52AA6E4}">
                <adec:decorative xmlns:adec="http://schemas.microsoft.com/office/drawing/2017/decorative" val="0"/>
              </a:ext>
            </a:extLst>
          </p:cNvPr>
          <p:cNvSpPr>
            <a:spLocks noGrp="1"/>
          </p:cNvSpPr>
          <p:nvPr>
            <p:ph type="pic" sz="quarter" idx="13"/>
          </p:nvPr>
        </p:nvSpPr>
        <p:spPr>
          <a:xfrm>
            <a:off x="6067426" y="2"/>
            <a:ext cx="3076574" cy="5143499"/>
          </a:xfrm>
          <a:custGeom>
            <a:avLst/>
            <a:gdLst>
              <a:gd name="connsiteX0" fmla="*/ 683687 w 4102099"/>
              <a:gd name="connsiteY0" fmla="*/ 0 h 6857999"/>
              <a:gd name="connsiteX1" fmla="*/ 4102099 w 4102099"/>
              <a:gd name="connsiteY1" fmla="*/ 0 h 6857999"/>
              <a:gd name="connsiteX2" fmla="*/ 4102099 w 4102099"/>
              <a:gd name="connsiteY2" fmla="*/ 6857999 h 6857999"/>
              <a:gd name="connsiteX3" fmla="*/ 0 w 4102099"/>
              <a:gd name="connsiteY3" fmla="*/ 6857999 h 6857999"/>
              <a:gd name="connsiteX4" fmla="*/ 0 w 4102099"/>
              <a:gd name="connsiteY4" fmla="*/ 683696 h 6857999"/>
              <a:gd name="connsiteX5" fmla="*/ 545908 w 4102099"/>
              <a:gd name="connsiteY5" fmla="*/ 1388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2099" h="6857999">
                <a:moveTo>
                  <a:pt x="683687" y="0"/>
                </a:moveTo>
                <a:lnTo>
                  <a:pt x="4102099" y="0"/>
                </a:lnTo>
                <a:lnTo>
                  <a:pt x="4102099" y="6857999"/>
                </a:lnTo>
                <a:lnTo>
                  <a:pt x="0" y="6857999"/>
                </a:lnTo>
                <a:lnTo>
                  <a:pt x="0" y="683696"/>
                </a:lnTo>
                <a:cubicBezTo>
                  <a:pt x="0" y="353300"/>
                  <a:pt x="234360" y="77642"/>
                  <a:pt x="545908" y="13889"/>
                </a:cubicBezTo>
                <a:close/>
              </a:path>
            </a:pathLst>
          </a:custGeom>
        </p:spPr>
        <p:txBody>
          <a:bodyPr wrap="square">
            <a:noAutofit/>
          </a:bodyPr>
          <a:lstStyle>
            <a:lvl1pPr marL="0" indent="0" algn="r">
              <a:buNone/>
              <a:defRPr/>
            </a:lvl1pPr>
          </a:lstStyle>
          <a:p>
            <a:r>
              <a:rPr lang="en-US"/>
              <a:t>Click icon to add picture</a:t>
            </a:r>
          </a:p>
        </p:txBody>
      </p:sp>
      <p:sp>
        <p:nvSpPr>
          <p:cNvPr id="9" name="Text Placeholder 32">
            <a:extLst>
              <a:ext uri="{FF2B5EF4-FFF2-40B4-BE49-F238E27FC236}">
                <a16:creationId xmlns:a16="http://schemas.microsoft.com/office/drawing/2014/main" id="{6395F50F-03AE-E8C0-39C5-4765FEF8C0E1}"/>
              </a:ext>
              <a:ext uri="{C183D7F6-B498-43B3-948B-1728B52AA6E4}">
                <adec:decorative xmlns:adec="http://schemas.microsoft.com/office/drawing/2017/decorative" val="1"/>
              </a:ext>
            </a:extLst>
          </p:cNvPr>
          <p:cNvSpPr>
            <a:spLocks noGrp="1"/>
          </p:cNvSpPr>
          <p:nvPr>
            <p:ph type="body" sz="quarter" idx="18"/>
          </p:nvPr>
        </p:nvSpPr>
        <p:spPr>
          <a:xfrm>
            <a:off x="6067425" y="3615540"/>
            <a:ext cx="3076575" cy="1527960"/>
          </a:xfrm>
          <a:custGeom>
            <a:avLst/>
            <a:gdLst>
              <a:gd name="connsiteX0" fmla="*/ 3703977 w 4102100"/>
              <a:gd name="connsiteY0" fmla="*/ 0 h 2037280"/>
              <a:gd name="connsiteX1" fmla="*/ 4084763 w 4102100"/>
              <a:gd name="connsiteY1" fmla="*/ 74093 h 2037280"/>
              <a:gd name="connsiteX2" fmla="*/ 4102100 w 4102100"/>
              <a:gd name="connsiteY2" fmla="*/ 82140 h 2037280"/>
              <a:gd name="connsiteX3" fmla="*/ 4102100 w 4102100"/>
              <a:gd name="connsiteY3" fmla="*/ 578782 h 2037280"/>
              <a:gd name="connsiteX4" fmla="*/ 4028776 w 4102100"/>
              <a:gd name="connsiteY4" fmla="*/ 518888 h 2037280"/>
              <a:gd name="connsiteX5" fmla="*/ 3286584 w 4102100"/>
              <a:gd name="connsiteY5" fmla="*/ 594528 h 2037280"/>
              <a:gd name="connsiteX6" fmla="*/ 1855500 w 4102100"/>
              <a:gd name="connsiteY6" fmla="*/ 2025562 h 2037280"/>
              <a:gd name="connsiteX7" fmla="*/ 1855554 w 4102100"/>
              <a:gd name="connsiteY7" fmla="*/ 2025589 h 2037280"/>
              <a:gd name="connsiteX8" fmla="*/ 1842618 w 4102100"/>
              <a:gd name="connsiteY8" fmla="*/ 2037280 h 2037280"/>
              <a:gd name="connsiteX9" fmla="*/ 437407 w 4102100"/>
              <a:gd name="connsiteY9" fmla="*/ 2037280 h 2037280"/>
              <a:gd name="connsiteX10" fmla="*/ 424472 w 4102100"/>
              <a:gd name="connsiteY10" fmla="*/ 2025589 h 2037280"/>
              <a:gd name="connsiteX11" fmla="*/ 0 w 4102100"/>
              <a:gd name="connsiteY11" fmla="*/ 1601123 h 2037280"/>
              <a:gd name="connsiteX12" fmla="*/ 0 w 4102100"/>
              <a:gd name="connsiteY12" fmla="*/ 1004884 h 2037280"/>
              <a:gd name="connsiteX13" fmla="*/ 722548 w 4102100"/>
              <a:gd name="connsiteY13" fmla="*/ 1727436 h 2037280"/>
              <a:gd name="connsiteX14" fmla="*/ 1557342 w 4102100"/>
              <a:gd name="connsiteY14" fmla="*/ 1727436 h 2037280"/>
              <a:gd name="connsiteX15" fmla="*/ 2988426 w 4102100"/>
              <a:gd name="connsiteY15" fmla="*/ 296375 h 2037280"/>
              <a:gd name="connsiteX16" fmla="*/ 3703977 w 4102100"/>
              <a:gd name="connsiteY16" fmla="*/ 0 h 2037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02100" h="2037280">
                <a:moveTo>
                  <a:pt x="3703977" y="0"/>
                </a:moveTo>
                <a:cubicBezTo>
                  <a:pt x="3833464" y="0"/>
                  <a:pt x="3962950" y="24697"/>
                  <a:pt x="4084763" y="74093"/>
                </a:cubicBezTo>
                <a:lnTo>
                  <a:pt x="4102100" y="82140"/>
                </a:lnTo>
                <a:lnTo>
                  <a:pt x="4102100" y="578782"/>
                </a:lnTo>
                <a:lnTo>
                  <a:pt x="4028776" y="518888"/>
                </a:lnTo>
                <a:cubicBezTo>
                  <a:pt x="3799655" y="367610"/>
                  <a:pt x="3488293" y="392823"/>
                  <a:pt x="3286584" y="594528"/>
                </a:cubicBezTo>
                <a:lnTo>
                  <a:pt x="1855500" y="2025562"/>
                </a:lnTo>
                <a:lnTo>
                  <a:pt x="1855554" y="2025589"/>
                </a:lnTo>
                <a:lnTo>
                  <a:pt x="1842618" y="2037280"/>
                </a:lnTo>
                <a:lnTo>
                  <a:pt x="437407" y="2037280"/>
                </a:lnTo>
                <a:lnTo>
                  <a:pt x="424472" y="2025589"/>
                </a:lnTo>
                <a:lnTo>
                  <a:pt x="0" y="1601123"/>
                </a:lnTo>
                <a:lnTo>
                  <a:pt x="0" y="1004884"/>
                </a:lnTo>
                <a:lnTo>
                  <a:pt x="722548" y="1727436"/>
                </a:lnTo>
                <a:cubicBezTo>
                  <a:pt x="953072" y="1957956"/>
                  <a:pt x="1326818" y="1957956"/>
                  <a:pt x="1557342" y="1727436"/>
                </a:cubicBezTo>
                <a:lnTo>
                  <a:pt x="2988426" y="296375"/>
                </a:lnTo>
                <a:cubicBezTo>
                  <a:pt x="3186025" y="98791"/>
                  <a:pt x="3445003" y="0"/>
                  <a:pt x="3703977" y="0"/>
                </a:cubicBezTo>
                <a:close/>
              </a:path>
            </a:pathLst>
          </a:custGeom>
          <a:solidFill>
            <a:schemeClr val="accent1">
              <a:alpha val="50000"/>
            </a:schemeClr>
          </a:solidFill>
        </p:spPr>
        <p:txBody>
          <a:bodyPr wrap="square" anchor="b">
            <a:noAutofit/>
          </a:bodyPr>
          <a:lstStyle>
            <a:lvl1pPr marL="0" indent="0" algn="r">
              <a:buNone/>
              <a:defRPr sz="300">
                <a:noFill/>
              </a:defRPr>
            </a:lvl1pPr>
          </a:lstStyle>
          <a:p>
            <a:pPr lvl="0"/>
            <a:r>
              <a:rPr lang="en-US"/>
              <a:t>Click to edit Master text styles</a:t>
            </a:r>
          </a:p>
        </p:txBody>
      </p:sp>
      <p:sp>
        <p:nvSpPr>
          <p:cNvPr id="3" name="Footer Placeholder 2">
            <a:extLst>
              <a:ext uri="{FF2B5EF4-FFF2-40B4-BE49-F238E27FC236}">
                <a16:creationId xmlns:a16="http://schemas.microsoft.com/office/drawing/2014/main" id="{D8F1D7FF-6C4B-FD49-59EA-089A8F91632F}"/>
              </a:ext>
              <a:ext uri="{C183D7F6-B498-43B3-948B-1728B52AA6E4}">
                <adec:decorative xmlns:adec="http://schemas.microsoft.com/office/drawing/2017/decorative" val="1"/>
              </a:ext>
            </a:extLst>
          </p:cNvPr>
          <p:cNvSpPr>
            <a:spLocks noGrp="1"/>
          </p:cNvSpPr>
          <p:nvPr>
            <p:ph type="ftr" sz="quarter" idx="10"/>
          </p:nvPr>
        </p:nvSpPr>
        <p:spPr>
          <a:xfrm>
            <a:off x="1233913" y="4877753"/>
            <a:ext cx="3977640" cy="10287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5E18E84-93A4-91B2-ADEB-00836AA8B4F8}"/>
              </a:ext>
              <a:ext uri="{C183D7F6-B498-43B3-948B-1728B52AA6E4}">
                <adec:decorative xmlns:adec="http://schemas.microsoft.com/office/drawing/2017/decorative" val="1"/>
              </a:ext>
            </a:extLst>
          </p:cNvPr>
          <p:cNvSpPr>
            <a:spLocks noGrp="1"/>
          </p:cNvSpPr>
          <p:nvPr>
            <p:ph type="dt" sz="half" idx="11"/>
          </p:nvPr>
        </p:nvSpPr>
        <p:spPr/>
        <p:txBody>
          <a:bodyPr/>
          <a:lstStyle/>
          <a:p>
            <a:fld id="{B4AB02D3-C7A9-454D-B586-FE573B7831BC}" type="datetimeyyyy">
              <a:rPr lang="en-US" smtClean="0"/>
              <a:t>2026</a:t>
            </a:fld>
            <a:endParaRPr lang="en-US"/>
          </a:p>
        </p:txBody>
      </p:sp>
      <p:sp>
        <p:nvSpPr>
          <p:cNvPr id="5" name="Slide Number Placeholder 4">
            <a:extLst>
              <a:ext uri="{FF2B5EF4-FFF2-40B4-BE49-F238E27FC236}">
                <a16:creationId xmlns:a16="http://schemas.microsoft.com/office/drawing/2014/main" id="{CA00ADE8-13EE-6112-4AAF-E621D3198DF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grpSp>
        <p:nvGrpSpPr>
          <p:cNvPr id="16" name="Group 15">
            <a:extLst>
              <a:ext uri="{FF2B5EF4-FFF2-40B4-BE49-F238E27FC236}">
                <a16:creationId xmlns:a16="http://schemas.microsoft.com/office/drawing/2014/main" id="{1276E424-D950-1345-E958-E37C94CFE5CD}"/>
              </a:ext>
              <a:ext uri="{C183D7F6-B498-43B3-948B-1728B52AA6E4}">
                <adec:decorative xmlns:adec="http://schemas.microsoft.com/office/drawing/2017/decorative" val="1"/>
              </a:ext>
            </a:extLst>
          </p:cNvPr>
          <p:cNvGrpSpPr/>
          <p:nvPr userDrawn="1"/>
        </p:nvGrpSpPr>
        <p:grpSpPr>
          <a:xfrm>
            <a:off x="9332989" y="0"/>
            <a:ext cx="2308073" cy="5143497"/>
            <a:chOff x="12443985" y="0"/>
            <a:chExt cx="3077430" cy="6857996"/>
          </a:xfrm>
        </p:grpSpPr>
        <p:sp>
          <p:nvSpPr>
            <p:cNvPr id="17" name="Rectangle 16">
              <a:extLst>
                <a:ext uri="{FF2B5EF4-FFF2-40B4-BE49-F238E27FC236}">
                  <a16:creationId xmlns:a16="http://schemas.microsoft.com/office/drawing/2014/main" id="{F03DBBD7-308D-CABA-BA0D-D40A4F4A547B}"/>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900"/>
                </a:spcBef>
              </a:pPr>
              <a:r>
                <a:rPr lang="en-US" sz="750" b="1" cap="all">
                  <a:solidFill>
                    <a:schemeClr val="bg1"/>
                  </a:solidFill>
                </a:rPr>
                <a:t>Shape Layout INSTRUCTIONS</a:t>
              </a:r>
            </a:p>
            <a:p>
              <a:pPr marL="130969" indent="-130969">
                <a:spcBef>
                  <a:spcPts val="900"/>
                </a:spcBef>
                <a:buFont typeface="Avenir Next LT Pro" panose="020B0504020202020204" pitchFamily="34" charset="0"/>
                <a:buChar char="•"/>
              </a:pPr>
              <a:r>
                <a:rPr lang="en-US" sz="750">
                  <a:solidFill>
                    <a:schemeClr val="bg1"/>
                  </a:solidFill>
                </a:rPr>
                <a:t>The colored shape on this layout is intended </a:t>
              </a:r>
              <a:br>
                <a:rPr lang="en-US" sz="750">
                  <a:solidFill>
                    <a:schemeClr val="bg1"/>
                  </a:solidFill>
                </a:rPr>
              </a:br>
              <a:r>
                <a:rPr lang="en-US" sz="750">
                  <a:solidFill>
                    <a:schemeClr val="bg1"/>
                  </a:solidFill>
                </a:rPr>
                <a:t>to add some fun and interest to the slide. </a:t>
              </a:r>
            </a:p>
            <a:p>
              <a:pPr marL="130969" indent="-130969">
                <a:spcBef>
                  <a:spcPts val="900"/>
                </a:spcBef>
                <a:buFont typeface="Avenir Next LT Pro" panose="020B0504020202020204" pitchFamily="34" charset="0"/>
                <a:buChar char="•"/>
              </a:pPr>
              <a:r>
                <a:rPr lang="en-US" sz="750">
                  <a:solidFill>
                    <a:schemeClr val="bg1"/>
                  </a:solidFill>
                </a:rPr>
                <a:t>The shape is optional. Remove it by selecting and hitting delete. </a:t>
              </a:r>
            </a:p>
            <a:p>
              <a:pPr marL="130969" indent="-130969">
                <a:spcBef>
                  <a:spcPts val="900"/>
                </a:spcBef>
                <a:buFont typeface="Avenir Next LT Pro" panose="020B0504020202020204" pitchFamily="34" charset="0"/>
                <a:buChar char="•"/>
              </a:pPr>
              <a:r>
                <a:rPr lang="en-US" sz="750">
                  <a:solidFill>
                    <a:schemeClr val="bg1"/>
                  </a:solidFill>
                </a:rPr>
                <a:t>Change the color by selecting it and </a:t>
              </a:r>
              <a:br>
                <a:rPr lang="en-US" sz="750">
                  <a:solidFill>
                    <a:schemeClr val="bg1"/>
                  </a:solidFill>
                </a:rPr>
              </a:br>
              <a:r>
                <a:rPr lang="en-US" sz="750">
                  <a:solidFill>
                    <a:schemeClr val="bg1"/>
                  </a:solidFill>
                </a:rPr>
                <a:t>choosing a new color from the theme row </a:t>
              </a:r>
              <a:br>
                <a:rPr lang="en-US" sz="750">
                  <a:solidFill>
                    <a:schemeClr val="bg1"/>
                  </a:solidFill>
                </a:rPr>
              </a:br>
              <a:r>
                <a:rPr lang="en-US" sz="750">
                  <a:solidFill>
                    <a:schemeClr val="bg1"/>
                  </a:solidFill>
                </a:rPr>
                <a:t>of the Fill Palette, Accents 1 – 6.</a:t>
              </a:r>
            </a:p>
            <a:p>
              <a:pPr marL="130969" indent="-130969">
                <a:spcBef>
                  <a:spcPts val="900"/>
                </a:spcBef>
                <a:buFont typeface="Avenir Next LT Pro" panose="020B0504020202020204" pitchFamily="34" charset="0"/>
                <a:buChar char="•"/>
              </a:pPr>
              <a:endParaRPr lang="en-US" sz="750">
                <a:solidFill>
                  <a:schemeClr val="bg1"/>
                </a:solidFill>
              </a:endParaRPr>
            </a:p>
            <a:p>
              <a:pPr marL="130969" indent="-130969">
                <a:spcBef>
                  <a:spcPts val="900"/>
                </a:spcBef>
                <a:buFont typeface="Avenir Next LT Pro" panose="020B0504020202020204" pitchFamily="34" charset="0"/>
                <a:buChar char="•"/>
              </a:pPr>
              <a:endParaRPr lang="en-US" sz="750">
                <a:solidFill>
                  <a:schemeClr val="bg1"/>
                </a:solidFill>
              </a:endParaRPr>
            </a:p>
            <a:p>
              <a:pPr marL="130969" indent="-130969">
                <a:spcBef>
                  <a:spcPts val="900"/>
                </a:spcBef>
                <a:buFont typeface="Avenir Next LT Pro" panose="020B0504020202020204" pitchFamily="34" charset="0"/>
                <a:buChar char="•"/>
              </a:pPr>
              <a:endParaRPr lang="en-US" sz="750">
                <a:solidFill>
                  <a:schemeClr val="bg1"/>
                </a:solidFill>
              </a:endParaRPr>
            </a:p>
            <a:p>
              <a:pPr>
                <a:spcBef>
                  <a:spcPts val="900"/>
                </a:spcBef>
              </a:pPr>
              <a:endParaRPr lang="en-US" sz="750">
                <a:solidFill>
                  <a:schemeClr val="bg1"/>
                </a:solidFill>
              </a:endParaRPr>
            </a:p>
            <a:p>
              <a:pPr marL="130969" indent="-130969">
                <a:spcBef>
                  <a:spcPts val="900"/>
                </a:spcBef>
                <a:buFont typeface="Avenir Next LT Pro" panose="020B0504020202020204" pitchFamily="34" charset="0"/>
                <a:buChar char="•"/>
              </a:pPr>
              <a:r>
                <a:rPr lang="en-US" sz="750">
                  <a:solidFill>
                    <a:schemeClr val="bg1"/>
                  </a:solidFill>
                </a:rPr>
                <a:t>The background shape should always sit behind the other elements on the slide. </a:t>
              </a:r>
              <a:br>
                <a:rPr lang="en-US" sz="750">
                  <a:solidFill>
                    <a:schemeClr val="bg1"/>
                  </a:solidFill>
                </a:rPr>
              </a:br>
              <a:r>
                <a:rPr lang="en-US" sz="750">
                  <a:solidFill>
                    <a:schemeClr val="bg1"/>
                  </a:solidFill>
                </a:rPr>
                <a:t>If an image placeholder exists on the same layout, once you add the image you may have to select it and use Arrange &gt; Send to Back.</a:t>
              </a:r>
            </a:p>
          </p:txBody>
        </p:sp>
        <p:grpSp>
          <p:nvGrpSpPr>
            <p:cNvPr id="18" name="Group 17">
              <a:extLst>
                <a:ext uri="{FF2B5EF4-FFF2-40B4-BE49-F238E27FC236}">
                  <a16:creationId xmlns:a16="http://schemas.microsoft.com/office/drawing/2014/main" id="{B80F5964-76F1-B82D-DA67-9653B567A729}"/>
                </a:ext>
              </a:extLst>
            </p:cNvPr>
            <p:cNvGrpSpPr/>
            <p:nvPr/>
          </p:nvGrpSpPr>
          <p:grpSpPr>
            <a:xfrm>
              <a:off x="13142686" y="1954129"/>
              <a:ext cx="1455058" cy="864391"/>
              <a:chOff x="12700000" y="2008563"/>
              <a:chExt cx="2565400" cy="1524000"/>
            </a:xfrm>
          </p:grpSpPr>
          <p:pic>
            <p:nvPicPr>
              <p:cNvPr id="19" name="Picture 18" descr="A picture containing table&#10;&#10;Description automatically generated">
                <a:extLst>
                  <a:ext uri="{FF2B5EF4-FFF2-40B4-BE49-F238E27FC236}">
                    <a16:creationId xmlns:a16="http://schemas.microsoft.com/office/drawing/2014/main" id="{926874D7-5C25-E708-261C-2C26DDF673D0}"/>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20" name="Rectangle 19">
                <a:extLst>
                  <a:ext uri="{FF2B5EF4-FFF2-40B4-BE49-F238E27FC236}">
                    <a16:creationId xmlns:a16="http://schemas.microsoft.com/office/drawing/2014/main" id="{B64CF28C-3A8F-DA0F-B0CA-624F49245C4A}"/>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endParaRPr>
              </a:p>
            </p:txBody>
          </p:sp>
        </p:grpSp>
      </p:grpSp>
    </p:spTree>
    <p:extLst>
      <p:ext uri="{BB962C8B-B14F-4D97-AF65-F5344CB8AC3E}">
        <p14:creationId xmlns:p14="http://schemas.microsoft.com/office/powerpoint/2010/main" val="32809307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hoto_third_right 2">
    <p:spTree>
      <p:nvGrpSpPr>
        <p:cNvPr id="1" name=""/>
        <p:cNvGrpSpPr/>
        <p:nvPr/>
      </p:nvGrpSpPr>
      <p:grpSpPr>
        <a:xfrm>
          <a:off x="0" y="0"/>
          <a:ext cx="0" cy="0"/>
          <a:chOff x="0" y="0"/>
          <a:chExt cx="0" cy="0"/>
        </a:xfrm>
      </p:grpSpPr>
      <p:sp>
        <p:nvSpPr>
          <p:cNvPr id="16" name="Text Placeholder 13">
            <a:extLst>
              <a:ext uri="{FF2B5EF4-FFF2-40B4-BE49-F238E27FC236}">
                <a16:creationId xmlns:a16="http://schemas.microsoft.com/office/drawing/2014/main" id="{ECC70FFE-BF3E-02B9-699B-53E272819994}"/>
              </a:ext>
              <a:ext uri="{C183D7F6-B498-43B3-948B-1728B52AA6E4}">
                <adec:decorative xmlns:adec="http://schemas.microsoft.com/office/drawing/2017/decorative" val="1"/>
              </a:ext>
            </a:extLst>
          </p:cNvPr>
          <p:cNvSpPr>
            <a:spLocks noGrp="1"/>
          </p:cNvSpPr>
          <p:nvPr>
            <p:ph type="body" sz="quarter" idx="21"/>
          </p:nvPr>
        </p:nvSpPr>
        <p:spPr>
          <a:xfrm flipV="1">
            <a:off x="5912398" y="1028700"/>
            <a:ext cx="163709" cy="4114800"/>
          </a:xfrm>
          <a:custGeom>
            <a:avLst/>
            <a:gdLst>
              <a:gd name="connsiteX0" fmla="*/ 0 w 215896"/>
              <a:gd name="connsiteY0" fmla="*/ 0 h 5426504"/>
              <a:gd name="connsiteX1" fmla="*/ 215896 w 215896"/>
              <a:gd name="connsiteY1" fmla="*/ 0 h 5426504"/>
              <a:gd name="connsiteX2" fmla="*/ 215896 w 215896"/>
              <a:gd name="connsiteY2" fmla="*/ 5426504 h 5426504"/>
              <a:gd name="connsiteX3" fmla="*/ 190376 w 215896"/>
              <a:gd name="connsiteY3" fmla="*/ 5412652 h 5426504"/>
              <a:gd name="connsiteX4" fmla="*/ 0 w 215896"/>
              <a:gd name="connsiteY4" fmla="*/ 5054597 h 5426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896" h="5426504">
                <a:moveTo>
                  <a:pt x="0" y="0"/>
                </a:moveTo>
                <a:lnTo>
                  <a:pt x="215896" y="0"/>
                </a:lnTo>
                <a:lnTo>
                  <a:pt x="215896" y="5426504"/>
                </a:lnTo>
                <a:lnTo>
                  <a:pt x="190376" y="5412652"/>
                </a:lnTo>
                <a:cubicBezTo>
                  <a:pt x="75517" y="5335055"/>
                  <a:pt x="0" y="5203645"/>
                  <a:pt x="0" y="5054597"/>
                </a:cubicBezTo>
                <a:close/>
              </a:path>
            </a:pathLst>
          </a:custGeom>
          <a:solidFill>
            <a:srgbClr val="EEE9FF"/>
          </a:solidFill>
        </p:spPr>
        <p:txBody>
          <a:bodyPr wrap="square">
            <a:noAutofit/>
          </a:bodyPr>
          <a:lstStyle>
            <a:lvl1pPr marL="0" indent="0">
              <a:buNone/>
              <a:defRPr sz="300">
                <a:noFill/>
              </a:defRPr>
            </a:lvl1pPr>
          </a:lstStyle>
          <a:p>
            <a:pPr lvl="0"/>
            <a:r>
              <a:rPr lang="en-US"/>
              <a:t>Click to edit Master text styles</a:t>
            </a:r>
          </a:p>
        </p:txBody>
      </p:sp>
      <p:sp>
        <p:nvSpPr>
          <p:cNvPr id="2" name="Title 1">
            <a:extLst>
              <a:ext uri="{FF2B5EF4-FFF2-40B4-BE49-F238E27FC236}">
                <a16:creationId xmlns:a16="http://schemas.microsoft.com/office/drawing/2014/main" id="{6730DD45-DDDF-68D8-A609-7326324CCFFA}"/>
              </a:ext>
            </a:extLst>
          </p:cNvPr>
          <p:cNvSpPr>
            <a:spLocks noGrp="1"/>
          </p:cNvSpPr>
          <p:nvPr>
            <p:ph type="title"/>
          </p:nvPr>
        </p:nvSpPr>
        <p:spPr>
          <a:xfrm>
            <a:off x="428625" y="428626"/>
            <a:ext cx="4762500" cy="742950"/>
          </a:xfrm>
        </p:spPr>
        <p:txBody>
          <a:bodyPr/>
          <a:lstStyle/>
          <a:p>
            <a:r>
              <a:rPr lang="en-US"/>
              <a:t>Click to edit Master title style</a:t>
            </a:r>
          </a:p>
        </p:txBody>
      </p:sp>
      <p:sp>
        <p:nvSpPr>
          <p:cNvPr id="17" name="Text Placeholder 11">
            <a:extLst>
              <a:ext uri="{FF2B5EF4-FFF2-40B4-BE49-F238E27FC236}">
                <a16:creationId xmlns:a16="http://schemas.microsoft.com/office/drawing/2014/main" id="{EAE323B5-0A5C-89A7-C0D7-30257C0D5146}"/>
              </a:ext>
            </a:extLst>
          </p:cNvPr>
          <p:cNvSpPr>
            <a:spLocks noGrp="1"/>
          </p:cNvSpPr>
          <p:nvPr>
            <p:ph type="body" sz="quarter" idx="20"/>
          </p:nvPr>
        </p:nvSpPr>
        <p:spPr>
          <a:xfrm>
            <a:off x="428625" y="1314451"/>
            <a:ext cx="4762500" cy="342900"/>
          </a:xfrm>
        </p:spPr>
        <p:txBody>
          <a:bodyPr/>
          <a:lstStyle>
            <a:lvl1pPr marL="0" indent="0">
              <a:lnSpc>
                <a:spcPct val="90000"/>
              </a:lnSpc>
              <a:buNone/>
              <a:defRPr sz="1650"/>
            </a:lvl1pPr>
            <a:lvl2pPr marL="170259" indent="0">
              <a:buNone/>
              <a:defRPr/>
            </a:lvl2pPr>
            <a:lvl3pPr marL="345281" indent="0">
              <a:buNone/>
              <a:defRPr/>
            </a:lvl3pPr>
            <a:lvl4pPr marL="469106" indent="0">
              <a:buNone/>
              <a:defRPr/>
            </a:lvl4pPr>
            <a:lvl5pPr marL="598885" indent="0">
              <a:buNone/>
              <a:defRPr/>
            </a:lvl5pPr>
          </a:lstStyle>
          <a:p>
            <a:pPr lvl="0"/>
            <a:r>
              <a:rPr lang="en-US"/>
              <a:t>Click to edit Master text styles</a:t>
            </a:r>
          </a:p>
        </p:txBody>
      </p:sp>
      <p:sp>
        <p:nvSpPr>
          <p:cNvPr id="14" name="Text Placeholder 4">
            <a:extLst>
              <a:ext uri="{FF2B5EF4-FFF2-40B4-BE49-F238E27FC236}">
                <a16:creationId xmlns:a16="http://schemas.microsoft.com/office/drawing/2014/main" id="{195D5926-FB0E-C7F6-1983-73CB44AB727C}"/>
              </a:ext>
            </a:extLst>
          </p:cNvPr>
          <p:cNvSpPr>
            <a:spLocks noGrp="1"/>
          </p:cNvSpPr>
          <p:nvPr>
            <p:ph type="body" sz="quarter" idx="17"/>
          </p:nvPr>
        </p:nvSpPr>
        <p:spPr>
          <a:xfrm>
            <a:off x="428625" y="2200275"/>
            <a:ext cx="2114551" cy="208597"/>
          </a:xfrm>
        </p:spPr>
        <p:txBody>
          <a:bodyPr anchor="b"/>
          <a:lstStyle>
            <a:lvl1pPr marL="0" indent="0">
              <a:lnSpc>
                <a:spcPct val="90000"/>
              </a:lnSpc>
              <a:buNone/>
              <a:defRPr sz="1050" b="1"/>
            </a:lvl1pPr>
            <a:lvl2pPr>
              <a:defRPr sz="825"/>
            </a:lvl2pPr>
            <a:lvl3pPr>
              <a:defRPr sz="600"/>
            </a:lvl3pPr>
            <a:lvl4pPr>
              <a:defRPr sz="600"/>
            </a:lvl4pPr>
            <a:lvl5pPr>
              <a:defRPr sz="600"/>
            </a:lvl5pPr>
          </a:lstStyle>
          <a:p>
            <a:pPr lvl="0"/>
            <a:r>
              <a:rPr lang="en-US"/>
              <a:t>Click to edit Master text styles</a:t>
            </a:r>
          </a:p>
        </p:txBody>
      </p:sp>
      <p:sp>
        <p:nvSpPr>
          <p:cNvPr id="9" name="Text Placeholder 4">
            <a:extLst>
              <a:ext uri="{FF2B5EF4-FFF2-40B4-BE49-F238E27FC236}">
                <a16:creationId xmlns:a16="http://schemas.microsoft.com/office/drawing/2014/main" id="{81D78CD3-B954-C0DB-3DDF-CD9A9BB6C47B}"/>
              </a:ext>
            </a:extLst>
          </p:cNvPr>
          <p:cNvSpPr>
            <a:spLocks noGrp="1"/>
          </p:cNvSpPr>
          <p:nvPr>
            <p:ph type="body" sz="quarter" idx="14"/>
          </p:nvPr>
        </p:nvSpPr>
        <p:spPr>
          <a:xfrm>
            <a:off x="428625" y="2571750"/>
            <a:ext cx="2114551" cy="2143125"/>
          </a:xfrm>
        </p:spPr>
        <p:txBody>
          <a:bodyPr/>
          <a:lstStyle>
            <a:lvl1pPr marL="0" indent="0">
              <a:buNone/>
              <a:defRPr sz="1050"/>
            </a:lvl1pPr>
            <a:lvl2pPr>
              <a:defRPr sz="825"/>
            </a:lvl2pPr>
            <a:lvl3pPr>
              <a:defRPr sz="600"/>
            </a:lvl3pPr>
            <a:lvl4pPr>
              <a:defRPr sz="600"/>
            </a:lvl4pPr>
            <a:lvl5pPr>
              <a:defRPr sz="600"/>
            </a:lvl5pPr>
          </a:lstStyle>
          <a:p>
            <a:pPr lvl="0"/>
            <a:r>
              <a:rPr lang="en-US"/>
              <a:t>Click to edit Master text styles</a:t>
            </a:r>
          </a:p>
        </p:txBody>
      </p:sp>
      <p:sp>
        <p:nvSpPr>
          <p:cNvPr id="15" name="Text Placeholder 4">
            <a:extLst>
              <a:ext uri="{FF2B5EF4-FFF2-40B4-BE49-F238E27FC236}">
                <a16:creationId xmlns:a16="http://schemas.microsoft.com/office/drawing/2014/main" id="{1D1623CA-F223-1E5B-6F17-3723B18F9018}"/>
              </a:ext>
            </a:extLst>
          </p:cNvPr>
          <p:cNvSpPr>
            <a:spLocks noGrp="1"/>
          </p:cNvSpPr>
          <p:nvPr>
            <p:ph type="body" sz="quarter" idx="18"/>
          </p:nvPr>
        </p:nvSpPr>
        <p:spPr>
          <a:xfrm>
            <a:off x="3076575" y="2200275"/>
            <a:ext cx="2114551" cy="208597"/>
          </a:xfrm>
        </p:spPr>
        <p:txBody>
          <a:bodyPr anchor="b"/>
          <a:lstStyle>
            <a:lvl1pPr marL="0" indent="0">
              <a:lnSpc>
                <a:spcPct val="90000"/>
              </a:lnSpc>
              <a:buNone/>
              <a:defRPr sz="1050" b="1"/>
            </a:lvl1pPr>
            <a:lvl2pPr>
              <a:defRPr sz="825"/>
            </a:lvl2pPr>
            <a:lvl3pPr>
              <a:defRPr sz="600"/>
            </a:lvl3pPr>
            <a:lvl4pPr>
              <a:defRPr sz="600"/>
            </a:lvl4pPr>
            <a:lvl5pPr>
              <a:defRPr sz="600"/>
            </a:lvl5pPr>
          </a:lstStyle>
          <a:p>
            <a:pPr lvl="0"/>
            <a:r>
              <a:rPr lang="en-US"/>
              <a:t>Click to edit Master text styles</a:t>
            </a:r>
          </a:p>
        </p:txBody>
      </p:sp>
      <p:sp>
        <p:nvSpPr>
          <p:cNvPr id="10" name="Text Placeholder 4">
            <a:extLst>
              <a:ext uri="{FF2B5EF4-FFF2-40B4-BE49-F238E27FC236}">
                <a16:creationId xmlns:a16="http://schemas.microsoft.com/office/drawing/2014/main" id="{4FD2E3CA-F145-A813-AECE-20ED6EF76227}"/>
              </a:ext>
            </a:extLst>
          </p:cNvPr>
          <p:cNvSpPr>
            <a:spLocks noGrp="1"/>
          </p:cNvSpPr>
          <p:nvPr>
            <p:ph type="body" sz="quarter" idx="15"/>
          </p:nvPr>
        </p:nvSpPr>
        <p:spPr>
          <a:xfrm>
            <a:off x="3076575" y="2571750"/>
            <a:ext cx="2114551" cy="2143125"/>
          </a:xfrm>
        </p:spPr>
        <p:txBody>
          <a:bodyPr/>
          <a:lstStyle>
            <a:lvl1pPr marL="0" indent="0">
              <a:buNone/>
              <a:defRPr sz="1050"/>
            </a:lvl1pPr>
            <a:lvl2pPr>
              <a:defRPr sz="825"/>
            </a:lvl2pPr>
            <a:lvl3pPr>
              <a:defRPr sz="600"/>
            </a:lvl3pPr>
            <a:lvl4pPr>
              <a:defRPr sz="600"/>
            </a:lvl4pPr>
            <a:lvl5pPr>
              <a:defRPr sz="600"/>
            </a:lvl5pPr>
          </a:lstStyle>
          <a:p>
            <a:pPr lvl="0"/>
            <a:r>
              <a:rPr lang="en-US"/>
              <a:t>Click to edit Master text styles</a:t>
            </a:r>
          </a:p>
        </p:txBody>
      </p:sp>
      <p:sp>
        <p:nvSpPr>
          <p:cNvPr id="11" name="Picture Placeholder 10">
            <a:extLst>
              <a:ext uri="{FF2B5EF4-FFF2-40B4-BE49-F238E27FC236}">
                <a16:creationId xmlns:a16="http://schemas.microsoft.com/office/drawing/2014/main" id="{DAF971B9-F6F4-0334-F6C8-7F32C179DD8F}"/>
              </a:ext>
              <a:ext uri="{C183D7F6-B498-43B3-948B-1728B52AA6E4}">
                <adec:decorative xmlns:adec="http://schemas.microsoft.com/office/drawing/2017/decorative" val="0"/>
              </a:ext>
            </a:extLst>
          </p:cNvPr>
          <p:cNvSpPr>
            <a:spLocks noGrp="1"/>
          </p:cNvSpPr>
          <p:nvPr>
            <p:ph type="pic" sz="quarter" idx="13"/>
          </p:nvPr>
        </p:nvSpPr>
        <p:spPr>
          <a:xfrm>
            <a:off x="6067426" y="2"/>
            <a:ext cx="3076574" cy="5143499"/>
          </a:xfrm>
          <a:custGeom>
            <a:avLst/>
            <a:gdLst>
              <a:gd name="connsiteX0" fmla="*/ 683687 w 4102099"/>
              <a:gd name="connsiteY0" fmla="*/ 0 h 6857999"/>
              <a:gd name="connsiteX1" fmla="*/ 4102099 w 4102099"/>
              <a:gd name="connsiteY1" fmla="*/ 0 h 6857999"/>
              <a:gd name="connsiteX2" fmla="*/ 4102099 w 4102099"/>
              <a:gd name="connsiteY2" fmla="*/ 6857999 h 6857999"/>
              <a:gd name="connsiteX3" fmla="*/ 0 w 4102099"/>
              <a:gd name="connsiteY3" fmla="*/ 6857999 h 6857999"/>
              <a:gd name="connsiteX4" fmla="*/ 0 w 4102099"/>
              <a:gd name="connsiteY4" fmla="*/ 683696 h 6857999"/>
              <a:gd name="connsiteX5" fmla="*/ 545908 w 4102099"/>
              <a:gd name="connsiteY5" fmla="*/ 1388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2099" h="6857999">
                <a:moveTo>
                  <a:pt x="683687" y="0"/>
                </a:moveTo>
                <a:lnTo>
                  <a:pt x="4102099" y="0"/>
                </a:lnTo>
                <a:lnTo>
                  <a:pt x="4102099" y="6857999"/>
                </a:lnTo>
                <a:lnTo>
                  <a:pt x="0" y="6857999"/>
                </a:lnTo>
                <a:lnTo>
                  <a:pt x="0" y="683696"/>
                </a:lnTo>
                <a:cubicBezTo>
                  <a:pt x="0" y="353300"/>
                  <a:pt x="234360" y="77642"/>
                  <a:pt x="545908" y="13889"/>
                </a:cubicBezTo>
                <a:close/>
              </a:path>
            </a:pathLst>
          </a:custGeom>
        </p:spPr>
        <p:txBody>
          <a:bodyPr wrap="square">
            <a:noAutofit/>
          </a:bodyPr>
          <a:lstStyle>
            <a:lvl1pPr marL="0" indent="0" algn="r">
              <a:buNone/>
              <a:defRPr/>
            </a:lvl1pPr>
          </a:lstStyle>
          <a:p>
            <a:r>
              <a:rPr lang="en-US"/>
              <a:t>Click icon to add picture</a:t>
            </a:r>
          </a:p>
        </p:txBody>
      </p:sp>
      <p:sp>
        <p:nvSpPr>
          <p:cNvPr id="3" name="Footer Placeholder 2">
            <a:extLst>
              <a:ext uri="{FF2B5EF4-FFF2-40B4-BE49-F238E27FC236}">
                <a16:creationId xmlns:a16="http://schemas.microsoft.com/office/drawing/2014/main" id="{D8F1D7FF-6C4B-FD49-59EA-089A8F91632F}"/>
              </a:ext>
              <a:ext uri="{C183D7F6-B498-43B3-948B-1728B52AA6E4}">
                <adec:decorative xmlns:adec="http://schemas.microsoft.com/office/drawing/2017/decorative" val="1"/>
              </a:ext>
            </a:extLst>
          </p:cNvPr>
          <p:cNvSpPr>
            <a:spLocks noGrp="1"/>
          </p:cNvSpPr>
          <p:nvPr>
            <p:ph type="ftr" sz="quarter" idx="10"/>
          </p:nvPr>
        </p:nvSpPr>
        <p:spPr>
          <a:xfrm>
            <a:off x="1233913" y="4877753"/>
            <a:ext cx="3977640" cy="10287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5E18E84-93A4-91B2-ADEB-00836AA8B4F8}"/>
              </a:ext>
              <a:ext uri="{C183D7F6-B498-43B3-948B-1728B52AA6E4}">
                <adec:decorative xmlns:adec="http://schemas.microsoft.com/office/drawing/2017/decorative" val="1"/>
              </a:ext>
            </a:extLst>
          </p:cNvPr>
          <p:cNvSpPr>
            <a:spLocks noGrp="1"/>
          </p:cNvSpPr>
          <p:nvPr>
            <p:ph type="dt" sz="half" idx="11"/>
          </p:nvPr>
        </p:nvSpPr>
        <p:spPr/>
        <p:txBody>
          <a:bodyPr/>
          <a:lstStyle/>
          <a:p>
            <a:fld id="{B81796AC-88DE-4A9D-94D8-870B53E7B69C}" type="datetimeyyyy">
              <a:rPr lang="en-US" smtClean="0"/>
              <a:t>2026</a:t>
            </a:fld>
            <a:endParaRPr lang="en-US"/>
          </a:p>
        </p:txBody>
      </p:sp>
      <p:sp>
        <p:nvSpPr>
          <p:cNvPr id="5" name="Slide Number Placeholder 4">
            <a:extLst>
              <a:ext uri="{FF2B5EF4-FFF2-40B4-BE49-F238E27FC236}">
                <a16:creationId xmlns:a16="http://schemas.microsoft.com/office/drawing/2014/main" id="{CA00ADE8-13EE-6112-4AAF-E621D3198DF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grpSp>
        <p:nvGrpSpPr>
          <p:cNvPr id="18" name="Group 17">
            <a:extLst>
              <a:ext uri="{FF2B5EF4-FFF2-40B4-BE49-F238E27FC236}">
                <a16:creationId xmlns:a16="http://schemas.microsoft.com/office/drawing/2014/main" id="{237BC079-CFAF-03A3-6678-74509AF34027}"/>
              </a:ext>
              <a:ext uri="{C183D7F6-B498-43B3-948B-1728B52AA6E4}">
                <adec:decorative xmlns:adec="http://schemas.microsoft.com/office/drawing/2017/decorative" val="1"/>
              </a:ext>
            </a:extLst>
          </p:cNvPr>
          <p:cNvGrpSpPr/>
          <p:nvPr userDrawn="1"/>
        </p:nvGrpSpPr>
        <p:grpSpPr>
          <a:xfrm>
            <a:off x="9332989" y="0"/>
            <a:ext cx="2308073" cy="5143497"/>
            <a:chOff x="12443985" y="0"/>
            <a:chExt cx="3077430" cy="6857996"/>
          </a:xfrm>
        </p:grpSpPr>
        <p:sp>
          <p:nvSpPr>
            <p:cNvPr id="19" name="Rectangle 18">
              <a:extLst>
                <a:ext uri="{FF2B5EF4-FFF2-40B4-BE49-F238E27FC236}">
                  <a16:creationId xmlns:a16="http://schemas.microsoft.com/office/drawing/2014/main" id="{9C6AF2E6-9EBE-8E8D-78B3-25B1679FF3A5}"/>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900"/>
                </a:spcBef>
              </a:pPr>
              <a:r>
                <a:rPr lang="en-US" sz="750" b="1" cap="all">
                  <a:solidFill>
                    <a:schemeClr val="bg1"/>
                  </a:solidFill>
                </a:rPr>
                <a:t>Shape Layout INSTRUCTIONS</a:t>
              </a:r>
            </a:p>
            <a:p>
              <a:pPr marL="130969" indent="-130969">
                <a:spcBef>
                  <a:spcPts val="900"/>
                </a:spcBef>
                <a:buFont typeface="Avenir Next LT Pro" panose="020B0504020202020204" pitchFamily="34" charset="0"/>
                <a:buChar char="•"/>
              </a:pPr>
              <a:r>
                <a:rPr lang="en-US" sz="750">
                  <a:solidFill>
                    <a:schemeClr val="bg1"/>
                  </a:solidFill>
                </a:rPr>
                <a:t>The colored shape on this layout is intended </a:t>
              </a:r>
              <a:br>
                <a:rPr lang="en-US" sz="750">
                  <a:solidFill>
                    <a:schemeClr val="bg1"/>
                  </a:solidFill>
                </a:rPr>
              </a:br>
              <a:r>
                <a:rPr lang="en-US" sz="750">
                  <a:solidFill>
                    <a:schemeClr val="bg1"/>
                  </a:solidFill>
                </a:rPr>
                <a:t>to add some fun and interest to the slide. </a:t>
              </a:r>
            </a:p>
            <a:p>
              <a:pPr marL="130969" indent="-130969">
                <a:spcBef>
                  <a:spcPts val="900"/>
                </a:spcBef>
                <a:buFont typeface="Avenir Next LT Pro" panose="020B0504020202020204" pitchFamily="34" charset="0"/>
                <a:buChar char="•"/>
              </a:pPr>
              <a:r>
                <a:rPr lang="en-US" sz="750">
                  <a:solidFill>
                    <a:schemeClr val="bg1"/>
                  </a:solidFill>
                </a:rPr>
                <a:t>The shape is optional. Remove it by selecting and hitting delete. </a:t>
              </a:r>
            </a:p>
            <a:p>
              <a:pPr marL="130969" indent="-130969">
                <a:spcBef>
                  <a:spcPts val="900"/>
                </a:spcBef>
                <a:buFont typeface="Avenir Next LT Pro" panose="020B0504020202020204" pitchFamily="34" charset="0"/>
                <a:buChar char="•"/>
              </a:pPr>
              <a:r>
                <a:rPr lang="en-US" sz="750">
                  <a:solidFill>
                    <a:schemeClr val="bg1"/>
                  </a:solidFill>
                </a:rPr>
                <a:t>Change the color by selecting it and </a:t>
              </a:r>
              <a:br>
                <a:rPr lang="en-US" sz="750">
                  <a:solidFill>
                    <a:schemeClr val="bg1"/>
                  </a:solidFill>
                </a:rPr>
              </a:br>
              <a:r>
                <a:rPr lang="en-US" sz="750">
                  <a:solidFill>
                    <a:schemeClr val="bg1"/>
                  </a:solidFill>
                </a:rPr>
                <a:t>choosing a new color from the theme row </a:t>
              </a:r>
              <a:br>
                <a:rPr lang="en-US" sz="750">
                  <a:solidFill>
                    <a:schemeClr val="bg1"/>
                  </a:solidFill>
                </a:rPr>
              </a:br>
              <a:r>
                <a:rPr lang="en-US" sz="750">
                  <a:solidFill>
                    <a:schemeClr val="bg1"/>
                  </a:solidFill>
                </a:rPr>
                <a:t>of the Fill Palette, Accents 1 – 6.</a:t>
              </a:r>
            </a:p>
            <a:p>
              <a:pPr marL="130969" indent="-130969">
                <a:spcBef>
                  <a:spcPts val="900"/>
                </a:spcBef>
                <a:buFont typeface="Avenir Next LT Pro" panose="020B0504020202020204" pitchFamily="34" charset="0"/>
                <a:buChar char="•"/>
              </a:pPr>
              <a:endParaRPr lang="en-US" sz="750">
                <a:solidFill>
                  <a:schemeClr val="bg1"/>
                </a:solidFill>
              </a:endParaRPr>
            </a:p>
            <a:p>
              <a:pPr marL="130969" indent="-130969">
                <a:spcBef>
                  <a:spcPts val="900"/>
                </a:spcBef>
                <a:buFont typeface="Avenir Next LT Pro" panose="020B0504020202020204" pitchFamily="34" charset="0"/>
                <a:buChar char="•"/>
              </a:pPr>
              <a:endParaRPr lang="en-US" sz="750">
                <a:solidFill>
                  <a:schemeClr val="bg1"/>
                </a:solidFill>
              </a:endParaRPr>
            </a:p>
            <a:p>
              <a:pPr marL="130969" indent="-130969">
                <a:spcBef>
                  <a:spcPts val="900"/>
                </a:spcBef>
                <a:buFont typeface="Avenir Next LT Pro" panose="020B0504020202020204" pitchFamily="34" charset="0"/>
                <a:buChar char="•"/>
              </a:pPr>
              <a:endParaRPr lang="en-US" sz="750">
                <a:solidFill>
                  <a:schemeClr val="bg1"/>
                </a:solidFill>
              </a:endParaRPr>
            </a:p>
            <a:p>
              <a:pPr>
                <a:spcBef>
                  <a:spcPts val="900"/>
                </a:spcBef>
              </a:pPr>
              <a:endParaRPr lang="en-US" sz="750">
                <a:solidFill>
                  <a:schemeClr val="bg1"/>
                </a:solidFill>
              </a:endParaRPr>
            </a:p>
            <a:p>
              <a:pPr marL="130969" indent="-130969">
                <a:spcBef>
                  <a:spcPts val="900"/>
                </a:spcBef>
                <a:buFont typeface="Avenir Next LT Pro" panose="020B0504020202020204" pitchFamily="34" charset="0"/>
                <a:buChar char="•"/>
              </a:pPr>
              <a:r>
                <a:rPr lang="en-US" sz="750">
                  <a:solidFill>
                    <a:schemeClr val="bg1"/>
                  </a:solidFill>
                </a:rPr>
                <a:t>The background shape should always sit behind the other elements on the slide. </a:t>
              </a:r>
              <a:br>
                <a:rPr lang="en-US" sz="750">
                  <a:solidFill>
                    <a:schemeClr val="bg1"/>
                  </a:solidFill>
                </a:rPr>
              </a:br>
              <a:r>
                <a:rPr lang="en-US" sz="750">
                  <a:solidFill>
                    <a:schemeClr val="bg1"/>
                  </a:solidFill>
                </a:rPr>
                <a:t>If an image placeholder exists on the same layout, once you add the image you may have to select it and use Arrange &gt; Send to Back.</a:t>
              </a:r>
            </a:p>
          </p:txBody>
        </p:sp>
        <p:grpSp>
          <p:nvGrpSpPr>
            <p:cNvPr id="20" name="Group 19">
              <a:extLst>
                <a:ext uri="{FF2B5EF4-FFF2-40B4-BE49-F238E27FC236}">
                  <a16:creationId xmlns:a16="http://schemas.microsoft.com/office/drawing/2014/main" id="{A494A7EA-DEA8-BDC1-C505-5AA5A866E4B6}"/>
                </a:ext>
              </a:extLst>
            </p:cNvPr>
            <p:cNvGrpSpPr/>
            <p:nvPr/>
          </p:nvGrpSpPr>
          <p:grpSpPr>
            <a:xfrm>
              <a:off x="13142686" y="1954129"/>
              <a:ext cx="1455058" cy="864391"/>
              <a:chOff x="12700000" y="2008563"/>
              <a:chExt cx="2565400" cy="1524000"/>
            </a:xfrm>
          </p:grpSpPr>
          <p:pic>
            <p:nvPicPr>
              <p:cNvPr id="21" name="Picture 20" descr="A picture containing table&#10;&#10;Description automatically generated">
                <a:extLst>
                  <a:ext uri="{FF2B5EF4-FFF2-40B4-BE49-F238E27FC236}">
                    <a16:creationId xmlns:a16="http://schemas.microsoft.com/office/drawing/2014/main" id="{6FCCCD9B-4234-D4F3-CC4E-2E1D2796CC43}"/>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22" name="Rectangle 21">
                <a:extLst>
                  <a:ext uri="{FF2B5EF4-FFF2-40B4-BE49-F238E27FC236}">
                    <a16:creationId xmlns:a16="http://schemas.microsoft.com/office/drawing/2014/main" id="{1F992B66-6EE7-9A0E-CBE2-0446EF725143}"/>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endParaRPr>
              </a:p>
            </p:txBody>
          </p:sp>
        </p:grpSp>
      </p:grpSp>
    </p:spTree>
    <p:extLst>
      <p:ext uri="{BB962C8B-B14F-4D97-AF65-F5344CB8AC3E}">
        <p14:creationId xmlns:p14="http://schemas.microsoft.com/office/powerpoint/2010/main" val="38915942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photo_third_left">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B42FC830-AF6C-FF1B-026D-AFB5BE5E11B8}"/>
              </a:ext>
              <a:ext uri="{C183D7F6-B498-43B3-948B-1728B52AA6E4}">
                <adec:decorative xmlns:adec="http://schemas.microsoft.com/office/drawing/2017/decorative" val="0"/>
              </a:ext>
            </a:extLst>
          </p:cNvPr>
          <p:cNvSpPr>
            <a:spLocks noGrp="1"/>
          </p:cNvSpPr>
          <p:nvPr>
            <p:ph type="pic" sz="quarter" idx="16"/>
          </p:nvPr>
        </p:nvSpPr>
        <p:spPr>
          <a:xfrm>
            <a:off x="0" y="0"/>
            <a:ext cx="3076575" cy="5143500"/>
          </a:xfrm>
          <a:custGeom>
            <a:avLst/>
            <a:gdLst>
              <a:gd name="connsiteX0" fmla="*/ 0 w 4102100"/>
              <a:gd name="connsiteY0" fmla="*/ 0 h 6858000"/>
              <a:gd name="connsiteX1" fmla="*/ 3418403 w 4102100"/>
              <a:gd name="connsiteY1" fmla="*/ 0 h 6858000"/>
              <a:gd name="connsiteX2" fmla="*/ 4102100 w 4102100"/>
              <a:gd name="connsiteY2" fmla="*/ 683697 h 6858000"/>
              <a:gd name="connsiteX3" fmla="*/ 4102100 w 4102100"/>
              <a:gd name="connsiteY3" fmla="*/ 6858000 h 6858000"/>
              <a:gd name="connsiteX4" fmla="*/ 0 w 41021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2100" h="6858000">
                <a:moveTo>
                  <a:pt x="0" y="0"/>
                </a:moveTo>
                <a:lnTo>
                  <a:pt x="3418403" y="0"/>
                </a:lnTo>
                <a:cubicBezTo>
                  <a:pt x="3795998" y="0"/>
                  <a:pt x="4102100" y="306102"/>
                  <a:pt x="4102100" y="683697"/>
                </a:cubicBezTo>
                <a:lnTo>
                  <a:pt x="4102100" y="6858000"/>
                </a:lnTo>
                <a:lnTo>
                  <a:pt x="0" y="6858000"/>
                </a:lnTo>
                <a:close/>
              </a:path>
            </a:pathLst>
          </a:custGeom>
        </p:spPr>
        <p:txBody>
          <a:bodyPr wrap="square" anchor="ctr">
            <a:noAutofit/>
          </a:bodyPr>
          <a:lstStyle>
            <a:lvl1pPr marL="0" indent="0" algn="ctr">
              <a:buNone/>
              <a:defRPr/>
            </a:lvl1pPr>
          </a:lstStyle>
          <a:p>
            <a:r>
              <a:rPr lang="en-US"/>
              <a:t>Click icon to add picture</a:t>
            </a:r>
          </a:p>
        </p:txBody>
      </p:sp>
      <p:sp>
        <p:nvSpPr>
          <p:cNvPr id="11" name="Text Placeholder 32">
            <a:extLst>
              <a:ext uri="{FF2B5EF4-FFF2-40B4-BE49-F238E27FC236}">
                <a16:creationId xmlns:a16="http://schemas.microsoft.com/office/drawing/2014/main" id="{AB7D0DB1-254B-5D9D-D5C0-6D4E1D686204}"/>
              </a:ext>
              <a:ext uri="{C183D7F6-B498-43B3-948B-1728B52AA6E4}">
                <adec:decorative xmlns:adec="http://schemas.microsoft.com/office/drawing/2017/decorative" val="1"/>
              </a:ext>
            </a:extLst>
          </p:cNvPr>
          <p:cNvSpPr>
            <a:spLocks noGrp="1"/>
          </p:cNvSpPr>
          <p:nvPr>
            <p:ph type="body" sz="quarter" idx="18"/>
          </p:nvPr>
        </p:nvSpPr>
        <p:spPr>
          <a:xfrm flipH="1">
            <a:off x="0" y="3615540"/>
            <a:ext cx="3076575" cy="1527960"/>
          </a:xfrm>
          <a:custGeom>
            <a:avLst/>
            <a:gdLst>
              <a:gd name="connsiteX0" fmla="*/ 3703977 w 4102100"/>
              <a:gd name="connsiteY0" fmla="*/ 0 h 2037280"/>
              <a:gd name="connsiteX1" fmla="*/ 4084763 w 4102100"/>
              <a:gd name="connsiteY1" fmla="*/ 74093 h 2037280"/>
              <a:gd name="connsiteX2" fmla="*/ 4102100 w 4102100"/>
              <a:gd name="connsiteY2" fmla="*/ 82140 h 2037280"/>
              <a:gd name="connsiteX3" fmla="*/ 4102100 w 4102100"/>
              <a:gd name="connsiteY3" fmla="*/ 578782 h 2037280"/>
              <a:gd name="connsiteX4" fmla="*/ 4028776 w 4102100"/>
              <a:gd name="connsiteY4" fmla="*/ 518888 h 2037280"/>
              <a:gd name="connsiteX5" fmla="*/ 3286584 w 4102100"/>
              <a:gd name="connsiteY5" fmla="*/ 594528 h 2037280"/>
              <a:gd name="connsiteX6" fmla="*/ 1855500 w 4102100"/>
              <a:gd name="connsiteY6" fmla="*/ 2025562 h 2037280"/>
              <a:gd name="connsiteX7" fmla="*/ 1855554 w 4102100"/>
              <a:gd name="connsiteY7" fmla="*/ 2025589 h 2037280"/>
              <a:gd name="connsiteX8" fmla="*/ 1842618 w 4102100"/>
              <a:gd name="connsiteY8" fmla="*/ 2037280 h 2037280"/>
              <a:gd name="connsiteX9" fmla="*/ 437407 w 4102100"/>
              <a:gd name="connsiteY9" fmla="*/ 2037280 h 2037280"/>
              <a:gd name="connsiteX10" fmla="*/ 424472 w 4102100"/>
              <a:gd name="connsiteY10" fmla="*/ 2025589 h 2037280"/>
              <a:gd name="connsiteX11" fmla="*/ 0 w 4102100"/>
              <a:gd name="connsiteY11" fmla="*/ 1601123 h 2037280"/>
              <a:gd name="connsiteX12" fmla="*/ 0 w 4102100"/>
              <a:gd name="connsiteY12" fmla="*/ 1004884 h 2037280"/>
              <a:gd name="connsiteX13" fmla="*/ 722548 w 4102100"/>
              <a:gd name="connsiteY13" fmla="*/ 1727436 h 2037280"/>
              <a:gd name="connsiteX14" fmla="*/ 1557342 w 4102100"/>
              <a:gd name="connsiteY14" fmla="*/ 1727436 h 2037280"/>
              <a:gd name="connsiteX15" fmla="*/ 2988426 w 4102100"/>
              <a:gd name="connsiteY15" fmla="*/ 296375 h 2037280"/>
              <a:gd name="connsiteX16" fmla="*/ 3703977 w 4102100"/>
              <a:gd name="connsiteY16" fmla="*/ 0 h 2037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02100" h="2037280">
                <a:moveTo>
                  <a:pt x="3703977" y="0"/>
                </a:moveTo>
                <a:cubicBezTo>
                  <a:pt x="3833464" y="0"/>
                  <a:pt x="3962950" y="24697"/>
                  <a:pt x="4084763" y="74093"/>
                </a:cubicBezTo>
                <a:lnTo>
                  <a:pt x="4102100" y="82140"/>
                </a:lnTo>
                <a:lnTo>
                  <a:pt x="4102100" y="578782"/>
                </a:lnTo>
                <a:lnTo>
                  <a:pt x="4028776" y="518888"/>
                </a:lnTo>
                <a:cubicBezTo>
                  <a:pt x="3799655" y="367610"/>
                  <a:pt x="3488293" y="392823"/>
                  <a:pt x="3286584" y="594528"/>
                </a:cubicBezTo>
                <a:lnTo>
                  <a:pt x="1855500" y="2025562"/>
                </a:lnTo>
                <a:lnTo>
                  <a:pt x="1855554" y="2025589"/>
                </a:lnTo>
                <a:lnTo>
                  <a:pt x="1842618" y="2037280"/>
                </a:lnTo>
                <a:lnTo>
                  <a:pt x="437407" y="2037280"/>
                </a:lnTo>
                <a:lnTo>
                  <a:pt x="424472" y="2025589"/>
                </a:lnTo>
                <a:lnTo>
                  <a:pt x="0" y="1601123"/>
                </a:lnTo>
                <a:lnTo>
                  <a:pt x="0" y="1004884"/>
                </a:lnTo>
                <a:lnTo>
                  <a:pt x="722548" y="1727436"/>
                </a:lnTo>
                <a:cubicBezTo>
                  <a:pt x="953072" y="1957956"/>
                  <a:pt x="1326818" y="1957956"/>
                  <a:pt x="1557342" y="1727436"/>
                </a:cubicBezTo>
                <a:lnTo>
                  <a:pt x="2988426" y="296375"/>
                </a:lnTo>
                <a:cubicBezTo>
                  <a:pt x="3186025" y="98791"/>
                  <a:pt x="3445003" y="0"/>
                  <a:pt x="3703977" y="0"/>
                </a:cubicBezTo>
                <a:close/>
              </a:path>
            </a:pathLst>
          </a:custGeom>
          <a:solidFill>
            <a:schemeClr val="accent1">
              <a:alpha val="50000"/>
            </a:schemeClr>
          </a:solidFill>
        </p:spPr>
        <p:txBody>
          <a:bodyPr wrap="square" anchor="b">
            <a:noAutofit/>
          </a:bodyPr>
          <a:lstStyle>
            <a:lvl1pPr marL="0" indent="0" algn="r">
              <a:buNone/>
              <a:defRPr sz="300">
                <a:noFill/>
              </a:defRPr>
            </a:lvl1pPr>
          </a:lstStyle>
          <a:p>
            <a:pPr lvl="0"/>
            <a:r>
              <a:rPr lang="en-US"/>
              <a:t>Click to edit Master text styles</a:t>
            </a:r>
          </a:p>
        </p:txBody>
      </p:sp>
      <p:sp>
        <p:nvSpPr>
          <p:cNvPr id="2" name="Title 1">
            <a:extLst>
              <a:ext uri="{FF2B5EF4-FFF2-40B4-BE49-F238E27FC236}">
                <a16:creationId xmlns:a16="http://schemas.microsoft.com/office/drawing/2014/main" id="{6730DD45-DDDF-68D8-A609-7326324CCFFA}"/>
              </a:ext>
            </a:extLst>
          </p:cNvPr>
          <p:cNvSpPr>
            <a:spLocks noGrp="1"/>
          </p:cNvSpPr>
          <p:nvPr>
            <p:ph type="title"/>
          </p:nvPr>
        </p:nvSpPr>
        <p:spPr>
          <a:xfrm>
            <a:off x="3952874" y="428626"/>
            <a:ext cx="4762500" cy="742950"/>
          </a:xfrm>
        </p:spPr>
        <p:txBody>
          <a:bodyPr/>
          <a:lstStyle/>
          <a:p>
            <a:r>
              <a:rPr lang="en-US"/>
              <a:t>Click to edit Master title style</a:t>
            </a:r>
          </a:p>
        </p:txBody>
      </p:sp>
      <p:sp>
        <p:nvSpPr>
          <p:cNvPr id="13" name="Text Placeholder 11">
            <a:extLst>
              <a:ext uri="{FF2B5EF4-FFF2-40B4-BE49-F238E27FC236}">
                <a16:creationId xmlns:a16="http://schemas.microsoft.com/office/drawing/2014/main" id="{4CB9A307-4C15-CC3B-D099-CDF4FB8FE8B4}"/>
              </a:ext>
            </a:extLst>
          </p:cNvPr>
          <p:cNvSpPr>
            <a:spLocks noGrp="1"/>
          </p:cNvSpPr>
          <p:nvPr>
            <p:ph type="body" sz="quarter" idx="20"/>
          </p:nvPr>
        </p:nvSpPr>
        <p:spPr>
          <a:xfrm>
            <a:off x="3952874" y="1314451"/>
            <a:ext cx="4762500" cy="342900"/>
          </a:xfrm>
        </p:spPr>
        <p:txBody>
          <a:bodyPr/>
          <a:lstStyle>
            <a:lvl1pPr marL="0" indent="0">
              <a:lnSpc>
                <a:spcPct val="90000"/>
              </a:lnSpc>
              <a:buNone/>
              <a:defRPr sz="1650"/>
            </a:lvl1pPr>
            <a:lvl2pPr marL="170259" indent="0">
              <a:buNone/>
              <a:defRPr/>
            </a:lvl2pPr>
            <a:lvl3pPr marL="345281" indent="0">
              <a:buNone/>
              <a:defRPr/>
            </a:lvl3pPr>
            <a:lvl4pPr marL="469106" indent="0">
              <a:buNone/>
              <a:defRPr/>
            </a:lvl4pPr>
            <a:lvl5pPr marL="598885" indent="0">
              <a:buNone/>
              <a:defRPr/>
            </a:lvl5pPr>
          </a:lstStyle>
          <a:p>
            <a:pPr lvl="0"/>
            <a:r>
              <a:rPr lang="en-US"/>
              <a:t>Click to edit Master text styles</a:t>
            </a:r>
          </a:p>
        </p:txBody>
      </p:sp>
      <p:sp>
        <p:nvSpPr>
          <p:cNvPr id="26" name="Subtitle 2">
            <a:extLst>
              <a:ext uri="{FF2B5EF4-FFF2-40B4-BE49-F238E27FC236}">
                <a16:creationId xmlns:a16="http://schemas.microsoft.com/office/drawing/2014/main" id="{DFE5D373-AD47-DABF-439C-D2AAFBBB14F0}"/>
              </a:ext>
            </a:extLst>
          </p:cNvPr>
          <p:cNvSpPr>
            <a:spLocks noGrp="1"/>
          </p:cNvSpPr>
          <p:nvPr>
            <p:ph type="subTitle" idx="1"/>
          </p:nvPr>
        </p:nvSpPr>
        <p:spPr>
          <a:xfrm>
            <a:off x="3952874" y="2200275"/>
            <a:ext cx="4762500" cy="208598"/>
          </a:xfrm>
        </p:spPr>
        <p:txBody>
          <a:bodyPr anchor="b"/>
          <a:lstStyle>
            <a:lvl1pPr marL="0" indent="0" algn="l">
              <a:spcBef>
                <a:spcPts val="0"/>
              </a:spcBef>
              <a:buNone/>
              <a:defRPr sz="1050" b="1"/>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25" name="Text Placeholder 4">
            <a:extLst>
              <a:ext uri="{FF2B5EF4-FFF2-40B4-BE49-F238E27FC236}">
                <a16:creationId xmlns:a16="http://schemas.microsoft.com/office/drawing/2014/main" id="{0C4347A8-EF40-BE1A-C026-0D94EDDEA20D}"/>
              </a:ext>
            </a:extLst>
          </p:cNvPr>
          <p:cNvSpPr>
            <a:spLocks noGrp="1"/>
          </p:cNvSpPr>
          <p:nvPr>
            <p:ph type="body" sz="quarter" idx="14"/>
          </p:nvPr>
        </p:nvSpPr>
        <p:spPr>
          <a:xfrm>
            <a:off x="3952874" y="2571750"/>
            <a:ext cx="4762500" cy="2143125"/>
          </a:xfrm>
        </p:spPr>
        <p:txBody>
          <a:bodyPr/>
          <a:lstStyle>
            <a:lvl1pPr marL="0" indent="0">
              <a:buNone/>
              <a:defRPr sz="1050"/>
            </a:lvl1pPr>
            <a:lvl2pPr>
              <a:defRPr sz="825"/>
            </a:lvl2pPr>
            <a:lvl3pPr>
              <a:defRPr sz="600"/>
            </a:lvl3pPr>
            <a:lvl4pPr>
              <a:defRPr sz="600"/>
            </a:lvl4pPr>
            <a:lvl5pPr>
              <a:defRPr sz="600"/>
            </a:lvl5pPr>
          </a:lstStyle>
          <a:p>
            <a:pPr lvl="0"/>
            <a:r>
              <a:rPr lang="en-US"/>
              <a:t>Click to edit Master text styles</a:t>
            </a:r>
          </a:p>
        </p:txBody>
      </p:sp>
      <p:sp>
        <p:nvSpPr>
          <p:cNvPr id="3" name="Footer Placeholder 2">
            <a:extLst>
              <a:ext uri="{FF2B5EF4-FFF2-40B4-BE49-F238E27FC236}">
                <a16:creationId xmlns:a16="http://schemas.microsoft.com/office/drawing/2014/main" id="{D8F1D7FF-6C4B-FD49-59EA-089A8F91632F}"/>
              </a:ext>
              <a:ext uri="{C183D7F6-B498-43B3-948B-1728B52AA6E4}">
                <adec:decorative xmlns:adec="http://schemas.microsoft.com/office/drawing/2017/decorative" val="1"/>
              </a:ext>
            </a:extLst>
          </p:cNvPr>
          <p:cNvSpPr>
            <a:spLocks noGrp="1"/>
          </p:cNvSpPr>
          <p:nvPr>
            <p:ph type="ftr" sz="quarter" idx="10"/>
          </p:nvPr>
        </p:nvSpPr>
        <p:spPr>
          <a:xfrm>
            <a:off x="4759452" y="4877753"/>
            <a:ext cx="3291840" cy="10287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5E18E84-93A4-91B2-ADEB-00836AA8B4F8}"/>
              </a:ext>
              <a:ext uri="{C183D7F6-B498-43B3-948B-1728B52AA6E4}">
                <adec:decorative xmlns:adec="http://schemas.microsoft.com/office/drawing/2017/decorative" val="1"/>
              </a:ext>
            </a:extLst>
          </p:cNvPr>
          <p:cNvSpPr>
            <a:spLocks noGrp="1"/>
          </p:cNvSpPr>
          <p:nvPr>
            <p:ph type="dt" sz="half" idx="11"/>
          </p:nvPr>
        </p:nvSpPr>
        <p:spPr>
          <a:xfrm>
            <a:off x="4560570" y="4877753"/>
            <a:ext cx="191983" cy="102870"/>
          </a:xfrm>
        </p:spPr>
        <p:txBody>
          <a:bodyPr/>
          <a:lstStyle/>
          <a:p>
            <a:fld id="{1BB77172-0749-4E0E-9B6A-F413C259FECA}" type="datetimeyyyy">
              <a:rPr lang="en-US" smtClean="0"/>
              <a:t>2026</a:t>
            </a:fld>
            <a:endParaRPr lang="en-US"/>
          </a:p>
        </p:txBody>
      </p:sp>
      <p:sp>
        <p:nvSpPr>
          <p:cNvPr id="5" name="Slide Number Placeholder 4">
            <a:extLst>
              <a:ext uri="{FF2B5EF4-FFF2-40B4-BE49-F238E27FC236}">
                <a16:creationId xmlns:a16="http://schemas.microsoft.com/office/drawing/2014/main" id="{CA00ADE8-13EE-6112-4AAF-E621D3198DF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21" name="Footer Placeholder 3">
            <a:extLst>
              <a:ext uri="{FF2B5EF4-FFF2-40B4-BE49-F238E27FC236}">
                <a16:creationId xmlns:a16="http://schemas.microsoft.com/office/drawing/2014/main" id="{22AC1B10-DA7D-7DCE-ED2F-0778C9BB739C}"/>
              </a:ext>
              <a:ext uri="{C183D7F6-B498-43B3-948B-1728B52AA6E4}">
                <adec:decorative xmlns:adec="http://schemas.microsoft.com/office/drawing/2017/decorative" val="1"/>
              </a:ext>
            </a:extLst>
          </p:cNvPr>
          <p:cNvSpPr txBox="1">
            <a:spLocks/>
          </p:cNvSpPr>
          <p:nvPr userDrawn="1"/>
        </p:nvSpPr>
        <p:spPr>
          <a:xfrm>
            <a:off x="4498849" y="4877753"/>
            <a:ext cx="74315" cy="10287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600"/>
              <a:t>©</a:t>
            </a:r>
          </a:p>
        </p:txBody>
      </p:sp>
      <p:grpSp>
        <p:nvGrpSpPr>
          <p:cNvPr id="12" name="Group 11">
            <a:extLst>
              <a:ext uri="{FF2B5EF4-FFF2-40B4-BE49-F238E27FC236}">
                <a16:creationId xmlns:a16="http://schemas.microsoft.com/office/drawing/2014/main" id="{07EC8049-96BD-2928-7952-69F5B8023D81}"/>
              </a:ext>
              <a:ext uri="{C183D7F6-B498-43B3-948B-1728B52AA6E4}">
                <adec:decorative xmlns:adec="http://schemas.microsoft.com/office/drawing/2017/decorative" val="1"/>
              </a:ext>
            </a:extLst>
          </p:cNvPr>
          <p:cNvGrpSpPr/>
          <p:nvPr userDrawn="1"/>
        </p:nvGrpSpPr>
        <p:grpSpPr>
          <a:xfrm>
            <a:off x="9332989" y="0"/>
            <a:ext cx="2308073" cy="5143497"/>
            <a:chOff x="12443985" y="0"/>
            <a:chExt cx="3077430" cy="6857996"/>
          </a:xfrm>
        </p:grpSpPr>
        <p:sp>
          <p:nvSpPr>
            <p:cNvPr id="14" name="Rectangle 13">
              <a:extLst>
                <a:ext uri="{FF2B5EF4-FFF2-40B4-BE49-F238E27FC236}">
                  <a16:creationId xmlns:a16="http://schemas.microsoft.com/office/drawing/2014/main" id="{D3319013-4D20-90E8-5626-7C794C50480A}"/>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900"/>
                </a:spcBef>
              </a:pPr>
              <a:r>
                <a:rPr lang="en-US" sz="750" b="1" cap="all">
                  <a:solidFill>
                    <a:schemeClr val="bg1"/>
                  </a:solidFill>
                </a:rPr>
                <a:t>Shape Layout INSTRUCTIONS</a:t>
              </a:r>
            </a:p>
            <a:p>
              <a:pPr marL="130969" indent="-130969">
                <a:spcBef>
                  <a:spcPts val="900"/>
                </a:spcBef>
                <a:buFont typeface="Avenir Next LT Pro" panose="020B0504020202020204" pitchFamily="34" charset="0"/>
                <a:buChar char="•"/>
              </a:pPr>
              <a:r>
                <a:rPr lang="en-US" sz="750">
                  <a:solidFill>
                    <a:schemeClr val="bg1"/>
                  </a:solidFill>
                </a:rPr>
                <a:t>The colored shape on this layout is intended </a:t>
              </a:r>
              <a:br>
                <a:rPr lang="en-US" sz="750">
                  <a:solidFill>
                    <a:schemeClr val="bg1"/>
                  </a:solidFill>
                </a:rPr>
              </a:br>
              <a:r>
                <a:rPr lang="en-US" sz="750">
                  <a:solidFill>
                    <a:schemeClr val="bg1"/>
                  </a:solidFill>
                </a:rPr>
                <a:t>to add some fun and interest to the slide. </a:t>
              </a:r>
            </a:p>
            <a:p>
              <a:pPr marL="130969" indent="-130969">
                <a:spcBef>
                  <a:spcPts val="900"/>
                </a:spcBef>
                <a:buFont typeface="Avenir Next LT Pro" panose="020B0504020202020204" pitchFamily="34" charset="0"/>
                <a:buChar char="•"/>
              </a:pPr>
              <a:r>
                <a:rPr lang="en-US" sz="750">
                  <a:solidFill>
                    <a:schemeClr val="bg1"/>
                  </a:solidFill>
                </a:rPr>
                <a:t>The shape is optional. Remove it by selecting and hitting delete. </a:t>
              </a:r>
            </a:p>
            <a:p>
              <a:pPr marL="130969" indent="-130969">
                <a:spcBef>
                  <a:spcPts val="900"/>
                </a:spcBef>
                <a:buFont typeface="Avenir Next LT Pro" panose="020B0504020202020204" pitchFamily="34" charset="0"/>
                <a:buChar char="•"/>
              </a:pPr>
              <a:r>
                <a:rPr lang="en-US" sz="750">
                  <a:solidFill>
                    <a:schemeClr val="bg1"/>
                  </a:solidFill>
                </a:rPr>
                <a:t>Change the color by selecting it and </a:t>
              </a:r>
              <a:br>
                <a:rPr lang="en-US" sz="750">
                  <a:solidFill>
                    <a:schemeClr val="bg1"/>
                  </a:solidFill>
                </a:rPr>
              </a:br>
              <a:r>
                <a:rPr lang="en-US" sz="750">
                  <a:solidFill>
                    <a:schemeClr val="bg1"/>
                  </a:solidFill>
                </a:rPr>
                <a:t>choosing a new color from the theme row </a:t>
              </a:r>
              <a:br>
                <a:rPr lang="en-US" sz="750">
                  <a:solidFill>
                    <a:schemeClr val="bg1"/>
                  </a:solidFill>
                </a:rPr>
              </a:br>
              <a:r>
                <a:rPr lang="en-US" sz="750">
                  <a:solidFill>
                    <a:schemeClr val="bg1"/>
                  </a:solidFill>
                </a:rPr>
                <a:t>of the Fill Palette, Accents 1 – 6.</a:t>
              </a:r>
            </a:p>
            <a:p>
              <a:pPr marL="130969" indent="-130969">
                <a:spcBef>
                  <a:spcPts val="900"/>
                </a:spcBef>
                <a:buFont typeface="Avenir Next LT Pro" panose="020B0504020202020204" pitchFamily="34" charset="0"/>
                <a:buChar char="•"/>
              </a:pPr>
              <a:endParaRPr lang="en-US" sz="750">
                <a:solidFill>
                  <a:schemeClr val="bg1"/>
                </a:solidFill>
              </a:endParaRPr>
            </a:p>
            <a:p>
              <a:pPr marL="130969" indent="-130969">
                <a:spcBef>
                  <a:spcPts val="900"/>
                </a:spcBef>
                <a:buFont typeface="Avenir Next LT Pro" panose="020B0504020202020204" pitchFamily="34" charset="0"/>
                <a:buChar char="•"/>
              </a:pPr>
              <a:endParaRPr lang="en-US" sz="750">
                <a:solidFill>
                  <a:schemeClr val="bg1"/>
                </a:solidFill>
              </a:endParaRPr>
            </a:p>
            <a:p>
              <a:pPr marL="130969" indent="-130969">
                <a:spcBef>
                  <a:spcPts val="900"/>
                </a:spcBef>
                <a:buFont typeface="Avenir Next LT Pro" panose="020B0504020202020204" pitchFamily="34" charset="0"/>
                <a:buChar char="•"/>
              </a:pPr>
              <a:endParaRPr lang="en-US" sz="750">
                <a:solidFill>
                  <a:schemeClr val="bg1"/>
                </a:solidFill>
              </a:endParaRPr>
            </a:p>
            <a:p>
              <a:pPr>
                <a:spcBef>
                  <a:spcPts val="900"/>
                </a:spcBef>
              </a:pPr>
              <a:endParaRPr lang="en-US" sz="750">
                <a:solidFill>
                  <a:schemeClr val="bg1"/>
                </a:solidFill>
              </a:endParaRPr>
            </a:p>
            <a:p>
              <a:pPr marL="130969" indent="-130969">
                <a:spcBef>
                  <a:spcPts val="900"/>
                </a:spcBef>
                <a:buFont typeface="Avenir Next LT Pro" panose="020B0504020202020204" pitchFamily="34" charset="0"/>
                <a:buChar char="•"/>
              </a:pPr>
              <a:r>
                <a:rPr lang="en-US" sz="750">
                  <a:solidFill>
                    <a:schemeClr val="bg1"/>
                  </a:solidFill>
                </a:rPr>
                <a:t>The background shape should always sit behind the other elements on the slide. </a:t>
              </a:r>
              <a:br>
                <a:rPr lang="en-US" sz="750">
                  <a:solidFill>
                    <a:schemeClr val="bg1"/>
                  </a:solidFill>
                </a:rPr>
              </a:br>
              <a:r>
                <a:rPr lang="en-US" sz="750">
                  <a:solidFill>
                    <a:schemeClr val="bg1"/>
                  </a:solidFill>
                </a:rPr>
                <a:t>If an image placeholder exists on the same layout, once you add the image you may have to select it and use Arrange &gt; Send to Back.</a:t>
              </a:r>
            </a:p>
          </p:txBody>
        </p:sp>
        <p:grpSp>
          <p:nvGrpSpPr>
            <p:cNvPr id="15" name="Group 14">
              <a:extLst>
                <a:ext uri="{FF2B5EF4-FFF2-40B4-BE49-F238E27FC236}">
                  <a16:creationId xmlns:a16="http://schemas.microsoft.com/office/drawing/2014/main" id="{931FEDB0-F00E-198A-EE00-CB845027EB66}"/>
                </a:ext>
              </a:extLst>
            </p:cNvPr>
            <p:cNvGrpSpPr/>
            <p:nvPr/>
          </p:nvGrpSpPr>
          <p:grpSpPr>
            <a:xfrm>
              <a:off x="13142686" y="1954129"/>
              <a:ext cx="1455058" cy="864391"/>
              <a:chOff x="12700000" y="2008563"/>
              <a:chExt cx="2565400" cy="1524000"/>
            </a:xfrm>
          </p:grpSpPr>
          <p:pic>
            <p:nvPicPr>
              <p:cNvPr id="16" name="Picture 15" descr="A picture containing table&#10;&#10;Description automatically generated">
                <a:extLst>
                  <a:ext uri="{FF2B5EF4-FFF2-40B4-BE49-F238E27FC236}">
                    <a16:creationId xmlns:a16="http://schemas.microsoft.com/office/drawing/2014/main" id="{1273B354-FC32-7594-2CD3-609E2AD546FB}"/>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17" name="Rectangle 16">
                <a:extLst>
                  <a:ext uri="{FF2B5EF4-FFF2-40B4-BE49-F238E27FC236}">
                    <a16:creationId xmlns:a16="http://schemas.microsoft.com/office/drawing/2014/main" id="{5D14FA8A-EEA0-13F5-139B-071088605342}"/>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endParaRPr>
              </a:p>
            </p:txBody>
          </p:sp>
        </p:grpSp>
      </p:grpSp>
      <p:pic>
        <p:nvPicPr>
          <p:cNvPr id="6" name="Picture 9">
            <a:extLst>
              <a:ext uri="{FF2B5EF4-FFF2-40B4-BE49-F238E27FC236}">
                <a16:creationId xmlns:a16="http://schemas.microsoft.com/office/drawing/2014/main" id="{3F372DAC-5C00-6EBC-F47E-16BDB956F2E9}"/>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50209" y="4854090"/>
            <a:ext cx="421925" cy="109388"/>
          </a:xfrm>
          <a:prstGeom prst="rect">
            <a:avLst/>
          </a:prstGeom>
        </p:spPr>
      </p:pic>
    </p:spTree>
    <p:extLst>
      <p:ext uri="{BB962C8B-B14F-4D97-AF65-F5344CB8AC3E}">
        <p14:creationId xmlns:p14="http://schemas.microsoft.com/office/powerpoint/2010/main" val="230471947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photo_third_left 2">
    <p:spTree>
      <p:nvGrpSpPr>
        <p:cNvPr id="1" name=""/>
        <p:cNvGrpSpPr/>
        <p:nvPr/>
      </p:nvGrpSpPr>
      <p:grpSpPr>
        <a:xfrm>
          <a:off x="0" y="0"/>
          <a:ext cx="0" cy="0"/>
          <a:chOff x="0" y="0"/>
          <a:chExt cx="0" cy="0"/>
        </a:xfrm>
      </p:grpSpPr>
      <p:sp>
        <p:nvSpPr>
          <p:cNvPr id="16" name="Text Placeholder 13">
            <a:extLst>
              <a:ext uri="{FF2B5EF4-FFF2-40B4-BE49-F238E27FC236}">
                <a16:creationId xmlns:a16="http://schemas.microsoft.com/office/drawing/2014/main" id="{95E3C691-3C6F-16D9-CD11-E29E483EF7E6}"/>
              </a:ext>
              <a:ext uri="{C183D7F6-B498-43B3-948B-1728B52AA6E4}">
                <adec:decorative xmlns:adec="http://schemas.microsoft.com/office/drawing/2017/decorative" val="1"/>
              </a:ext>
            </a:extLst>
          </p:cNvPr>
          <p:cNvSpPr>
            <a:spLocks noGrp="1"/>
          </p:cNvSpPr>
          <p:nvPr>
            <p:ph type="body" sz="quarter" idx="21"/>
          </p:nvPr>
        </p:nvSpPr>
        <p:spPr>
          <a:xfrm flipH="1" flipV="1">
            <a:off x="3078265" y="1028700"/>
            <a:ext cx="163709" cy="4114800"/>
          </a:xfrm>
          <a:custGeom>
            <a:avLst/>
            <a:gdLst>
              <a:gd name="connsiteX0" fmla="*/ 0 w 215896"/>
              <a:gd name="connsiteY0" fmla="*/ 0 h 5426504"/>
              <a:gd name="connsiteX1" fmla="*/ 215896 w 215896"/>
              <a:gd name="connsiteY1" fmla="*/ 0 h 5426504"/>
              <a:gd name="connsiteX2" fmla="*/ 215896 w 215896"/>
              <a:gd name="connsiteY2" fmla="*/ 5426504 h 5426504"/>
              <a:gd name="connsiteX3" fmla="*/ 190376 w 215896"/>
              <a:gd name="connsiteY3" fmla="*/ 5412652 h 5426504"/>
              <a:gd name="connsiteX4" fmla="*/ 0 w 215896"/>
              <a:gd name="connsiteY4" fmla="*/ 5054597 h 5426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896" h="5426504">
                <a:moveTo>
                  <a:pt x="0" y="0"/>
                </a:moveTo>
                <a:lnTo>
                  <a:pt x="215896" y="0"/>
                </a:lnTo>
                <a:lnTo>
                  <a:pt x="215896" y="5426504"/>
                </a:lnTo>
                <a:lnTo>
                  <a:pt x="190376" y="5412652"/>
                </a:lnTo>
                <a:cubicBezTo>
                  <a:pt x="75517" y="5335055"/>
                  <a:pt x="0" y="5203645"/>
                  <a:pt x="0" y="5054597"/>
                </a:cubicBezTo>
                <a:close/>
              </a:path>
            </a:pathLst>
          </a:custGeom>
          <a:solidFill>
            <a:srgbClr val="EEE9FF"/>
          </a:solidFill>
        </p:spPr>
        <p:txBody>
          <a:bodyPr wrap="square">
            <a:noAutofit/>
          </a:bodyPr>
          <a:lstStyle>
            <a:lvl1pPr marL="0" indent="0">
              <a:buNone/>
              <a:defRPr sz="300">
                <a:noFill/>
              </a:defRPr>
            </a:lvl1pPr>
          </a:lstStyle>
          <a:p>
            <a:pPr lvl="0"/>
            <a:r>
              <a:rPr lang="en-US"/>
              <a:t>Click to edit Master text styles</a:t>
            </a:r>
          </a:p>
        </p:txBody>
      </p:sp>
      <p:sp>
        <p:nvSpPr>
          <p:cNvPr id="19" name="Picture Placeholder 18">
            <a:extLst>
              <a:ext uri="{FF2B5EF4-FFF2-40B4-BE49-F238E27FC236}">
                <a16:creationId xmlns:a16="http://schemas.microsoft.com/office/drawing/2014/main" id="{B42FC830-AF6C-FF1B-026D-AFB5BE5E11B8}"/>
              </a:ext>
              <a:ext uri="{C183D7F6-B498-43B3-948B-1728B52AA6E4}">
                <adec:decorative xmlns:adec="http://schemas.microsoft.com/office/drawing/2017/decorative" val="0"/>
              </a:ext>
            </a:extLst>
          </p:cNvPr>
          <p:cNvSpPr>
            <a:spLocks noGrp="1"/>
          </p:cNvSpPr>
          <p:nvPr>
            <p:ph type="pic" sz="quarter" idx="16"/>
          </p:nvPr>
        </p:nvSpPr>
        <p:spPr>
          <a:xfrm>
            <a:off x="0" y="0"/>
            <a:ext cx="3076575" cy="5143500"/>
          </a:xfrm>
          <a:custGeom>
            <a:avLst/>
            <a:gdLst>
              <a:gd name="connsiteX0" fmla="*/ 0 w 4102100"/>
              <a:gd name="connsiteY0" fmla="*/ 0 h 6858000"/>
              <a:gd name="connsiteX1" fmla="*/ 3418403 w 4102100"/>
              <a:gd name="connsiteY1" fmla="*/ 0 h 6858000"/>
              <a:gd name="connsiteX2" fmla="*/ 4102100 w 4102100"/>
              <a:gd name="connsiteY2" fmla="*/ 683697 h 6858000"/>
              <a:gd name="connsiteX3" fmla="*/ 4102100 w 4102100"/>
              <a:gd name="connsiteY3" fmla="*/ 6858000 h 6858000"/>
              <a:gd name="connsiteX4" fmla="*/ 0 w 41021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2100" h="6858000">
                <a:moveTo>
                  <a:pt x="0" y="0"/>
                </a:moveTo>
                <a:lnTo>
                  <a:pt x="3418403" y="0"/>
                </a:lnTo>
                <a:cubicBezTo>
                  <a:pt x="3795998" y="0"/>
                  <a:pt x="4102100" y="306102"/>
                  <a:pt x="4102100" y="683697"/>
                </a:cubicBezTo>
                <a:lnTo>
                  <a:pt x="4102100" y="6858000"/>
                </a:lnTo>
                <a:lnTo>
                  <a:pt x="0" y="6858000"/>
                </a:lnTo>
                <a:close/>
              </a:path>
            </a:pathLst>
          </a:custGeom>
        </p:spPr>
        <p:txBody>
          <a:bodyPr wrap="square" anchor="ctr">
            <a:noAutofit/>
          </a:bodyPr>
          <a:lstStyle>
            <a:lvl1pPr marL="0" indent="0" algn="ctr">
              <a:buNone/>
              <a:defRPr/>
            </a:lvl1pPr>
          </a:lstStyle>
          <a:p>
            <a:r>
              <a:rPr lang="en-US"/>
              <a:t>Click icon to add picture</a:t>
            </a:r>
          </a:p>
        </p:txBody>
      </p:sp>
      <p:sp>
        <p:nvSpPr>
          <p:cNvPr id="2" name="Title 1">
            <a:extLst>
              <a:ext uri="{FF2B5EF4-FFF2-40B4-BE49-F238E27FC236}">
                <a16:creationId xmlns:a16="http://schemas.microsoft.com/office/drawing/2014/main" id="{6730DD45-DDDF-68D8-A609-7326324CCFFA}"/>
              </a:ext>
            </a:extLst>
          </p:cNvPr>
          <p:cNvSpPr>
            <a:spLocks noGrp="1"/>
          </p:cNvSpPr>
          <p:nvPr>
            <p:ph type="title"/>
          </p:nvPr>
        </p:nvSpPr>
        <p:spPr>
          <a:xfrm>
            <a:off x="3952874" y="428626"/>
            <a:ext cx="4762500" cy="742950"/>
          </a:xfrm>
        </p:spPr>
        <p:txBody>
          <a:bodyPr/>
          <a:lstStyle/>
          <a:p>
            <a:r>
              <a:rPr lang="en-US"/>
              <a:t>Click to edit Master title style</a:t>
            </a:r>
          </a:p>
        </p:txBody>
      </p:sp>
      <p:sp>
        <p:nvSpPr>
          <p:cNvPr id="18" name="Text Placeholder 11">
            <a:extLst>
              <a:ext uri="{FF2B5EF4-FFF2-40B4-BE49-F238E27FC236}">
                <a16:creationId xmlns:a16="http://schemas.microsoft.com/office/drawing/2014/main" id="{885CA1CD-9BBA-9285-E1BD-B5AB570B458E}"/>
              </a:ext>
            </a:extLst>
          </p:cNvPr>
          <p:cNvSpPr>
            <a:spLocks noGrp="1"/>
          </p:cNvSpPr>
          <p:nvPr>
            <p:ph type="body" sz="quarter" idx="20"/>
          </p:nvPr>
        </p:nvSpPr>
        <p:spPr>
          <a:xfrm>
            <a:off x="3952874" y="1314451"/>
            <a:ext cx="4762500" cy="342900"/>
          </a:xfrm>
        </p:spPr>
        <p:txBody>
          <a:bodyPr/>
          <a:lstStyle>
            <a:lvl1pPr marL="0" indent="0">
              <a:lnSpc>
                <a:spcPct val="90000"/>
              </a:lnSpc>
              <a:buNone/>
              <a:defRPr sz="1650"/>
            </a:lvl1pPr>
            <a:lvl2pPr marL="170259" indent="0">
              <a:buNone/>
              <a:defRPr/>
            </a:lvl2pPr>
            <a:lvl3pPr marL="345281" indent="0">
              <a:buNone/>
              <a:defRPr/>
            </a:lvl3pPr>
            <a:lvl4pPr marL="469106" indent="0">
              <a:buNone/>
              <a:defRPr/>
            </a:lvl4pPr>
            <a:lvl5pPr marL="598885" indent="0">
              <a:buNone/>
              <a:defRPr/>
            </a:lvl5pPr>
          </a:lstStyle>
          <a:p>
            <a:pPr lvl="0"/>
            <a:r>
              <a:rPr lang="en-US"/>
              <a:t>Click to edit Master text styles</a:t>
            </a:r>
          </a:p>
        </p:txBody>
      </p:sp>
      <p:sp>
        <p:nvSpPr>
          <p:cNvPr id="23" name="Text Placeholder 4">
            <a:extLst>
              <a:ext uri="{FF2B5EF4-FFF2-40B4-BE49-F238E27FC236}">
                <a16:creationId xmlns:a16="http://schemas.microsoft.com/office/drawing/2014/main" id="{A9B2EE4D-8894-FFF6-81F9-09770B6A942B}"/>
              </a:ext>
            </a:extLst>
          </p:cNvPr>
          <p:cNvSpPr>
            <a:spLocks noGrp="1"/>
          </p:cNvSpPr>
          <p:nvPr>
            <p:ph type="body" sz="quarter" idx="17"/>
          </p:nvPr>
        </p:nvSpPr>
        <p:spPr>
          <a:xfrm>
            <a:off x="3952875" y="2200275"/>
            <a:ext cx="2114551" cy="208597"/>
          </a:xfrm>
        </p:spPr>
        <p:txBody>
          <a:bodyPr anchor="b"/>
          <a:lstStyle>
            <a:lvl1pPr marL="0" indent="0">
              <a:lnSpc>
                <a:spcPct val="90000"/>
              </a:lnSpc>
              <a:buNone/>
              <a:defRPr sz="1050" b="1"/>
            </a:lvl1pPr>
            <a:lvl2pPr>
              <a:defRPr sz="825"/>
            </a:lvl2pPr>
            <a:lvl3pPr>
              <a:defRPr sz="600"/>
            </a:lvl3pPr>
            <a:lvl4pPr>
              <a:defRPr sz="600"/>
            </a:lvl4pPr>
            <a:lvl5pPr>
              <a:defRPr sz="600"/>
            </a:lvl5pPr>
          </a:lstStyle>
          <a:p>
            <a:pPr lvl="0"/>
            <a:r>
              <a:rPr lang="en-US"/>
              <a:t>Click to edit Master text styles</a:t>
            </a:r>
          </a:p>
        </p:txBody>
      </p:sp>
      <p:sp>
        <p:nvSpPr>
          <p:cNvPr id="13" name="Text Placeholder 4">
            <a:extLst>
              <a:ext uri="{FF2B5EF4-FFF2-40B4-BE49-F238E27FC236}">
                <a16:creationId xmlns:a16="http://schemas.microsoft.com/office/drawing/2014/main" id="{2D05E4BD-23C9-BDF3-DAD0-982C8714FBDC}"/>
              </a:ext>
            </a:extLst>
          </p:cNvPr>
          <p:cNvSpPr>
            <a:spLocks noGrp="1"/>
          </p:cNvSpPr>
          <p:nvPr>
            <p:ph type="body" sz="quarter" idx="14"/>
          </p:nvPr>
        </p:nvSpPr>
        <p:spPr>
          <a:xfrm>
            <a:off x="3952875" y="2571750"/>
            <a:ext cx="2114551" cy="2143125"/>
          </a:xfrm>
        </p:spPr>
        <p:txBody>
          <a:bodyPr/>
          <a:lstStyle>
            <a:lvl1pPr marL="0" indent="0">
              <a:buNone/>
              <a:defRPr sz="1050"/>
            </a:lvl1pPr>
            <a:lvl2pPr>
              <a:defRPr sz="825"/>
            </a:lvl2pPr>
            <a:lvl3pPr>
              <a:defRPr sz="600"/>
            </a:lvl3pPr>
            <a:lvl4pPr>
              <a:defRPr sz="600"/>
            </a:lvl4pPr>
            <a:lvl5pPr>
              <a:defRPr sz="600"/>
            </a:lvl5pPr>
          </a:lstStyle>
          <a:p>
            <a:pPr lvl="0"/>
            <a:r>
              <a:rPr lang="en-US"/>
              <a:t>Click to edit Master text styles</a:t>
            </a:r>
          </a:p>
        </p:txBody>
      </p:sp>
      <p:sp>
        <p:nvSpPr>
          <p:cNvPr id="24" name="Text Placeholder 4">
            <a:extLst>
              <a:ext uri="{FF2B5EF4-FFF2-40B4-BE49-F238E27FC236}">
                <a16:creationId xmlns:a16="http://schemas.microsoft.com/office/drawing/2014/main" id="{65493958-D063-A5AB-FF6D-6B0870D48633}"/>
              </a:ext>
            </a:extLst>
          </p:cNvPr>
          <p:cNvSpPr>
            <a:spLocks noGrp="1"/>
          </p:cNvSpPr>
          <p:nvPr>
            <p:ph type="body" sz="quarter" idx="18"/>
          </p:nvPr>
        </p:nvSpPr>
        <p:spPr>
          <a:xfrm>
            <a:off x="6600824" y="2200275"/>
            <a:ext cx="2114551" cy="208597"/>
          </a:xfrm>
        </p:spPr>
        <p:txBody>
          <a:bodyPr anchor="b"/>
          <a:lstStyle>
            <a:lvl1pPr marL="0" indent="0">
              <a:lnSpc>
                <a:spcPct val="90000"/>
              </a:lnSpc>
              <a:buNone/>
              <a:defRPr sz="1050" b="1"/>
            </a:lvl1pPr>
            <a:lvl2pPr>
              <a:defRPr sz="825"/>
            </a:lvl2pPr>
            <a:lvl3pPr>
              <a:defRPr sz="600"/>
            </a:lvl3pPr>
            <a:lvl4pPr>
              <a:defRPr sz="600"/>
            </a:lvl4pPr>
            <a:lvl5pPr>
              <a:defRPr sz="600"/>
            </a:lvl5pPr>
          </a:lstStyle>
          <a:p>
            <a:pPr lvl="0"/>
            <a:r>
              <a:rPr lang="en-US"/>
              <a:t>Click to edit Master text styles</a:t>
            </a:r>
          </a:p>
        </p:txBody>
      </p:sp>
      <p:sp>
        <p:nvSpPr>
          <p:cNvPr id="17" name="Text Placeholder 4">
            <a:extLst>
              <a:ext uri="{FF2B5EF4-FFF2-40B4-BE49-F238E27FC236}">
                <a16:creationId xmlns:a16="http://schemas.microsoft.com/office/drawing/2014/main" id="{3C7D1E9E-C87F-6281-20CA-A6F4971CF76C}"/>
              </a:ext>
            </a:extLst>
          </p:cNvPr>
          <p:cNvSpPr>
            <a:spLocks noGrp="1"/>
          </p:cNvSpPr>
          <p:nvPr>
            <p:ph type="body" sz="quarter" idx="15"/>
          </p:nvPr>
        </p:nvSpPr>
        <p:spPr>
          <a:xfrm>
            <a:off x="6600824" y="2546349"/>
            <a:ext cx="2114551" cy="2143125"/>
          </a:xfrm>
        </p:spPr>
        <p:txBody>
          <a:bodyPr/>
          <a:lstStyle>
            <a:lvl1pPr marL="0" indent="0">
              <a:buNone/>
              <a:defRPr sz="1050"/>
            </a:lvl1pPr>
            <a:lvl2pPr>
              <a:defRPr sz="825"/>
            </a:lvl2pPr>
            <a:lvl3pPr>
              <a:defRPr sz="600"/>
            </a:lvl3pPr>
            <a:lvl4pPr>
              <a:defRPr sz="600"/>
            </a:lvl4pPr>
            <a:lvl5pPr>
              <a:defRPr sz="600"/>
            </a:lvl5pPr>
          </a:lstStyle>
          <a:p>
            <a:pPr lvl="0"/>
            <a:r>
              <a:rPr lang="en-US"/>
              <a:t>Click to edit Master text styles</a:t>
            </a:r>
          </a:p>
        </p:txBody>
      </p:sp>
      <p:sp>
        <p:nvSpPr>
          <p:cNvPr id="3" name="Footer Placeholder 2">
            <a:extLst>
              <a:ext uri="{FF2B5EF4-FFF2-40B4-BE49-F238E27FC236}">
                <a16:creationId xmlns:a16="http://schemas.microsoft.com/office/drawing/2014/main" id="{D8F1D7FF-6C4B-FD49-59EA-089A8F91632F}"/>
              </a:ext>
              <a:ext uri="{C183D7F6-B498-43B3-948B-1728B52AA6E4}">
                <adec:decorative xmlns:adec="http://schemas.microsoft.com/office/drawing/2017/decorative" val="1"/>
              </a:ext>
            </a:extLst>
          </p:cNvPr>
          <p:cNvSpPr>
            <a:spLocks noGrp="1"/>
          </p:cNvSpPr>
          <p:nvPr>
            <p:ph type="ftr" sz="quarter" idx="10"/>
          </p:nvPr>
        </p:nvSpPr>
        <p:spPr>
          <a:xfrm>
            <a:off x="4759452" y="4877753"/>
            <a:ext cx="3291840" cy="10287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5E18E84-93A4-91B2-ADEB-00836AA8B4F8}"/>
              </a:ext>
              <a:ext uri="{C183D7F6-B498-43B3-948B-1728B52AA6E4}">
                <adec:decorative xmlns:adec="http://schemas.microsoft.com/office/drawing/2017/decorative" val="1"/>
              </a:ext>
            </a:extLst>
          </p:cNvPr>
          <p:cNvSpPr>
            <a:spLocks noGrp="1"/>
          </p:cNvSpPr>
          <p:nvPr>
            <p:ph type="dt" sz="half" idx="11"/>
          </p:nvPr>
        </p:nvSpPr>
        <p:spPr>
          <a:xfrm>
            <a:off x="4560570" y="4877753"/>
            <a:ext cx="191983" cy="102870"/>
          </a:xfrm>
        </p:spPr>
        <p:txBody>
          <a:bodyPr/>
          <a:lstStyle/>
          <a:p>
            <a:fld id="{9D9A883A-4ED7-43C0-B9DF-CCC4B6277E4B}" type="datetimeyyyy">
              <a:rPr lang="en-US" smtClean="0"/>
              <a:t>2026</a:t>
            </a:fld>
            <a:endParaRPr lang="en-US"/>
          </a:p>
        </p:txBody>
      </p:sp>
      <p:sp>
        <p:nvSpPr>
          <p:cNvPr id="5" name="Slide Number Placeholder 4">
            <a:extLst>
              <a:ext uri="{FF2B5EF4-FFF2-40B4-BE49-F238E27FC236}">
                <a16:creationId xmlns:a16="http://schemas.microsoft.com/office/drawing/2014/main" id="{CA00ADE8-13EE-6112-4AAF-E621D3198DF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21" name="Footer Placeholder 3">
            <a:extLst>
              <a:ext uri="{FF2B5EF4-FFF2-40B4-BE49-F238E27FC236}">
                <a16:creationId xmlns:a16="http://schemas.microsoft.com/office/drawing/2014/main" id="{22AC1B10-DA7D-7DCE-ED2F-0778C9BB739C}"/>
              </a:ext>
              <a:ext uri="{C183D7F6-B498-43B3-948B-1728B52AA6E4}">
                <adec:decorative xmlns:adec="http://schemas.microsoft.com/office/drawing/2017/decorative" val="1"/>
              </a:ext>
            </a:extLst>
          </p:cNvPr>
          <p:cNvSpPr txBox="1">
            <a:spLocks/>
          </p:cNvSpPr>
          <p:nvPr userDrawn="1"/>
        </p:nvSpPr>
        <p:spPr>
          <a:xfrm>
            <a:off x="4498849" y="4877753"/>
            <a:ext cx="74315" cy="10287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600"/>
              <a:t>©</a:t>
            </a:r>
          </a:p>
        </p:txBody>
      </p:sp>
      <p:grpSp>
        <p:nvGrpSpPr>
          <p:cNvPr id="11" name="Group 10">
            <a:extLst>
              <a:ext uri="{FF2B5EF4-FFF2-40B4-BE49-F238E27FC236}">
                <a16:creationId xmlns:a16="http://schemas.microsoft.com/office/drawing/2014/main" id="{58024BF0-5B26-0AA8-5DF3-5431C5DEF28F}"/>
              </a:ext>
              <a:ext uri="{C183D7F6-B498-43B3-948B-1728B52AA6E4}">
                <adec:decorative xmlns:adec="http://schemas.microsoft.com/office/drawing/2017/decorative" val="1"/>
              </a:ext>
            </a:extLst>
          </p:cNvPr>
          <p:cNvGrpSpPr/>
          <p:nvPr userDrawn="1"/>
        </p:nvGrpSpPr>
        <p:grpSpPr>
          <a:xfrm>
            <a:off x="9332989" y="0"/>
            <a:ext cx="2308073" cy="5143497"/>
            <a:chOff x="12443985" y="0"/>
            <a:chExt cx="3077430" cy="6857996"/>
          </a:xfrm>
        </p:grpSpPr>
        <p:sp>
          <p:nvSpPr>
            <p:cNvPr id="12" name="Rectangle 11">
              <a:extLst>
                <a:ext uri="{FF2B5EF4-FFF2-40B4-BE49-F238E27FC236}">
                  <a16:creationId xmlns:a16="http://schemas.microsoft.com/office/drawing/2014/main" id="{FB937818-522B-5301-D432-1FD7351ABCCB}"/>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900"/>
                </a:spcBef>
              </a:pPr>
              <a:r>
                <a:rPr lang="en-US" sz="750" b="1" cap="all">
                  <a:solidFill>
                    <a:schemeClr val="bg1"/>
                  </a:solidFill>
                </a:rPr>
                <a:t>Shape Layout INSTRUCTIONS</a:t>
              </a:r>
            </a:p>
            <a:p>
              <a:pPr marL="130969" indent="-130969">
                <a:spcBef>
                  <a:spcPts val="900"/>
                </a:spcBef>
                <a:buFont typeface="Avenir Next LT Pro" panose="020B0504020202020204" pitchFamily="34" charset="0"/>
                <a:buChar char="•"/>
              </a:pPr>
              <a:r>
                <a:rPr lang="en-US" sz="750">
                  <a:solidFill>
                    <a:schemeClr val="bg1"/>
                  </a:solidFill>
                </a:rPr>
                <a:t>The colored shape on this layout is intended </a:t>
              </a:r>
              <a:br>
                <a:rPr lang="en-US" sz="750">
                  <a:solidFill>
                    <a:schemeClr val="bg1"/>
                  </a:solidFill>
                </a:rPr>
              </a:br>
              <a:r>
                <a:rPr lang="en-US" sz="750">
                  <a:solidFill>
                    <a:schemeClr val="bg1"/>
                  </a:solidFill>
                </a:rPr>
                <a:t>to add some fun and interest to the slide. </a:t>
              </a:r>
            </a:p>
            <a:p>
              <a:pPr marL="130969" indent="-130969">
                <a:spcBef>
                  <a:spcPts val="900"/>
                </a:spcBef>
                <a:buFont typeface="Avenir Next LT Pro" panose="020B0504020202020204" pitchFamily="34" charset="0"/>
                <a:buChar char="•"/>
              </a:pPr>
              <a:r>
                <a:rPr lang="en-US" sz="750">
                  <a:solidFill>
                    <a:schemeClr val="bg1"/>
                  </a:solidFill>
                </a:rPr>
                <a:t>The shape is optional. Remove it by selecting and hitting delete. </a:t>
              </a:r>
            </a:p>
            <a:p>
              <a:pPr marL="130969" indent="-130969">
                <a:spcBef>
                  <a:spcPts val="900"/>
                </a:spcBef>
                <a:buFont typeface="Avenir Next LT Pro" panose="020B0504020202020204" pitchFamily="34" charset="0"/>
                <a:buChar char="•"/>
              </a:pPr>
              <a:r>
                <a:rPr lang="en-US" sz="750">
                  <a:solidFill>
                    <a:schemeClr val="bg1"/>
                  </a:solidFill>
                </a:rPr>
                <a:t>Change the color by selecting it and </a:t>
              </a:r>
              <a:br>
                <a:rPr lang="en-US" sz="750">
                  <a:solidFill>
                    <a:schemeClr val="bg1"/>
                  </a:solidFill>
                </a:rPr>
              </a:br>
              <a:r>
                <a:rPr lang="en-US" sz="750">
                  <a:solidFill>
                    <a:schemeClr val="bg1"/>
                  </a:solidFill>
                </a:rPr>
                <a:t>choosing a new color from the theme row </a:t>
              </a:r>
              <a:br>
                <a:rPr lang="en-US" sz="750">
                  <a:solidFill>
                    <a:schemeClr val="bg1"/>
                  </a:solidFill>
                </a:rPr>
              </a:br>
              <a:r>
                <a:rPr lang="en-US" sz="750">
                  <a:solidFill>
                    <a:schemeClr val="bg1"/>
                  </a:solidFill>
                </a:rPr>
                <a:t>of the Fill Palette, Accents 1 – 6.</a:t>
              </a:r>
            </a:p>
            <a:p>
              <a:pPr marL="130969" indent="-130969">
                <a:spcBef>
                  <a:spcPts val="900"/>
                </a:spcBef>
                <a:buFont typeface="Avenir Next LT Pro" panose="020B0504020202020204" pitchFamily="34" charset="0"/>
                <a:buChar char="•"/>
              </a:pPr>
              <a:endParaRPr lang="en-US" sz="750">
                <a:solidFill>
                  <a:schemeClr val="bg1"/>
                </a:solidFill>
              </a:endParaRPr>
            </a:p>
            <a:p>
              <a:pPr marL="130969" indent="-130969">
                <a:spcBef>
                  <a:spcPts val="900"/>
                </a:spcBef>
                <a:buFont typeface="Avenir Next LT Pro" panose="020B0504020202020204" pitchFamily="34" charset="0"/>
                <a:buChar char="•"/>
              </a:pPr>
              <a:endParaRPr lang="en-US" sz="750">
                <a:solidFill>
                  <a:schemeClr val="bg1"/>
                </a:solidFill>
              </a:endParaRPr>
            </a:p>
            <a:p>
              <a:pPr marL="130969" indent="-130969">
                <a:spcBef>
                  <a:spcPts val="900"/>
                </a:spcBef>
                <a:buFont typeface="Avenir Next LT Pro" panose="020B0504020202020204" pitchFamily="34" charset="0"/>
                <a:buChar char="•"/>
              </a:pPr>
              <a:endParaRPr lang="en-US" sz="750">
                <a:solidFill>
                  <a:schemeClr val="bg1"/>
                </a:solidFill>
              </a:endParaRPr>
            </a:p>
            <a:p>
              <a:pPr>
                <a:spcBef>
                  <a:spcPts val="900"/>
                </a:spcBef>
              </a:pPr>
              <a:endParaRPr lang="en-US" sz="750">
                <a:solidFill>
                  <a:schemeClr val="bg1"/>
                </a:solidFill>
              </a:endParaRPr>
            </a:p>
            <a:p>
              <a:pPr marL="130969" indent="-130969">
                <a:spcBef>
                  <a:spcPts val="900"/>
                </a:spcBef>
                <a:buFont typeface="Avenir Next LT Pro" panose="020B0504020202020204" pitchFamily="34" charset="0"/>
                <a:buChar char="•"/>
              </a:pPr>
              <a:r>
                <a:rPr lang="en-US" sz="750">
                  <a:solidFill>
                    <a:schemeClr val="bg1"/>
                  </a:solidFill>
                </a:rPr>
                <a:t>The background shape should always sit behind the other elements on the slide. </a:t>
              </a:r>
              <a:br>
                <a:rPr lang="en-US" sz="750">
                  <a:solidFill>
                    <a:schemeClr val="bg1"/>
                  </a:solidFill>
                </a:rPr>
              </a:br>
              <a:r>
                <a:rPr lang="en-US" sz="750">
                  <a:solidFill>
                    <a:schemeClr val="bg1"/>
                  </a:solidFill>
                </a:rPr>
                <a:t>If an image placeholder exists on the same layout, once you add the image you may have to select it and use Arrange &gt; Send to Back.</a:t>
              </a:r>
            </a:p>
          </p:txBody>
        </p:sp>
        <p:grpSp>
          <p:nvGrpSpPr>
            <p:cNvPr id="14" name="Group 13">
              <a:extLst>
                <a:ext uri="{FF2B5EF4-FFF2-40B4-BE49-F238E27FC236}">
                  <a16:creationId xmlns:a16="http://schemas.microsoft.com/office/drawing/2014/main" id="{C1BD14CD-7CDC-F13F-7F81-4A28A8D674B7}"/>
                </a:ext>
              </a:extLst>
            </p:cNvPr>
            <p:cNvGrpSpPr/>
            <p:nvPr/>
          </p:nvGrpSpPr>
          <p:grpSpPr>
            <a:xfrm>
              <a:off x="13142686" y="1954129"/>
              <a:ext cx="1455058" cy="864391"/>
              <a:chOff x="12700000" y="2008563"/>
              <a:chExt cx="2565400" cy="1524000"/>
            </a:xfrm>
          </p:grpSpPr>
          <p:pic>
            <p:nvPicPr>
              <p:cNvPr id="15" name="Picture 14" descr="A picture containing table&#10;&#10;Description automatically generated">
                <a:extLst>
                  <a:ext uri="{FF2B5EF4-FFF2-40B4-BE49-F238E27FC236}">
                    <a16:creationId xmlns:a16="http://schemas.microsoft.com/office/drawing/2014/main" id="{F37440C1-D2E3-FDEF-F515-F50AEF124804}"/>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22" name="Rectangle 21">
                <a:extLst>
                  <a:ext uri="{FF2B5EF4-FFF2-40B4-BE49-F238E27FC236}">
                    <a16:creationId xmlns:a16="http://schemas.microsoft.com/office/drawing/2014/main" id="{6BFF5561-AAF6-6C7A-C147-090BC5B868E9}"/>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endParaRPr>
              </a:p>
            </p:txBody>
          </p:sp>
        </p:grpSp>
      </p:grpSp>
      <p:pic>
        <p:nvPicPr>
          <p:cNvPr id="6" name="Picture 9">
            <a:extLst>
              <a:ext uri="{FF2B5EF4-FFF2-40B4-BE49-F238E27FC236}">
                <a16:creationId xmlns:a16="http://schemas.microsoft.com/office/drawing/2014/main" id="{D9F79E96-81B1-64A5-5C19-08FD0D4330EA}"/>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50209" y="4854090"/>
            <a:ext cx="421925" cy="109388"/>
          </a:xfrm>
          <a:prstGeom prst="rect">
            <a:avLst/>
          </a:prstGeom>
        </p:spPr>
      </p:pic>
    </p:spTree>
    <p:extLst>
      <p:ext uri="{BB962C8B-B14F-4D97-AF65-F5344CB8AC3E}">
        <p14:creationId xmlns:p14="http://schemas.microsoft.com/office/powerpoint/2010/main" val="406611990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lient Log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DDC99-F1D8-5639-4F64-74567F887E69}"/>
              </a:ext>
            </a:extLst>
          </p:cNvPr>
          <p:cNvSpPr>
            <a:spLocks noGrp="1"/>
          </p:cNvSpPr>
          <p:nvPr>
            <p:ph type="title"/>
          </p:nvPr>
        </p:nvSpPr>
        <p:spPr>
          <a:xfrm>
            <a:off x="428625" y="428625"/>
            <a:ext cx="2647950" cy="2514600"/>
          </a:xfrm>
        </p:spPr>
        <p:txBody>
          <a:bodyPr/>
          <a:lstStyle/>
          <a:p>
            <a:r>
              <a:rPr lang="en-US"/>
              <a:t>Click to edit Master title style</a:t>
            </a:r>
          </a:p>
        </p:txBody>
      </p:sp>
      <p:sp>
        <p:nvSpPr>
          <p:cNvPr id="8" name="Text Placeholder 7">
            <a:extLst>
              <a:ext uri="{FF2B5EF4-FFF2-40B4-BE49-F238E27FC236}">
                <a16:creationId xmlns:a16="http://schemas.microsoft.com/office/drawing/2014/main" id="{0A764630-7F5E-DBF9-276D-57EE727943FC}"/>
              </a:ext>
            </a:extLst>
          </p:cNvPr>
          <p:cNvSpPr>
            <a:spLocks noGrp="1"/>
          </p:cNvSpPr>
          <p:nvPr>
            <p:ph type="body" sz="quarter" idx="13"/>
          </p:nvPr>
        </p:nvSpPr>
        <p:spPr>
          <a:xfrm>
            <a:off x="428625" y="3086100"/>
            <a:ext cx="2647950" cy="1028700"/>
          </a:xfrm>
        </p:spPr>
        <p:txBody>
          <a:bodyPr/>
          <a:lstStyle>
            <a:lvl1pPr marL="0" indent="0">
              <a:lnSpc>
                <a:spcPct val="90000"/>
              </a:lnSpc>
              <a:buNone/>
              <a:defRPr sz="1650" b="0"/>
            </a:lvl1pPr>
            <a:lvl2pPr marL="170259" indent="0">
              <a:buNone/>
              <a:defRPr sz="1050"/>
            </a:lvl2pPr>
            <a:lvl3pPr marL="345281" indent="0">
              <a:buNone/>
              <a:defRPr sz="1050"/>
            </a:lvl3pPr>
            <a:lvl4pPr marL="469106" indent="0">
              <a:buNone/>
              <a:defRPr sz="1050"/>
            </a:lvl4pPr>
            <a:lvl5pPr marL="598885" indent="0">
              <a:buNone/>
              <a:defRPr sz="1050"/>
            </a:lvl5pPr>
          </a:lstStyle>
          <a:p>
            <a:pPr lvl="0"/>
            <a:r>
              <a:rPr lang="en-US"/>
              <a:t>Click to edit Master text styles</a:t>
            </a:r>
          </a:p>
        </p:txBody>
      </p:sp>
      <p:sp>
        <p:nvSpPr>
          <p:cNvPr id="25" name="Picture Placeholder 24">
            <a:extLst>
              <a:ext uri="{FF2B5EF4-FFF2-40B4-BE49-F238E27FC236}">
                <a16:creationId xmlns:a16="http://schemas.microsoft.com/office/drawing/2014/main" id="{D5173095-388F-9E87-760D-6E1513F2D5A4}"/>
              </a:ext>
              <a:ext uri="{C183D7F6-B498-43B3-948B-1728B52AA6E4}">
                <adec:decorative xmlns:adec="http://schemas.microsoft.com/office/drawing/2017/decorative" val="0"/>
              </a:ext>
            </a:extLst>
          </p:cNvPr>
          <p:cNvSpPr>
            <a:spLocks noGrp="1"/>
          </p:cNvSpPr>
          <p:nvPr>
            <p:ph type="pic" sz="quarter" idx="14"/>
          </p:nvPr>
        </p:nvSpPr>
        <p:spPr>
          <a:xfrm>
            <a:off x="3957637" y="428625"/>
            <a:ext cx="1233488" cy="411480"/>
          </a:xfrm>
        </p:spPr>
        <p:txBody>
          <a:bodyPr/>
          <a:lstStyle>
            <a:lvl1pPr marL="0" indent="0">
              <a:buNone/>
              <a:defRPr sz="750"/>
            </a:lvl1pPr>
          </a:lstStyle>
          <a:p>
            <a:r>
              <a:rPr lang="en-US"/>
              <a:t>Click icon to add picture</a:t>
            </a:r>
          </a:p>
        </p:txBody>
      </p:sp>
      <p:sp>
        <p:nvSpPr>
          <p:cNvPr id="26" name="Picture Placeholder 24">
            <a:extLst>
              <a:ext uri="{FF2B5EF4-FFF2-40B4-BE49-F238E27FC236}">
                <a16:creationId xmlns:a16="http://schemas.microsoft.com/office/drawing/2014/main" id="{52EFFE21-F8F5-392E-7641-CB8AE1CB4480}"/>
              </a:ext>
              <a:ext uri="{C183D7F6-B498-43B3-948B-1728B52AA6E4}">
                <adec:decorative xmlns:adec="http://schemas.microsoft.com/office/drawing/2017/decorative" val="0"/>
              </a:ext>
            </a:extLst>
          </p:cNvPr>
          <p:cNvSpPr>
            <a:spLocks noGrp="1"/>
          </p:cNvSpPr>
          <p:nvPr>
            <p:ph type="pic" sz="quarter" idx="15"/>
          </p:nvPr>
        </p:nvSpPr>
        <p:spPr>
          <a:xfrm>
            <a:off x="5717701" y="428625"/>
            <a:ext cx="1233488" cy="411480"/>
          </a:xfrm>
        </p:spPr>
        <p:txBody>
          <a:bodyPr/>
          <a:lstStyle>
            <a:lvl1pPr marL="0" indent="0">
              <a:buNone/>
              <a:defRPr sz="750"/>
            </a:lvl1pPr>
          </a:lstStyle>
          <a:p>
            <a:r>
              <a:rPr lang="en-US"/>
              <a:t>Click icon to add picture</a:t>
            </a:r>
          </a:p>
        </p:txBody>
      </p:sp>
      <p:sp>
        <p:nvSpPr>
          <p:cNvPr id="27" name="Picture Placeholder 24">
            <a:extLst>
              <a:ext uri="{FF2B5EF4-FFF2-40B4-BE49-F238E27FC236}">
                <a16:creationId xmlns:a16="http://schemas.microsoft.com/office/drawing/2014/main" id="{B07B539B-6B6D-B160-FED9-9960E8760269}"/>
              </a:ext>
              <a:ext uri="{C183D7F6-B498-43B3-948B-1728B52AA6E4}">
                <adec:decorative xmlns:adec="http://schemas.microsoft.com/office/drawing/2017/decorative" val="0"/>
              </a:ext>
            </a:extLst>
          </p:cNvPr>
          <p:cNvSpPr>
            <a:spLocks noGrp="1"/>
          </p:cNvSpPr>
          <p:nvPr>
            <p:ph type="pic" sz="quarter" idx="16"/>
          </p:nvPr>
        </p:nvSpPr>
        <p:spPr>
          <a:xfrm>
            <a:off x="7477766" y="428625"/>
            <a:ext cx="1233488" cy="411480"/>
          </a:xfrm>
        </p:spPr>
        <p:txBody>
          <a:bodyPr/>
          <a:lstStyle>
            <a:lvl1pPr marL="0" indent="0">
              <a:buNone/>
              <a:defRPr sz="750"/>
            </a:lvl1pPr>
          </a:lstStyle>
          <a:p>
            <a:r>
              <a:rPr lang="en-US"/>
              <a:t>Click icon to add picture</a:t>
            </a:r>
          </a:p>
        </p:txBody>
      </p:sp>
      <p:sp>
        <p:nvSpPr>
          <p:cNvPr id="28" name="Picture Placeholder 24">
            <a:extLst>
              <a:ext uri="{FF2B5EF4-FFF2-40B4-BE49-F238E27FC236}">
                <a16:creationId xmlns:a16="http://schemas.microsoft.com/office/drawing/2014/main" id="{8D69C67D-40FC-9076-CFD4-F5730D1D7D01}"/>
              </a:ext>
              <a:ext uri="{C183D7F6-B498-43B3-948B-1728B52AA6E4}">
                <adec:decorative xmlns:adec="http://schemas.microsoft.com/office/drawing/2017/decorative" val="0"/>
              </a:ext>
            </a:extLst>
          </p:cNvPr>
          <p:cNvSpPr>
            <a:spLocks noGrp="1"/>
          </p:cNvSpPr>
          <p:nvPr>
            <p:ph type="pic" sz="quarter" idx="17"/>
          </p:nvPr>
        </p:nvSpPr>
        <p:spPr>
          <a:xfrm>
            <a:off x="3957637" y="1298743"/>
            <a:ext cx="1233488" cy="411480"/>
          </a:xfrm>
        </p:spPr>
        <p:txBody>
          <a:bodyPr/>
          <a:lstStyle>
            <a:lvl1pPr marL="0" indent="0">
              <a:buNone/>
              <a:defRPr sz="750"/>
            </a:lvl1pPr>
          </a:lstStyle>
          <a:p>
            <a:r>
              <a:rPr lang="en-US"/>
              <a:t>Click icon to add picture</a:t>
            </a:r>
          </a:p>
        </p:txBody>
      </p:sp>
      <p:sp>
        <p:nvSpPr>
          <p:cNvPr id="29" name="Picture Placeholder 24">
            <a:extLst>
              <a:ext uri="{FF2B5EF4-FFF2-40B4-BE49-F238E27FC236}">
                <a16:creationId xmlns:a16="http://schemas.microsoft.com/office/drawing/2014/main" id="{5790B19A-3C34-B845-1A01-5EEA0290B8C5}"/>
              </a:ext>
              <a:ext uri="{C183D7F6-B498-43B3-948B-1728B52AA6E4}">
                <adec:decorative xmlns:adec="http://schemas.microsoft.com/office/drawing/2017/decorative" val="0"/>
              </a:ext>
            </a:extLst>
          </p:cNvPr>
          <p:cNvSpPr>
            <a:spLocks noGrp="1"/>
          </p:cNvSpPr>
          <p:nvPr>
            <p:ph type="pic" sz="quarter" idx="18"/>
          </p:nvPr>
        </p:nvSpPr>
        <p:spPr>
          <a:xfrm>
            <a:off x="5717701" y="1298743"/>
            <a:ext cx="1233488" cy="411480"/>
          </a:xfrm>
        </p:spPr>
        <p:txBody>
          <a:bodyPr/>
          <a:lstStyle>
            <a:lvl1pPr marL="0" indent="0">
              <a:buNone/>
              <a:defRPr sz="750"/>
            </a:lvl1pPr>
          </a:lstStyle>
          <a:p>
            <a:r>
              <a:rPr lang="en-US"/>
              <a:t>Click icon to add picture</a:t>
            </a:r>
          </a:p>
        </p:txBody>
      </p:sp>
      <p:sp>
        <p:nvSpPr>
          <p:cNvPr id="30" name="Picture Placeholder 24">
            <a:extLst>
              <a:ext uri="{FF2B5EF4-FFF2-40B4-BE49-F238E27FC236}">
                <a16:creationId xmlns:a16="http://schemas.microsoft.com/office/drawing/2014/main" id="{F434CBE1-526D-B01C-F4A7-A2A17928CF11}"/>
              </a:ext>
              <a:ext uri="{C183D7F6-B498-43B3-948B-1728B52AA6E4}">
                <adec:decorative xmlns:adec="http://schemas.microsoft.com/office/drawing/2017/decorative" val="0"/>
              </a:ext>
            </a:extLst>
          </p:cNvPr>
          <p:cNvSpPr>
            <a:spLocks noGrp="1"/>
          </p:cNvSpPr>
          <p:nvPr>
            <p:ph type="pic" sz="quarter" idx="19"/>
          </p:nvPr>
        </p:nvSpPr>
        <p:spPr>
          <a:xfrm>
            <a:off x="7477766" y="1298743"/>
            <a:ext cx="1233488" cy="411480"/>
          </a:xfrm>
        </p:spPr>
        <p:txBody>
          <a:bodyPr/>
          <a:lstStyle>
            <a:lvl1pPr marL="0" indent="0">
              <a:buNone/>
              <a:defRPr sz="750"/>
            </a:lvl1pPr>
          </a:lstStyle>
          <a:p>
            <a:r>
              <a:rPr lang="en-US"/>
              <a:t>Click icon to add picture</a:t>
            </a:r>
          </a:p>
        </p:txBody>
      </p:sp>
      <p:sp>
        <p:nvSpPr>
          <p:cNvPr id="31" name="Picture Placeholder 24">
            <a:extLst>
              <a:ext uri="{FF2B5EF4-FFF2-40B4-BE49-F238E27FC236}">
                <a16:creationId xmlns:a16="http://schemas.microsoft.com/office/drawing/2014/main" id="{A707561E-5916-786D-8742-34F322CC63A6}"/>
              </a:ext>
              <a:ext uri="{C183D7F6-B498-43B3-948B-1728B52AA6E4}">
                <adec:decorative xmlns:adec="http://schemas.microsoft.com/office/drawing/2017/decorative" val="0"/>
              </a:ext>
            </a:extLst>
          </p:cNvPr>
          <p:cNvSpPr>
            <a:spLocks noGrp="1"/>
          </p:cNvSpPr>
          <p:nvPr>
            <p:ph type="pic" sz="quarter" idx="20"/>
          </p:nvPr>
        </p:nvSpPr>
        <p:spPr>
          <a:xfrm>
            <a:off x="3957637" y="2168861"/>
            <a:ext cx="1233488" cy="411480"/>
          </a:xfrm>
        </p:spPr>
        <p:txBody>
          <a:bodyPr/>
          <a:lstStyle>
            <a:lvl1pPr marL="0" indent="0">
              <a:buNone/>
              <a:defRPr sz="750"/>
            </a:lvl1pPr>
          </a:lstStyle>
          <a:p>
            <a:r>
              <a:rPr lang="en-US"/>
              <a:t>Click icon to add picture</a:t>
            </a:r>
          </a:p>
        </p:txBody>
      </p:sp>
      <p:sp>
        <p:nvSpPr>
          <p:cNvPr id="32" name="Picture Placeholder 24">
            <a:extLst>
              <a:ext uri="{FF2B5EF4-FFF2-40B4-BE49-F238E27FC236}">
                <a16:creationId xmlns:a16="http://schemas.microsoft.com/office/drawing/2014/main" id="{DDC5815B-E2FE-F8D4-A3F1-C8E45F43D45C}"/>
              </a:ext>
              <a:ext uri="{C183D7F6-B498-43B3-948B-1728B52AA6E4}">
                <adec:decorative xmlns:adec="http://schemas.microsoft.com/office/drawing/2017/decorative" val="0"/>
              </a:ext>
            </a:extLst>
          </p:cNvPr>
          <p:cNvSpPr>
            <a:spLocks noGrp="1"/>
          </p:cNvSpPr>
          <p:nvPr>
            <p:ph type="pic" sz="quarter" idx="21"/>
          </p:nvPr>
        </p:nvSpPr>
        <p:spPr>
          <a:xfrm>
            <a:off x="5717701" y="2168861"/>
            <a:ext cx="1233488" cy="411480"/>
          </a:xfrm>
        </p:spPr>
        <p:txBody>
          <a:bodyPr/>
          <a:lstStyle>
            <a:lvl1pPr marL="0" indent="0">
              <a:buNone/>
              <a:defRPr sz="750"/>
            </a:lvl1pPr>
          </a:lstStyle>
          <a:p>
            <a:r>
              <a:rPr lang="en-US"/>
              <a:t>Click icon to add picture</a:t>
            </a:r>
          </a:p>
        </p:txBody>
      </p:sp>
      <p:sp>
        <p:nvSpPr>
          <p:cNvPr id="33" name="Picture Placeholder 24">
            <a:extLst>
              <a:ext uri="{FF2B5EF4-FFF2-40B4-BE49-F238E27FC236}">
                <a16:creationId xmlns:a16="http://schemas.microsoft.com/office/drawing/2014/main" id="{AD12602F-26DC-0185-2333-B1171B64AB04}"/>
              </a:ext>
              <a:ext uri="{C183D7F6-B498-43B3-948B-1728B52AA6E4}">
                <adec:decorative xmlns:adec="http://schemas.microsoft.com/office/drawing/2017/decorative" val="0"/>
              </a:ext>
            </a:extLst>
          </p:cNvPr>
          <p:cNvSpPr>
            <a:spLocks noGrp="1"/>
          </p:cNvSpPr>
          <p:nvPr>
            <p:ph type="pic" sz="quarter" idx="22"/>
          </p:nvPr>
        </p:nvSpPr>
        <p:spPr>
          <a:xfrm>
            <a:off x="7477766" y="2168861"/>
            <a:ext cx="1233488" cy="411480"/>
          </a:xfrm>
        </p:spPr>
        <p:txBody>
          <a:bodyPr/>
          <a:lstStyle>
            <a:lvl1pPr marL="0" indent="0">
              <a:buNone/>
              <a:defRPr sz="750"/>
            </a:lvl1pPr>
          </a:lstStyle>
          <a:p>
            <a:r>
              <a:rPr lang="en-US"/>
              <a:t>Click icon to add picture</a:t>
            </a:r>
          </a:p>
        </p:txBody>
      </p:sp>
      <p:sp>
        <p:nvSpPr>
          <p:cNvPr id="34" name="Picture Placeholder 24">
            <a:extLst>
              <a:ext uri="{FF2B5EF4-FFF2-40B4-BE49-F238E27FC236}">
                <a16:creationId xmlns:a16="http://schemas.microsoft.com/office/drawing/2014/main" id="{E898C53E-ACB6-1B62-7DCB-A1B05274278D}"/>
              </a:ext>
              <a:ext uri="{C183D7F6-B498-43B3-948B-1728B52AA6E4}">
                <adec:decorative xmlns:adec="http://schemas.microsoft.com/office/drawing/2017/decorative" val="0"/>
              </a:ext>
            </a:extLst>
          </p:cNvPr>
          <p:cNvSpPr>
            <a:spLocks noGrp="1"/>
          </p:cNvSpPr>
          <p:nvPr>
            <p:ph type="pic" sz="quarter" idx="23"/>
          </p:nvPr>
        </p:nvSpPr>
        <p:spPr>
          <a:xfrm>
            <a:off x="3957637" y="3038978"/>
            <a:ext cx="1233488" cy="411480"/>
          </a:xfrm>
        </p:spPr>
        <p:txBody>
          <a:bodyPr/>
          <a:lstStyle>
            <a:lvl1pPr marL="0" indent="0">
              <a:buNone/>
              <a:defRPr sz="750"/>
            </a:lvl1pPr>
          </a:lstStyle>
          <a:p>
            <a:r>
              <a:rPr lang="en-US"/>
              <a:t>Click icon to add picture</a:t>
            </a:r>
          </a:p>
        </p:txBody>
      </p:sp>
      <p:sp>
        <p:nvSpPr>
          <p:cNvPr id="35" name="Picture Placeholder 24">
            <a:extLst>
              <a:ext uri="{FF2B5EF4-FFF2-40B4-BE49-F238E27FC236}">
                <a16:creationId xmlns:a16="http://schemas.microsoft.com/office/drawing/2014/main" id="{731E74E5-141E-80AB-9B00-1B5E0FEED1BC}"/>
              </a:ext>
              <a:ext uri="{C183D7F6-B498-43B3-948B-1728B52AA6E4}">
                <adec:decorative xmlns:adec="http://schemas.microsoft.com/office/drawing/2017/decorative" val="0"/>
              </a:ext>
            </a:extLst>
          </p:cNvPr>
          <p:cNvSpPr>
            <a:spLocks noGrp="1"/>
          </p:cNvSpPr>
          <p:nvPr>
            <p:ph type="pic" sz="quarter" idx="24"/>
          </p:nvPr>
        </p:nvSpPr>
        <p:spPr>
          <a:xfrm>
            <a:off x="5717701" y="3038978"/>
            <a:ext cx="1233488" cy="411480"/>
          </a:xfrm>
        </p:spPr>
        <p:txBody>
          <a:bodyPr/>
          <a:lstStyle>
            <a:lvl1pPr marL="0" indent="0">
              <a:buNone/>
              <a:defRPr sz="750"/>
            </a:lvl1pPr>
          </a:lstStyle>
          <a:p>
            <a:r>
              <a:rPr lang="en-US"/>
              <a:t>Click icon to add picture</a:t>
            </a:r>
          </a:p>
        </p:txBody>
      </p:sp>
      <p:sp>
        <p:nvSpPr>
          <p:cNvPr id="36" name="Picture Placeholder 24">
            <a:extLst>
              <a:ext uri="{FF2B5EF4-FFF2-40B4-BE49-F238E27FC236}">
                <a16:creationId xmlns:a16="http://schemas.microsoft.com/office/drawing/2014/main" id="{826937F0-56E3-26CF-5EC8-F8F85E77D05F}"/>
              </a:ext>
              <a:ext uri="{C183D7F6-B498-43B3-948B-1728B52AA6E4}">
                <adec:decorative xmlns:adec="http://schemas.microsoft.com/office/drawing/2017/decorative" val="0"/>
              </a:ext>
            </a:extLst>
          </p:cNvPr>
          <p:cNvSpPr>
            <a:spLocks noGrp="1"/>
          </p:cNvSpPr>
          <p:nvPr>
            <p:ph type="pic" sz="quarter" idx="25"/>
          </p:nvPr>
        </p:nvSpPr>
        <p:spPr>
          <a:xfrm>
            <a:off x="7477766" y="3038978"/>
            <a:ext cx="1233488" cy="411480"/>
          </a:xfrm>
        </p:spPr>
        <p:txBody>
          <a:bodyPr/>
          <a:lstStyle>
            <a:lvl1pPr marL="0" indent="0">
              <a:buNone/>
              <a:defRPr sz="750"/>
            </a:lvl1pPr>
          </a:lstStyle>
          <a:p>
            <a:r>
              <a:rPr lang="en-US"/>
              <a:t>Click icon to add picture</a:t>
            </a:r>
          </a:p>
        </p:txBody>
      </p:sp>
      <p:sp>
        <p:nvSpPr>
          <p:cNvPr id="37" name="Picture Placeholder 24">
            <a:extLst>
              <a:ext uri="{FF2B5EF4-FFF2-40B4-BE49-F238E27FC236}">
                <a16:creationId xmlns:a16="http://schemas.microsoft.com/office/drawing/2014/main" id="{211A642A-7EAD-CCEF-F33A-96AAD329D781}"/>
              </a:ext>
              <a:ext uri="{C183D7F6-B498-43B3-948B-1728B52AA6E4}">
                <adec:decorative xmlns:adec="http://schemas.microsoft.com/office/drawing/2017/decorative" val="0"/>
              </a:ext>
            </a:extLst>
          </p:cNvPr>
          <p:cNvSpPr>
            <a:spLocks noGrp="1"/>
          </p:cNvSpPr>
          <p:nvPr>
            <p:ph type="pic" sz="quarter" idx="26"/>
          </p:nvPr>
        </p:nvSpPr>
        <p:spPr>
          <a:xfrm>
            <a:off x="3957637" y="3909096"/>
            <a:ext cx="1233488" cy="411480"/>
          </a:xfrm>
        </p:spPr>
        <p:txBody>
          <a:bodyPr/>
          <a:lstStyle>
            <a:lvl1pPr marL="0" indent="0">
              <a:buNone/>
              <a:defRPr sz="750"/>
            </a:lvl1pPr>
          </a:lstStyle>
          <a:p>
            <a:r>
              <a:rPr lang="en-US"/>
              <a:t>Click icon to add picture</a:t>
            </a:r>
          </a:p>
        </p:txBody>
      </p:sp>
      <p:sp>
        <p:nvSpPr>
          <p:cNvPr id="38" name="Picture Placeholder 24">
            <a:extLst>
              <a:ext uri="{FF2B5EF4-FFF2-40B4-BE49-F238E27FC236}">
                <a16:creationId xmlns:a16="http://schemas.microsoft.com/office/drawing/2014/main" id="{7BE237C6-6445-AFAD-D53B-7AB8EEECD1C3}"/>
              </a:ext>
              <a:ext uri="{C183D7F6-B498-43B3-948B-1728B52AA6E4}">
                <adec:decorative xmlns:adec="http://schemas.microsoft.com/office/drawing/2017/decorative" val="0"/>
              </a:ext>
            </a:extLst>
          </p:cNvPr>
          <p:cNvSpPr>
            <a:spLocks noGrp="1"/>
          </p:cNvSpPr>
          <p:nvPr>
            <p:ph type="pic" sz="quarter" idx="27"/>
          </p:nvPr>
        </p:nvSpPr>
        <p:spPr>
          <a:xfrm>
            <a:off x="5717701" y="3909096"/>
            <a:ext cx="1233488" cy="411480"/>
          </a:xfrm>
        </p:spPr>
        <p:txBody>
          <a:bodyPr/>
          <a:lstStyle>
            <a:lvl1pPr marL="0" indent="0">
              <a:buNone/>
              <a:defRPr sz="750"/>
            </a:lvl1pPr>
          </a:lstStyle>
          <a:p>
            <a:r>
              <a:rPr lang="en-US"/>
              <a:t>Click icon to add picture</a:t>
            </a:r>
          </a:p>
        </p:txBody>
      </p:sp>
      <p:sp>
        <p:nvSpPr>
          <p:cNvPr id="39" name="Picture Placeholder 24">
            <a:extLst>
              <a:ext uri="{FF2B5EF4-FFF2-40B4-BE49-F238E27FC236}">
                <a16:creationId xmlns:a16="http://schemas.microsoft.com/office/drawing/2014/main" id="{710208B8-A8C4-C336-539B-0CE006BB08E2}"/>
              </a:ext>
              <a:ext uri="{C183D7F6-B498-43B3-948B-1728B52AA6E4}">
                <adec:decorative xmlns:adec="http://schemas.microsoft.com/office/drawing/2017/decorative" val="0"/>
              </a:ext>
            </a:extLst>
          </p:cNvPr>
          <p:cNvSpPr>
            <a:spLocks noGrp="1"/>
          </p:cNvSpPr>
          <p:nvPr>
            <p:ph type="pic" sz="quarter" idx="28"/>
          </p:nvPr>
        </p:nvSpPr>
        <p:spPr>
          <a:xfrm>
            <a:off x="7477766" y="3909096"/>
            <a:ext cx="1233488" cy="411480"/>
          </a:xfrm>
        </p:spPr>
        <p:txBody>
          <a:bodyPr/>
          <a:lstStyle>
            <a:lvl1pPr marL="0" indent="0">
              <a:buNone/>
              <a:defRPr sz="750"/>
            </a:lvl1pPr>
          </a:lstStyle>
          <a:p>
            <a:r>
              <a:rPr lang="en-US"/>
              <a:t>Click icon to add picture</a:t>
            </a:r>
          </a:p>
        </p:txBody>
      </p:sp>
      <p:sp>
        <p:nvSpPr>
          <p:cNvPr id="3" name="Footer Placeholder 2">
            <a:extLst>
              <a:ext uri="{FF2B5EF4-FFF2-40B4-BE49-F238E27FC236}">
                <a16:creationId xmlns:a16="http://schemas.microsoft.com/office/drawing/2014/main" id="{E592B8AC-3FEF-FB3D-1D35-1B4C85E09DA6}"/>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7933CB4A-84D4-4E7D-54A8-19F4902C3786}"/>
              </a:ext>
              <a:ext uri="{C183D7F6-B498-43B3-948B-1728B52AA6E4}">
                <adec:decorative xmlns:adec="http://schemas.microsoft.com/office/drawing/2017/decorative" val="1"/>
              </a:ext>
            </a:extLst>
          </p:cNvPr>
          <p:cNvSpPr>
            <a:spLocks noGrp="1"/>
          </p:cNvSpPr>
          <p:nvPr>
            <p:ph type="dt" sz="half" idx="11"/>
          </p:nvPr>
        </p:nvSpPr>
        <p:spPr/>
        <p:txBody>
          <a:bodyPr/>
          <a:lstStyle/>
          <a:p>
            <a:fld id="{034FF75C-945A-404E-922B-DD0D4CEAAB34}" type="datetimeyyyy">
              <a:rPr lang="en-US" smtClean="0"/>
              <a:t>2026</a:t>
            </a:fld>
            <a:endParaRPr lang="en-US"/>
          </a:p>
        </p:txBody>
      </p:sp>
      <p:sp>
        <p:nvSpPr>
          <p:cNvPr id="5" name="Slide Number Placeholder 4">
            <a:extLst>
              <a:ext uri="{FF2B5EF4-FFF2-40B4-BE49-F238E27FC236}">
                <a16:creationId xmlns:a16="http://schemas.microsoft.com/office/drawing/2014/main" id="{7817C489-13B1-1C9F-21CB-50298948F791}"/>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7035695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am - 8 person">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5CE9FF50-70E0-2CCE-6E77-0022E17F7C1A}"/>
              </a:ext>
              <a:ext uri="{C183D7F6-B498-43B3-948B-1728B52AA6E4}">
                <adec:decorative xmlns:adec="http://schemas.microsoft.com/office/drawing/2017/decorative" val="1"/>
              </a:ext>
            </a:extLst>
          </p:cNvPr>
          <p:cNvSpPr>
            <a:spLocks noGrp="1"/>
          </p:cNvSpPr>
          <p:nvPr>
            <p:ph type="pic" sz="quarter" idx="13"/>
          </p:nvPr>
        </p:nvSpPr>
        <p:spPr>
          <a:xfrm>
            <a:off x="428625" y="1317366"/>
            <a:ext cx="1238250" cy="1029754"/>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050"/>
            </a:lvl1pPr>
          </a:lstStyle>
          <a:p>
            <a:r>
              <a:rPr lang="en-US"/>
              <a:t>Click icon to add picture</a:t>
            </a:r>
          </a:p>
        </p:txBody>
      </p:sp>
      <p:sp>
        <p:nvSpPr>
          <p:cNvPr id="20" name="Picture Placeholder 19">
            <a:extLst>
              <a:ext uri="{FF2B5EF4-FFF2-40B4-BE49-F238E27FC236}">
                <a16:creationId xmlns:a16="http://schemas.microsoft.com/office/drawing/2014/main" id="{C240F27D-5779-1E27-590B-71936CBDB04E}"/>
              </a:ext>
              <a:ext uri="{C183D7F6-B498-43B3-948B-1728B52AA6E4}">
                <adec:decorative xmlns:adec="http://schemas.microsoft.com/office/drawing/2017/decorative" val="1"/>
              </a:ext>
            </a:extLst>
          </p:cNvPr>
          <p:cNvSpPr>
            <a:spLocks noGrp="1"/>
          </p:cNvSpPr>
          <p:nvPr>
            <p:ph type="pic" sz="quarter" idx="14"/>
          </p:nvPr>
        </p:nvSpPr>
        <p:spPr>
          <a:xfrm>
            <a:off x="2542739" y="1317366"/>
            <a:ext cx="1238250" cy="1029754"/>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050"/>
            </a:lvl1pPr>
          </a:lstStyle>
          <a:p>
            <a:r>
              <a:rPr lang="en-US"/>
              <a:t>Click icon to add picture</a:t>
            </a:r>
          </a:p>
        </p:txBody>
      </p:sp>
      <p:sp>
        <p:nvSpPr>
          <p:cNvPr id="21" name="Picture Placeholder 20">
            <a:extLst>
              <a:ext uri="{FF2B5EF4-FFF2-40B4-BE49-F238E27FC236}">
                <a16:creationId xmlns:a16="http://schemas.microsoft.com/office/drawing/2014/main" id="{D3A24291-D251-7565-BFF2-837FF47E8064}"/>
              </a:ext>
              <a:ext uri="{C183D7F6-B498-43B3-948B-1728B52AA6E4}">
                <adec:decorative xmlns:adec="http://schemas.microsoft.com/office/drawing/2017/decorative" val="1"/>
              </a:ext>
            </a:extLst>
          </p:cNvPr>
          <p:cNvSpPr>
            <a:spLocks noGrp="1"/>
          </p:cNvSpPr>
          <p:nvPr>
            <p:ph type="pic" sz="quarter" idx="15"/>
          </p:nvPr>
        </p:nvSpPr>
        <p:spPr>
          <a:xfrm>
            <a:off x="4656854" y="1317366"/>
            <a:ext cx="1238250" cy="1029754"/>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050"/>
            </a:lvl1pPr>
          </a:lstStyle>
          <a:p>
            <a:r>
              <a:rPr lang="en-US"/>
              <a:t>Click icon to add picture</a:t>
            </a:r>
          </a:p>
        </p:txBody>
      </p:sp>
      <p:sp>
        <p:nvSpPr>
          <p:cNvPr id="22" name="Picture Placeholder 21">
            <a:extLst>
              <a:ext uri="{FF2B5EF4-FFF2-40B4-BE49-F238E27FC236}">
                <a16:creationId xmlns:a16="http://schemas.microsoft.com/office/drawing/2014/main" id="{6703D4C6-AB94-F0A0-FC41-48D4BF1B0C7F}"/>
              </a:ext>
              <a:ext uri="{C183D7F6-B498-43B3-948B-1728B52AA6E4}">
                <adec:decorative xmlns:adec="http://schemas.microsoft.com/office/drawing/2017/decorative" val="1"/>
              </a:ext>
            </a:extLst>
          </p:cNvPr>
          <p:cNvSpPr>
            <a:spLocks noGrp="1"/>
          </p:cNvSpPr>
          <p:nvPr>
            <p:ph type="pic" sz="quarter" idx="16"/>
          </p:nvPr>
        </p:nvSpPr>
        <p:spPr>
          <a:xfrm>
            <a:off x="6770968" y="1317366"/>
            <a:ext cx="1238250" cy="1029754"/>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050"/>
            </a:lvl1pPr>
          </a:lstStyle>
          <a:p>
            <a:r>
              <a:rPr lang="en-US"/>
              <a:t>Click icon to add picture</a:t>
            </a:r>
          </a:p>
        </p:txBody>
      </p:sp>
      <p:sp>
        <p:nvSpPr>
          <p:cNvPr id="23" name="Picture Placeholder 22">
            <a:extLst>
              <a:ext uri="{FF2B5EF4-FFF2-40B4-BE49-F238E27FC236}">
                <a16:creationId xmlns:a16="http://schemas.microsoft.com/office/drawing/2014/main" id="{31C2DDE3-086E-E146-B791-BBB36081FB9C}"/>
              </a:ext>
              <a:ext uri="{C183D7F6-B498-43B3-948B-1728B52AA6E4}">
                <adec:decorative xmlns:adec="http://schemas.microsoft.com/office/drawing/2017/decorative" val="1"/>
              </a:ext>
            </a:extLst>
          </p:cNvPr>
          <p:cNvSpPr>
            <a:spLocks noGrp="1"/>
          </p:cNvSpPr>
          <p:nvPr>
            <p:ph type="pic" sz="quarter" idx="17"/>
          </p:nvPr>
        </p:nvSpPr>
        <p:spPr>
          <a:xfrm>
            <a:off x="428625" y="3095542"/>
            <a:ext cx="1238250" cy="1029754"/>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050"/>
            </a:lvl1pPr>
          </a:lstStyle>
          <a:p>
            <a:r>
              <a:rPr lang="en-US"/>
              <a:t>Click icon to add picture</a:t>
            </a:r>
          </a:p>
        </p:txBody>
      </p:sp>
      <p:sp>
        <p:nvSpPr>
          <p:cNvPr id="24" name="Picture Placeholder 23">
            <a:extLst>
              <a:ext uri="{FF2B5EF4-FFF2-40B4-BE49-F238E27FC236}">
                <a16:creationId xmlns:a16="http://schemas.microsoft.com/office/drawing/2014/main" id="{02F7C068-F923-EAA3-C4BB-ADE119399EE0}"/>
              </a:ext>
              <a:ext uri="{C183D7F6-B498-43B3-948B-1728B52AA6E4}">
                <adec:decorative xmlns:adec="http://schemas.microsoft.com/office/drawing/2017/decorative" val="1"/>
              </a:ext>
            </a:extLst>
          </p:cNvPr>
          <p:cNvSpPr>
            <a:spLocks noGrp="1"/>
          </p:cNvSpPr>
          <p:nvPr>
            <p:ph type="pic" sz="quarter" idx="18"/>
          </p:nvPr>
        </p:nvSpPr>
        <p:spPr>
          <a:xfrm>
            <a:off x="2542739" y="3095542"/>
            <a:ext cx="1238250" cy="1029754"/>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050"/>
            </a:lvl1pPr>
          </a:lstStyle>
          <a:p>
            <a:r>
              <a:rPr lang="en-US"/>
              <a:t>Click icon to add picture</a:t>
            </a:r>
          </a:p>
        </p:txBody>
      </p:sp>
      <p:sp>
        <p:nvSpPr>
          <p:cNvPr id="25" name="Picture Placeholder 24">
            <a:extLst>
              <a:ext uri="{FF2B5EF4-FFF2-40B4-BE49-F238E27FC236}">
                <a16:creationId xmlns:a16="http://schemas.microsoft.com/office/drawing/2014/main" id="{E2E9DC41-D3E6-09CD-8FC9-3373998130BF}"/>
              </a:ext>
              <a:ext uri="{C183D7F6-B498-43B3-948B-1728B52AA6E4}">
                <adec:decorative xmlns:adec="http://schemas.microsoft.com/office/drawing/2017/decorative" val="1"/>
              </a:ext>
            </a:extLst>
          </p:cNvPr>
          <p:cNvSpPr>
            <a:spLocks noGrp="1"/>
          </p:cNvSpPr>
          <p:nvPr>
            <p:ph type="pic" sz="quarter" idx="19"/>
          </p:nvPr>
        </p:nvSpPr>
        <p:spPr>
          <a:xfrm>
            <a:off x="4656854" y="3095542"/>
            <a:ext cx="1238250" cy="1029754"/>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050"/>
            </a:lvl1pPr>
          </a:lstStyle>
          <a:p>
            <a:r>
              <a:rPr lang="en-US"/>
              <a:t>Click icon to add picture</a:t>
            </a:r>
          </a:p>
        </p:txBody>
      </p:sp>
      <p:sp>
        <p:nvSpPr>
          <p:cNvPr id="26" name="Picture Placeholder 25">
            <a:extLst>
              <a:ext uri="{FF2B5EF4-FFF2-40B4-BE49-F238E27FC236}">
                <a16:creationId xmlns:a16="http://schemas.microsoft.com/office/drawing/2014/main" id="{03C6B952-490C-B36C-6A23-D2EC13A63FC6}"/>
              </a:ext>
              <a:ext uri="{C183D7F6-B498-43B3-948B-1728B52AA6E4}">
                <adec:decorative xmlns:adec="http://schemas.microsoft.com/office/drawing/2017/decorative" val="1"/>
              </a:ext>
            </a:extLst>
          </p:cNvPr>
          <p:cNvSpPr>
            <a:spLocks noGrp="1"/>
          </p:cNvSpPr>
          <p:nvPr>
            <p:ph type="pic" sz="quarter" idx="20"/>
          </p:nvPr>
        </p:nvSpPr>
        <p:spPr>
          <a:xfrm>
            <a:off x="6770968" y="3095542"/>
            <a:ext cx="1238250" cy="1029754"/>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050"/>
            </a:lvl1pPr>
          </a:lstStyle>
          <a:p>
            <a:r>
              <a:rPr lang="en-US"/>
              <a:t>Click icon to add picture</a:t>
            </a:r>
          </a:p>
        </p:txBody>
      </p:sp>
      <p:sp>
        <p:nvSpPr>
          <p:cNvPr id="30" name="Text Placeholder 29">
            <a:extLst>
              <a:ext uri="{FF2B5EF4-FFF2-40B4-BE49-F238E27FC236}">
                <a16:creationId xmlns:a16="http://schemas.microsoft.com/office/drawing/2014/main" id="{322AA6C2-88FC-582A-DAEC-25C4BF445B60}"/>
              </a:ext>
            </a:extLst>
          </p:cNvPr>
          <p:cNvSpPr>
            <a:spLocks noGrp="1"/>
          </p:cNvSpPr>
          <p:nvPr>
            <p:ph type="body" sz="quarter" idx="21" hasCustomPrompt="1"/>
          </p:nvPr>
        </p:nvSpPr>
        <p:spPr>
          <a:xfrm>
            <a:off x="428625" y="2407126"/>
            <a:ext cx="1238250" cy="291664"/>
          </a:xfrm>
        </p:spPr>
        <p:txBody>
          <a:bodyPr anchor="b"/>
          <a:lstStyle>
            <a:lvl1pPr marL="0" indent="0">
              <a:lnSpc>
                <a:spcPct val="90000"/>
              </a:lnSpc>
              <a:buNone/>
              <a:defRPr sz="900" b="1"/>
            </a:lvl1pPr>
            <a:lvl2pPr>
              <a:defRPr sz="900"/>
            </a:lvl2pPr>
            <a:lvl3pPr>
              <a:defRPr sz="900"/>
            </a:lvl3pPr>
            <a:lvl4pPr>
              <a:defRPr sz="900"/>
            </a:lvl4pPr>
            <a:lvl5pPr>
              <a:defRPr sz="900"/>
            </a:lvl5pPr>
          </a:lstStyle>
          <a:p>
            <a:pPr lvl="0"/>
            <a:r>
              <a:rPr lang="en-US" err="1"/>
              <a:t>Firstname</a:t>
            </a:r>
            <a:r>
              <a:rPr lang="en-US"/>
              <a:t> </a:t>
            </a:r>
            <a:r>
              <a:rPr lang="en-US" err="1"/>
              <a:t>Lastname</a:t>
            </a:r>
            <a:r>
              <a:rPr lang="en-US"/>
              <a:t> (pronouns)</a:t>
            </a:r>
          </a:p>
        </p:txBody>
      </p:sp>
      <p:sp>
        <p:nvSpPr>
          <p:cNvPr id="32" name="Text Placeholder 29">
            <a:extLst>
              <a:ext uri="{FF2B5EF4-FFF2-40B4-BE49-F238E27FC236}">
                <a16:creationId xmlns:a16="http://schemas.microsoft.com/office/drawing/2014/main" id="{5C9E9D1E-4205-04E9-2768-C883ACF93E15}"/>
              </a:ext>
            </a:extLst>
          </p:cNvPr>
          <p:cNvSpPr>
            <a:spLocks noGrp="1"/>
          </p:cNvSpPr>
          <p:nvPr>
            <p:ph type="body" sz="quarter" idx="22" hasCustomPrompt="1"/>
          </p:nvPr>
        </p:nvSpPr>
        <p:spPr>
          <a:xfrm>
            <a:off x="428625" y="2739398"/>
            <a:ext cx="1238250" cy="190500"/>
          </a:xfrm>
        </p:spPr>
        <p:txBody>
          <a:bodyPr anchor="t"/>
          <a:lstStyle>
            <a:lvl1pPr marL="0" indent="0">
              <a:lnSpc>
                <a:spcPct val="90000"/>
              </a:lnSpc>
              <a:buNone/>
              <a:defRPr sz="900" b="0"/>
            </a:lvl1pPr>
            <a:lvl2pPr>
              <a:defRPr sz="900"/>
            </a:lvl2pPr>
            <a:lvl3pPr>
              <a:defRPr sz="900"/>
            </a:lvl3pPr>
            <a:lvl4pPr>
              <a:defRPr sz="900"/>
            </a:lvl4pPr>
            <a:lvl5pPr>
              <a:defRPr sz="900"/>
            </a:lvl5pPr>
          </a:lstStyle>
          <a:p>
            <a:pPr lvl="0"/>
            <a:r>
              <a:rPr lang="en-US"/>
              <a:t>Position / title</a:t>
            </a:r>
          </a:p>
        </p:txBody>
      </p:sp>
      <p:sp>
        <p:nvSpPr>
          <p:cNvPr id="33" name="Text Placeholder 29">
            <a:extLst>
              <a:ext uri="{FF2B5EF4-FFF2-40B4-BE49-F238E27FC236}">
                <a16:creationId xmlns:a16="http://schemas.microsoft.com/office/drawing/2014/main" id="{09C3EDD5-6423-9D73-E04B-18305794F5AD}"/>
              </a:ext>
            </a:extLst>
          </p:cNvPr>
          <p:cNvSpPr>
            <a:spLocks noGrp="1"/>
          </p:cNvSpPr>
          <p:nvPr>
            <p:ph type="body" sz="quarter" idx="23" hasCustomPrompt="1"/>
          </p:nvPr>
        </p:nvSpPr>
        <p:spPr>
          <a:xfrm>
            <a:off x="2542739" y="2407126"/>
            <a:ext cx="1238250" cy="291664"/>
          </a:xfrm>
        </p:spPr>
        <p:txBody>
          <a:bodyPr anchor="b"/>
          <a:lstStyle>
            <a:lvl1pPr marL="0" indent="0">
              <a:lnSpc>
                <a:spcPct val="90000"/>
              </a:lnSpc>
              <a:buNone/>
              <a:defRPr sz="900" b="1"/>
            </a:lvl1pPr>
            <a:lvl2pPr>
              <a:defRPr sz="900"/>
            </a:lvl2pPr>
            <a:lvl3pPr>
              <a:defRPr sz="900"/>
            </a:lvl3pPr>
            <a:lvl4pPr>
              <a:defRPr sz="900"/>
            </a:lvl4pPr>
            <a:lvl5pPr>
              <a:defRPr sz="900"/>
            </a:lvl5pPr>
          </a:lstStyle>
          <a:p>
            <a:pPr lvl="0"/>
            <a:r>
              <a:rPr lang="en-US" err="1"/>
              <a:t>Firstname</a:t>
            </a:r>
            <a:r>
              <a:rPr lang="en-US"/>
              <a:t> </a:t>
            </a:r>
            <a:r>
              <a:rPr lang="en-US" err="1"/>
              <a:t>Lastname</a:t>
            </a:r>
            <a:r>
              <a:rPr lang="en-US"/>
              <a:t> (pronouns)</a:t>
            </a:r>
          </a:p>
        </p:txBody>
      </p:sp>
      <p:sp>
        <p:nvSpPr>
          <p:cNvPr id="34" name="Text Placeholder 29">
            <a:extLst>
              <a:ext uri="{FF2B5EF4-FFF2-40B4-BE49-F238E27FC236}">
                <a16:creationId xmlns:a16="http://schemas.microsoft.com/office/drawing/2014/main" id="{849A018A-C5DB-67B7-A0AD-0FD08CCC77BC}"/>
              </a:ext>
            </a:extLst>
          </p:cNvPr>
          <p:cNvSpPr>
            <a:spLocks noGrp="1"/>
          </p:cNvSpPr>
          <p:nvPr>
            <p:ph type="body" sz="quarter" idx="24" hasCustomPrompt="1"/>
          </p:nvPr>
        </p:nvSpPr>
        <p:spPr>
          <a:xfrm>
            <a:off x="2542739" y="2739398"/>
            <a:ext cx="1238250" cy="190500"/>
          </a:xfrm>
        </p:spPr>
        <p:txBody>
          <a:bodyPr anchor="t"/>
          <a:lstStyle>
            <a:lvl1pPr marL="0" indent="0">
              <a:lnSpc>
                <a:spcPct val="90000"/>
              </a:lnSpc>
              <a:buNone/>
              <a:defRPr sz="900" b="0"/>
            </a:lvl1pPr>
            <a:lvl2pPr>
              <a:defRPr sz="900"/>
            </a:lvl2pPr>
            <a:lvl3pPr>
              <a:defRPr sz="900"/>
            </a:lvl3pPr>
            <a:lvl4pPr>
              <a:defRPr sz="900"/>
            </a:lvl4pPr>
            <a:lvl5pPr>
              <a:defRPr sz="900"/>
            </a:lvl5pPr>
          </a:lstStyle>
          <a:p>
            <a:pPr lvl="0"/>
            <a:r>
              <a:rPr lang="en-US"/>
              <a:t>Position / title</a:t>
            </a:r>
          </a:p>
        </p:txBody>
      </p:sp>
      <p:sp>
        <p:nvSpPr>
          <p:cNvPr id="35" name="Text Placeholder 29">
            <a:extLst>
              <a:ext uri="{FF2B5EF4-FFF2-40B4-BE49-F238E27FC236}">
                <a16:creationId xmlns:a16="http://schemas.microsoft.com/office/drawing/2014/main" id="{D2DA37E6-256C-E209-2D5A-7AA1463214D5}"/>
              </a:ext>
            </a:extLst>
          </p:cNvPr>
          <p:cNvSpPr>
            <a:spLocks noGrp="1"/>
          </p:cNvSpPr>
          <p:nvPr>
            <p:ph type="body" sz="quarter" idx="25" hasCustomPrompt="1"/>
          </p:nvPr>
        </p:nvSpPr>
        <p:spPr>
          <a:xfrm>
            <a:off x="4654153" y="2407126"/>
            <a:ext cx="1238250" cy="291664"/>
          </a:xfrm>
        </p:spPr>
        <p:txBody>
          <a:bodyPr anchor="b"/>
          <a:lstStyle>
            <a:lvl1pPr marL="0" indent="0">
              <a:lnSpc>
                <a:spcPct val="90000"/>
              </a:lnSpc>
              <a:buNone/>
              <a:defRPr sz="900" b="1"/>
            </a:lvl1pPr>
            <a:lvl2pPr>
              <a:defRPr sz="900"/>
            </a:lvl2pPr>
            <a:lvl3pPr>
              <a:defRPr sz="900"/>
            </a:lvl3pPr>
            <a:lvl4pPr>
              <a:defRPr sz="900"/>
            </a:lvl4pPr>
            <a:lvl5pPr>
              <a:defRPr sz="900"/>
            </a:lvl5pPr>
          </a:lstStyle>
          <a:p>
            <a:pPr lvl="0"/>
            <a:r>
              <a:rPr lang="en-US" err="1"/>
              <a:t>Firstname</a:t>
            </a:r>
            <a:r>
              <a:rPr lang="en-US"/>
              <a:t> </a:t>
            </a:r>
            <a:r>
              <a:rPr lang="en-US" err="1"/>
              <a:t>Lastname</a:t>
            </a:r>
            <a:r>
              <a:rPr lang="en-US"/>
              <a:t> (pronouns)</a:t>
            </a:r>
          </a:p>
        </p:txBody>
      </p:sp>
      <p:sp>
        <p:nvSpPr>
          <p:cNvPr id="36" name="Text Placeholder 29">
            <a:extLst>
              <a:ext uri="{FF2B5EF4-FFF2-40B4-BE49-F238E27FC236}">
                <a16:creationId xmlns:a16="http://schemas.microsoft.com/office/drawing/2014/main" id="{B01156E7-E12F-C745-4F58-ACE51E79F219}"/>
              </a:ext>
            </a:extLst>
          </p:cNvPr>
          <p:cNvSpPr>
            <a:spLocks noGrp="1"/>
          </p:cNvSpPr>
          <p:nvPr>
            <p:ph type="body" sz="quarter" idx="26" hasCustomPrompt="1"/>
          </p:nvPr>
        </p:nvSpPr>
        <p:spPr>
          <a:xfrm>
            <a:off x="4654153" y="2739398"/>
            <a:ext cx="1238250" cy="190500"/>
          </a:xfrm>
        </p:spPr>
        <p:txBody>
          <a:bodyPr anchor="t"/>
          <a:lstStyle>
            <a:lvl1pPr marL="0" indent="0">
              <a:lnSpc>
                <a:spcPct val="90000"/>
              </a:lnSpc>
              <a:buNone/>
              <a:defRPr sz="900" b="0"/>
            </a:lvl1pPr>
            <a:lvl2pPr>
              <a:defRPr sz="900"/>
            </a:lvl2pPr>
            <a:lvl3pPr>
              <a:defRPr sz="900"/>
            </a:lvl3pPr>
            <a:lvl4pPr>
              <a:defRPr sz="900"/>
            </a:lvl4pPr>
            <a:lvl5pPr>
              <a:defRPr sz="900"/>
            </a:lvl5pPr>
          </a:lstStyle>
          <a:p>
            <a:pPr lvl="0"/>
            <a:r>
              <a:rPr lang="en-US"/>
              <a:t>Position / title</a:t>
            </a:r>
          </a:p>
        </p:txBody>
      </p:sp>
      <p:sp>
        <p:nvSpPr>
          <p:cNvPr id="37" name="Text Placeholder 29">
            <a:extLst>
              <a:ext uri="{FF2B5EF4-FFF2-40B4-BE49-F238E27FC236}">
                <a16:creationId xmlns:a16="http://schemas.microsoft.com/office/drawing/2014/main" id="{1903F326-5D5C-7561-2ED1-4FCC6C836F5E}"/>
              </a:ext>
            </a:extLst>
          </p:cNvPr>
          <p:cNvSpPr>
            <a:spLocks noGrp="1"/>
          </p:cNvSpPr>
          <p:nvPr>
            <p:ph type="body" sz="quarter" idx="27" hasCustomPrompt="1"/>
          </p:nvPr>
        </p:nvSpPr>
        <p:spPr>
          <a:xfrm>
            <a:off x="6772275" y="2407126"/>
            <a:ext cx="1238250" cy="291664"/>
          </a:xfrm>
        </p:spPr>
        <p:txBody>
          <a:bodyPr anchor="b"/>
          <a:lstStyle>
            <a:lvl1pPr marL="0" indent="0">
              <a:lnSpc>
                <a:spcPct val="90000"/>
              </a:lnSpc>
              <a:buNone/>
              <a:defRPr sz="900" b="1"/>
            </a:lvl1pPr>
            <a:lvl2pPr>
              <a:defRPr sz="900"/>
            </a:lvl2pPr>
            <a:lvl3pPr>
              <a:defRPr sz="900"/>
            </a:lvl3pPr>
            <a:lvl4pPr>
              <a:defRPr sz="900"/>
            </a:lvl4pPr>
            <a:lvl5pPr>
              <a:defRPr sz="900"/>
            </a:lvl5pPr>
          </a:lstStyle>
          <a:p>
            <a:pPr lvl="0"/>
            <a:r>
              <a:rPr lang="en-US" err="1"/>
              <a:t>Firstname</a:t>
            </a:r>
            <a:r>
              <a:rPr lang="en-US"/>
              <a:t> </a:t>
            </a:r>
            <a:r>
              <a:rPr lang="en-US" err="1"/>
              <a:t>Lastname</a:t>
            </a:r>
            <a:r>
              <a:rPr lang="en-US"/>
              <a:t> (pronouns)</a:t>
            </a:r>
          </a:p>
        </p:txBody>
      </p:sp>
      <p:sp>
        <p:nvSpPr>
          <p:cNvPr id="38" name="Text Placeholder 29">
            <a:extLst>
              <a:ext uri="{FF2B5EF4-FFF2-40B4-BE49-F238E27FC236}">
                <a16:creationId xmlns:a16="http://schemas.microsoft.com/office/drawing/2014/main" id="{77BEE49F-9F5E-B189-1168-EB25FD4B59C9}"/>
              </a:ext>
            </a:extLst>
          </p:cNvPr>
          <p:cNvSpPr>
            <a:spLocks noGrp="1"/>
          </p:cNvSpPr>
          <p:nvPr>
            <p:ph type="body" sz="quarter" idx="28" hasCustomPrompt="1"/>
          </p:nvPr>
        </p:nvSpPr>
        <p:spPr>
          <a:xfrm>
            <a:off x="6772275" y="2739398"/>
            <a:ext cx="1238250" cy="190500"/>
          </a:xfrm>
        </p:spPr>
        <p:txBody>
          <a:bodyPr anchor="t"/>
          <a:lstStyle>
            <a:lvl1pPr marL="0" indent="0">
              <a:lnSpc>
                <a:spcPct val="90000"/>
              </a:lnSpc>
              <a:buNone/>
              <a:defRPr sz="900" b="0"/>
            </a:lvl1pPr>
            <a:lvl2pPr>
              <a:defRPr sz="900"/>
            </a:lvl2pPr>
            <a:lvl3pPr>
              <a:defRPr sz="900"/>
            </a:lvl3pPr>
            <a:lvl4pPr>
              <a:defRPr sz="900"/>
            </a:lvl4pPr>
            <a:lvl5pPr>
              <a:defRPr sz="900"/>
            </a:lvl5pPr>
          </a:lstStyle>
          <a:p>
            <a:pPr lvl="0"/>
            <a:r>
              <a:rPr lang="en-US"/>
              <a:t>Position / title</a:t>
            </a:r>
          </a:p>
        </p:txBody>
      </p:sp>
      <p:sp>
        <p:nvSpPr>
          <p:cNvPr id="39" name="Text Placeholder 29">
            <a:extLst>
              <a:ext uri="{FF2B5EF4-FFF2-40B4-BE49-F238E27FC236}">
                <a16:creationId xmlns:a16="http://schemas.microsoft.com/office/drawing/2014/main" id="{9AFF5847-59CC-9117-F220-ABEB80472A15}"/>
              </a:ext>
            </a:extLst>
          </p:cNvPr>
          <p:cNvSpPr>
            <a:spLocks noGrp="1"/>
          </p:cNvSpPr>
          <p:nvPr>
            <p:ph type="body" sz="quarter" idx="29" hasCustomPrompt="1"/>
          </p:nvPr>
        </p:nvSpPr>
        <p:spPr>
          <a:xfrm>
            <a:off x="428625" y="4185105"/>
            <a:ext cx="1238250" cy="291664"/>
          </a:xfrm>
        </p:spPr>
        <p:txBody>
          <a:bodyPr anchor="b"/>
          <a:lstStyle>
            <a:lvl1pPr marL="0" indent="0">
              <a:lnSpc>
                <a:spcPct val="90000"/>
              </a:lnSpc>
              <a:buNone/>
              <a:defRPr sz="900" b="1"/>
            </a:lvl1pPr>
            <a:lvl2pPr>
              <a:defRPr sz="900"/>
            </a:lvl2pPr>
            <a:lvl3pPr>
              <a:defRPr sz="900"/>
            </a:lvl3pPr>
            <a:lvl4pPr>
              <a:defRPr sz="900"/>
            </a:lvl4pPr>
            <a:lvl5pPr>
              <a:defRPr sz="900"/>
            </a:lvl5pPr>
          </a:lstStyle>
          <a:p>
            <a:pPr lvl="0"/>
            <a:r>
              <a:rPr lang="en-US" err="1"/>
              <a:t>Firstname</a:t>
            </a:r>
            <a:r>
              <a:rPr lang="en-US"/>
              <a:t> </a:t>
            </a:r>
            <a:r>
              <a:rPr lang="en-US" err="1"/>
              <a:t>Lastname</a:t>
            </a:r>
            <a:r>
              <a:rPr lang="en-US"/>
              <a:t> (pronouns)</a:t>
            </a:r>
          </a:p>
        </p:txBody>
      </p:sp>
      <p:sp>
        <p:nvSpPr>
          <p:cNvPr id="40" name="Text Placeholder 29">
            <a:extLst>
              <a:ext uri="{FF2B5EF4-FFF2-40B4-BE49-F238E27FC236}">
                <a16:creationId xmlns:a16="http://schemas.microsoft.com/office/drawing/2014/main" id="{C9A6D246-836A-8EB5-DCCA-AB185DD887CA}"/>
              </a:ext>
            </a:extLst>
          </p:cNvPr>
          <p:cNvSpPr>
            <a:spLocks noGrp="1"/>
          </p:cNvSpPr>
          <p:nvPr>
            <p:ph type="body" sz="quarter" idx="30" hasCustomPrompt="1"/>
          </p:nvPr>
        </p:nvSpPr>
        <p:spPr>
          <a:xfrm>
            <a:off x="428625" y="4517376"/>
            <a:ext cx="1238250" cy="190500"/>
          </a:xfrm>
        </p:spPr>
        <p:txBody>
          <a:bodyPr anchor="t"/>
          <a:lstStyle>
            <a:lvl1pPr marL="0" indent="0">
              <a:lnSpc>
                <a:spcPct val="90000"/>
              </a:lnSpc>
              <a:buNone/>
              <a:defRPr sz="900" b="0"/>
            </a:lvl1pPr>
            <a:lvl2pPr>
              <a:defRPr sz="900"/>
            </a:lvl2pPr>
            <a:lvl3pPr>
              <a:defRPr sz="900"/>
            </a:lvl3pPr>
            <a:lvl4pPr>
              <a:defRPr sz="900"/>
            </a:lvl4pPr>
            <a:lvl5pPr>
              <a:defRPr sz="900"/>
            </a:lvl5pPr>
          </a:lstStyle>
          <a:p>
            <a:pPr lvl="0"/>
            <a:r>
              <a:rPr lang="en-US"/>
              <a:t>Position / title</a:t>
            </a:r>
          </a:p>
        </p:txBody>
      </p:sp>
      <p:sp>
        <p:nvSpPr>
          <p:cNvPr id="41" name="Text Placeholder 29">
            <a:extLst>
              <a:ext uri="{FF2B5EF4-FFF2-40B4-BE49-F238E27FC236}">
                <a16:creationId xmlns:a16="http://schemas.microsoft.com/office/drawing/2014/main" id="{E4C3CF32-A213-FB27-CF24-B1733FD0163D}"/>
              </a:ext>
            </a:extLst>
          </p:cNvPr>
          <p:cNvSpPr>
            <a:spLocks noGrp="1"/>
          </p:cNvSpPr>
          <p:nvPr>
            <p:ph type="body" sz="quarter" idx="31" hasCustomPrompt="1"/>
          </p:nvPr>
        </p:nvSpPr>
        <p:spPr>
          <a:xfrm>
            <a:off x="2542739" y="4185105"/>
            <a:ext cx="1238250" cy="291664"/>
          </a:xfrm>
        </p:spPr>
        <p:txBody>
          <a:bodyPr anchor="b"/>
          <a:lstStyle>
            <a:lvl1pPr marL="0" indent="0">
              <a:lnSpc>
                <a:spcPct val="90000"/>
              </a:lnSpc>
              <a:buNone/>
              <a:defRPr sz="900" b="1"/>
            </a:lvl1pPr>
            <a:lvl2pPr>
              <a:defRPr sz="900"/>
            </a:lvl2pPr>
            <a:lvl3pPr>
              <a:defRPr sz="900"/>
            </a:lvl3pPr>
            <a:lvl4pPr>
              <a:defRPr sz="900"/>
            </a:lvl4pPr>
            <a:lvl5pPr>
              <a:defRPr sz="900"/>
            </a:lvl5pPr>
          </a:lstStyle>
          <a:p>
            <a:pPr lvl="0"/>
            <a:r>
              <a:rPr lang="en-US" err="1"/>
              <a:t>Firstname</a:t>
            </a:r>
            <a:r>
              <a:rPr lang="en-US"/>
              <a:t> </a:t>
            </a:r>
            <a:r>
              <a:rPr lang="en-US" err="1"/>
              <a:t>Lastname</a:t>
            </a:r>
            <a:r>
              <a:rPr lang="en-US"/>
              <a:t> (pronouns)</a:t>
            </a:r>
          </a:p>
        </p:txBody>
      </p:sp>
      <p:sp>
        <p:nvSpPr>
          <p:cNvPr id="42" name="Text Placeholder 29">
            <a:extLst>
              <a:ext uri="{FF2B5EF4-FFF2-40B4-BE49-F238E27FC236}">
                <a16:creationId xmlns:a16="http://schemas.microsoft.com/office/drawing/2014/main" id="{2DFBD71D-6C87-1331-C546-8BBA13EE5CD1}"/>
              </a:ext>
            </a:extLst>
          </p:cNvPr>
          <p:cNvSpPr>
            <a:spLocks noGrp="1"/>
          </p:cNvSpPr>
          <p:nvPr>
            <p:ph type="body" sz="quarter" idx="32" hasCustomPrompt="1"/>
          </p:nvPr>
        </p:nvSpPr>
        <p:spPr>
          <a:xfrm>
            <a:off x="2542739" y="4517376"/>
            <a:ext cx="1238250" cy="190500"/>
          </a:xfrm>
        </p:spPr>
        <p:txBody>
          <a:bodyPr anchor="t"/>
          <a:lstStyle>
            <a:lvl1pPr marL="0" indent="0">
              <a:lnSpc>
                <a:spcPct val="90000"/>
              </a:lnSpc>
              <a:buNone/>
              <a:defRPr sz="900" b="0"/>
            </a:lvl1pPr>
            <a:lvl2pPr>
              <a:defRPr sz="900"/>
            </a:lvl2pPr>
            <a:lvl3pPr>
              <a:defRPr sz="900"/>
            </a:lvl3pPr>
            <a:lvl4pPr>
              <a:defRPr sz="900"/>
            </a:lvl4pPr>
            <a:lvl5pPr>
              <a:defRPr sz="900"/>
            </a:lvl5pPr>
          </a:lstStyle>
          <a:p>
            <a:pPr lvl="0"/>
            <a:r>
              <a:rPr lang="en-US"/>
              <a:t>Position / title</a:t>
            </a:r>
          </a:p>
        </p:txBody>
      </p:sp>
      <p:sp>
        <p:nvSpPr>
          <p:cNvPr id="43" name="Text Placeholder 29">
            <a:extLst>
              <a:ext uri="{FF2B5EF4-FFF2-40B4-BE49-F238E27FC236}">
                <a16:creationId xmlns:a16="http://schemas.microsoft.com/office/drawing/2014/main" id="{90CE59B6-C93C-63CE-4ACB-DE48DD6C39DE}"/>
              </a:ext>
            </a:extLst>
          </p:cNvPr>
          <p:cNvSpPr>
            <a:spLocks noGrp="1"/>
          </p:cNvSpPr>
          <p:nvPr>
            <p:ph type="body" sz="quarter" idx="33" hasCustomPrompt="1"/>
          </p:nvPr>
        </p:nvSpPr>
        <p:spPr>
          <a:xfrm>
            <a:off x="4654153" y="4185105"/>
            <a:ext cx="1238250" cy="291664"/>
          </a:xfrm>
        </p:spPr>
        <p:txBody>
          <a:bodyPr anchor="b"/>
          <a:lstStyle>
            <a:lvl1pPr marL="0" indent="0">
              <a:lnSpc>
                <a:spcPct val="90000"/>
              </a:lnSpc>
              <a:buNone/>
              <a:defRPr sz="900" b="1"/>
            </a:lvl1pPr>
            <a:lvl2pPr>
              <a:defRPr sz="900"/>
            </a:lvl2pPr>
            <a:lvl3pPr>
              <a:defRPr sz="900"/>
            </a:lvl3pPr>
            <a:lvl4pPr>
              <a:defRPr sz="900"/>
            </a:lvl4pPr>
            <a:lvl5pPr>
              <a:defRPr sz="900"/>
            </a:lvl5pPr>
          </a:lstStyle>
          <a:p>
            <a:pPr lvl="0"/>
            <a:r>
              <a:rPr lang="en-US" err="1"/>
              <a:t>Firstname</a:t>
            </a:r>
            <a:r>
              <a:rPr lang="en-US"/>
              <a:t> </a:t>
            </a:r>
            <a:r>
              <a:rPr lang="en-US" err="1"/>
              <a:t>Lastname</a:t>
            </a:r>
            <a:r>
              <a:rPr lang="en-US"/>
              <a:t> (pronouns)</a:t>
            </a:r>
          </a:p>
        </p:txBody>
      </p:sp>
      <p:sp>
        <p:nvSpPr>
          <p:cNvPr id="44" name="Text Placeholder 29">
            <a:extLst>
              <a:ext uri="{FF2B5EF4-FFF2-40B4-BE49-F238E27FC236}">
                <a16:creationId xmlns:a16="http://schemas.microsoft.com/office/drawing/2014/main" id="{5846DF4B-CBE1-62A0-2F49-F0857ACBFADD}"/>
              </a:ext>
            </a:extLst>
          </p:cNvPr>
          <p:cNvSpPr>
            <a:spLocks noGrp="1"/>
          </p:cNvSpPr>
          <p:nvPr>
            <p:ph type="body" sz="quarter" idx="34" hasCustomPrompt="1"/>
          </p:nvPr>
        </p:nvSpPr>
        <p:spPr>
          <a:xfrm>
            <a:off x="4654153" y="4517376"/>
            <a:ext cx="1238250" cy="190500"/>
          </a:xfrm>
        </p:spPr>
        <p:txBody>
          <a:bodyPr anchor="t"/>
          <a:lstStyle>
            <a:lvl1pPr marL="0" indent="0">
              <a:lnSpc>
                <a:spcPct val="90000"/>
              </a:lnSpc>
              <a:buNone/>
              <a:defRPr sz="900" b="0"/>
            </a:lvl1pPr>
            <a:lvl2pPr>
              <a:defRPr sz="900"/>
            </a:lvl2pPr>
            <a:lvl3pPr>
              <a:defRPr sz="900"/>
            </a:lvl3pPr>
            <a:lvl4pPr>
              <a:defRPr sz="900"/>
            </a:lvl4pPr>
            <a:lvl5pPr>
              <a:defRPr sz="900"/>
            </a:lvl5pPr>
          </a:lstStyle>
          <a:p>
            <a:pPr lvl="0"/>
            <a:r>
              <a:rPr lang="en-US"/>
              <a:t>Position / title</a:t>
            </a:r>
          </a:p>
        </p:txBody>
      </p:sp>
      <p:sp>
        <p:nvSpPr>
          <p:cNvPr id="45" name="Text Placeholder 29">
            <a:extLst>
              <a:ext uri="{FF2B5EF4-FFF2-40B4-BE49-F238E27FC236}">
                <a16:creationId xmlns:a16="http://schemas.microsoft.com/office/drawing/2014/main" id="{BCF83C4F-2508-7C3E-9572-07DDACE7BCCB}"/>
              </a:ext>
            </a:extLst>
          </p:cNvPr>
          <p:cNvSpPr>
            <a:spLocks noGrp="1"/>
          </p:cNvSpPr>
          <p:nvPr>
            <p:ph type="body" sz="quarter" idx="35" hasCustomPrompt="1"/>
          </p:nvPr>
        </p:nvSpPr>
        <p:spPr>
          <a:xfrm>
            <a:off x="6772275" y="4185105"/>
            <a:ext cx="1238250" cy="291664"/>
          </a:xfrm>
        </p:spPr>
        <p:txBody>
          <a:bodyPr anchor="b"/>
          <a:lstStyle>
            <a:lvl1pPr marL="0" indent="0">
              <a:lnSpc>
                <a:spcPct val="90000"/>
              </a:lnSpc>
              <a:buNone/>
              <a:defRPr sz="900" b="1"/>
            </a:lvl1pPr>
            <a:lvl2pPr>
              <a:defRPr sz="900"/>
            </a:lvl2pPr>
            <a:lvl3pPr>
              <a:defRPr sz="900"/>
            </a:lvl3pPr>
            <a:lvl4pPr>
              <a:defRPr sz="900"/>
            </a:lvl4pPr>
            <a:lvl5pPr>
              <a:defRPr sz="900"/>
            </a:lvl5pPr>
          </a:lstStyle>
          <a:p>
            <a:pPr lvl="0"/>
            <a:r>
              <a:rPr lang="en-US" err="1"/>
              <a:t>Firstname</a:t>
            </a:r>
            <a:r>
              <a:rPr lang="en-US"/>
              <a:t> </a:t>
            </a:r>
            <a:r>
              <a:rPr lang="en-US" err="1"/>
              <a:t>Lastname</a:t>
            </a:r>
            <a:r>
              <a:rPr lang="en-US"/>
              <a:t> (pronouns)</a:t>
            </a:r>
          </a:p>
        </p:txBody>
      </p:sp>
      <p:sp>
        <p:nvSpPr>
          <p:cNvPr id="46" name="Text Placeholder 29">
            <a:extLst>
              <a:ext uri="{FF2B5EF4-FFF2-40B4-BE49-F238E27FC236}">
                <a16:creationId xmlns:a16="http://schemas.microsoft.com/office/drawing/2014/main" id="{DABC7021-E87B-0B73-07B1-666928B4B917}"/>
              </a:ext>
            </a:extLst>
          </p:cNvPr>
          <p:cNvSpPr>
            <a:spLocks noGrp="1"/>
          </p:cNvSpPr>
          <p:nvPr>
            <p:ph type="body" sz="quarter" idx="36" hasCustomPrompt="1"/>
          </p:nvPr>
        </p:nvSpPr>
        <p:spPr>
          <a:xfrm>
            <a:off x="6772275" y="4517376"/>
            <a:ext cx="1238250" cy="190500"/>
          </a:xfrm>
        </p:spPr>
        <p:txBody>
          <a:bodyPr anchor="t"/>
          <a:lstStyle>
            <a:lvl1pPr marL="0" indent="0">
              <a:lnSpc>
                <a:spcPct val="90000"/>
              </a:lnSpc>
              <a:buNone/>
              <a:defRPr sz="900" b="0"/>
            </a:lvl1pPr>
            <a:lvl2pPr>
              <a:defRPr sz="900"/>
            </a:lvl2pPr>
            <a:lvl3pPr>
              <a:defRPr sz="900"/>
            </a:lvl3pPr>
            <a:lvl4pPr>
              <a:defRPr sz="900"/>
            </a:lvl4pPr>
            <a:lvl5pPr>
              <a:defRPr sz="900"/>
            </a:lvl5pPr>
          </a:lstStyle>
          <a:p>
            <a:pPr lvl="0"/>
            <a:r>
              <a:rPr lang="en-US"/>
              <a:t>Position / title</a:t>
            </a:r>
          </a:p>
        </p:txBody>
      </p:sp>
      <p:sp>
        <p:nvSpPr>
          <p:cNvPr id="3" name="Footer Placeholder 2">
            <a:extLst>
              <a:ext uri="{FF2B5EF4-FFF2-40B4-BE49-F238E27FC236}">
                <a16:creationId xmlns:a16="http://schemas.microsoft.com/office/drawing/2014/main" id="{6D990987-52BA-F4D4-B640-3E5B5D59B75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1FDEABB8-6EF7-F904-C193-4D6DCE6364EC}"/>
              </a:ext>
              <a:ext uri="{C183D7F6-B498-43B3-948B-1728B52AA6E4}">
                <adec:decorative xmlns:adec="http://schemas.microsoft.com/office/drawing/2017/decorative" val="1"/>
              </a:ext>
            </a:extLst>
          </p:cNvPr>
          <p:cNvSpPr>
            <a:spLocks noGrp="1"/>
          </p:cNvSpPr>
          <p:nvPr>
            <p:ph type="dt" sz="half" idx="11"/>
          </p:nvPr>
        </p:nvSpPr>
        <p:spPr/>
        <p:txBody>
          <a:bodyPr/>
          <a:lstStyle/>
          <a:p>
            <a:fld id="{2B028AD8-4CF2-4196-8A65-CA9402213F34}" type="datetimeyyyy">
              <a:rPr lang="en-US" smtClean="0"/>
              <a:t>2026</a:t>
            </a:fld>
            <a:endParaRPr lang="en-US"/>
          </a:p>
        </p:txBody>
      </p:sp>
      <p:sp>
        <p:nvSpPr>
          <p:cNvPr id="5" name="Slide Number Placeholder 4">
            <a:extLst>
              <a:ext uri="{FF2B5EF4-FFF2-40B4-BE49-F238E27FC236}">
                <a16:creationId xmlns:a16="http://schemas.microsoft.com/office/drawing/2014/main" id="{B3B239D8-3317-3B15-3BAE-2ADF547150D2}"/>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6" name="Title 5">
            <a:extLst>
              <a:ext uri="{FF2B5EF4-FFF2-40B4-BE49-F238E27FC236}">
                <a16:creationId xmlns:a16="http://schemas.microsoft.com/office/drawing/2014/main" id="{E31267F3-E735-3F79-7AC7-C9575738CD9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717725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am - 4 person">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5CE9FF50-70E0-2CCE-6E77-0022E17F7C1A}"/>
              </a:ext>
              <a:ext uri="{C183D7F6-B498-43B3-948B-1728B52AA6E4}">
                <adec:decorative xmlns:adec="http://schemas.microsoft.com/office/drawing/2017/decorative" val="1"/>
              </a:ext>
            </a:extLst>
          </p:cNvPr>
          <p:cNvSpPr>
            <a:spLocks noGrp="1"/>
          </p:cNvSpPr>
          <p:nvPr>
            <p:ph type="pic" sz="quarter" idx="13"/>
          </p:nvPr>
        </p:nvSpPr>
        <p:spPr>
          <a:xfrm>
            <a:off x="428625" y="1321449"/>
            <a:ext cx="1238250" cy="1029754"/>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050"/>
            </a:lvl1pPr>
          </a:lstStyle>
          <a:p>
            <a:r>
              <a:rPr lang="en-US"/>
              <a:t>Click icon to add picture</a:t>
            </a:r>
          </a:p>
        </p:txBody>
      </p:sp>
      <p:sp>
        <p:nvSpPr>
          <p:cNvPr id="20" name="Picture Placeholder 19">
            <a:extLst>
              <a:ext uri="{FF2B5EF4-FFF2-40B4-BE49-F238E27FC236}">
                <a16:creationId xmlns:a16="http://schemas.microsoft.com/office/drawing/2014/main" id="{C240F27D-5779-1E27-590B-71936CBDB04E}"/>
              </a:ext>
              <a:ext uri="{C183D7F6-B498-43B3-948B-1728B52AA6E4}">
                <adec:decorative xmlns:adec="http://schemas.microsoft.com/office/drawing/2017/decorative" val="1"/>
              </a:ext>
            </a:extLst>
          </p:cNvPr>
          <p:cNvSpPr>
            <a:spLocks noGrp="1"/>
          </p:cNvSpPr>
          <p:nvPr>
            <p:ph type="pic" sz="quarter" idx="14"/>
          </p:nvPr>
        </p:nvSpPr>
        <p:spPr>
          <a:xfrm>
            <a:off x="2542739" y="1321449"/>
            <a:ext cx="1238250" cy="1029754"/>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050"/>
            </a:lvl1pPr>
          </a:lstStyle>
          <a:p>
            <a:r>
              <a:rPr lang="en-US"/>
              <a:t>Click icon to add picture</a:t>
            </a:r>
          </a:p>
        </p:txBody>
      </p:sp>
      <p:sp>
        <p:nvSpPr>
          <p:cNvPr id="21" name="Picture Placeholder 20">
            <a:extLst>
              <a:ext uri="{FF2B5EF4-FFF2-40B4-BE49-F238E27FC236}">
                <a16:creationId xmlns:a16="http://schemas.microsoft.com/office/drawing/2014/main" id="{D3A24291-D251-7565-BFF2-837FF47E8064}"/>
              </a:ext>
              <a:ext uri="{C183D7F6-B498-43B3-948B-1728B52AA6E4}">
                <adec:decorative xmlns:adec="http://schemas.microsoft.com/office/drawing/2017/decorative" val="1"/>
              </a:ext>
            </a:extLst>
          </p:cNvPr>
          <p:cNvSpPr>
            <a:spLocks noGrp="1"/>
          </p:cNvSpPr>
          <p:nvPr>
            <p:ph type="pic" sz="quarter" idx="15"/>
          </p:nvPr>
        </p:nvSpPr>
        <p:spPr>
          <a:xfrm>
            <a:off x="4656854" y="1321449"/>
            <a:ext cx="1238250" cy="1029754"/>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050"/>
            </a:lvl1pPr>
          </a:lstStyle>
          <a:p>
            <a:r>
              <a:rPr lang="en-US"/>
              <a:t>Click icon to add picture</a:t>
            </a:r>
          </a:p>
        </p:txBody>
      </p:sp>
      <p:sp>
        <p:nvSpPr>
          <p:cNvPr id="22" name="Picture Placeholder 21">
            <a:extLst>
              <a:ext uri="{FF2B5EF4-FFF2-40B4-BE49-F238E27FC236}">
                <a16:creationId xmlns:a16="http://schemas.microsoft.com/office/drawing/2014/main" id="{6703D4C6-AB94-F0A0-FC41-48D4BF1B0C7F}"/>
              </a:ext>
              <a:ext uri="{C183D7F6-B498-43B3-948B-1728B52AA6E4}">
                <adec:decorative xmlns:adec="http://schemas.microsoft.com/office/drawing/2017/decorative" val="1"/>
              </a:ext>
            </a:extLst>
          </p:cNvPr>
          <p:cNvSpPr>
            <a:spLocks noGrp="1"/>
          </p:cNvSpPr>
          <p:nvPr>
            <p:ph type="pic" sz="quarter" idx="16"/>
          </p:nvPr>
        </p:nvSpPr>
        <p:spPr>
          <a:xfrm>
            <a:off x="6770968" y="1321449"/>
            <a:ext cx="1238250" cy="1029754"/>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050"/>
            </a:lvl1pPr>
          </a:lstStyle>
          <a:p>
            <a:r>
              <a:rPr lang="en-US"/>
              <a:t>Click icon to add picture</a:t>
            </a:r>
          </a:p>
        </p:txBody>
      </p:sp>
      <p:sp>
        <p:nvSpPr>
          <p:cNvPr id="30" name="Text Placeholder 29">
            <a:extLst>
              <a:ext uri="{FF2B5EF4-FFF2-40B4-BE49-F238E27FC236}">
                <a16:creationId xmlns:a16="http://schemas.microsoft.com/office/drawing/2014/main" id="{322AA6C2-88FC-582A-DAEC-25C4BF445B60}"/>
              </a:ext>
            </a:extLst>
          </p:cNvPr>
          <p:cNvSpPr>
            <a:spLocks noGrp="1"/>
          </p:cNvSpPr>
          <p:nvPr>
            <p:ph type="body" sz="quarter" idx="21" hasCustomPrompt="1"/>
          </p:nvPr>
        </p:nvSpPr>
        <p:spPr>
          <a:xfrm>
            <a:off x="428625" y="2409395"/>
            <a:ext cx="1238250" cy="289188"/>
          </a:xfrm>
        </p:spPr>
        <p:txBody>
          <a:bodyPr anchor="b"/>
          <a:lstStyle>
            <a:lvl1pPr marL="0" indent="0">
              <a:lnSpc>
                <a:spcPct val="90000"/>
              </a:lnSpc>
              <a:buNone/>
              <a:defRPr sz="900" b="1"/>
            </a:lvl1pPr>
            <a:lvl2pPr>
              <a:defRPr sz="900"/>
            </a:lvl2pPr>
            <a:lvl3pPr>
              <a:defRPr sz="900"/>
            </a:lvl3pPr>
            <a:lvl4pPr>
              <a:defRPr sz="900"/>
            </a:lvl4pPr>
            <a:lvl5pPr>
              <a:defRPr sz="900"/>
            </a:lvl5pPr>
          </a:lstStyle>
          <a:p>
            <a:pPr lvl="0"/>
            <a:r>
              <a:rPr lang="en-US" err="1"/>
              <a:t>Firstname</a:t>
            </a:r>
            <a:r>
              <a:rPr lang="en-US"/>
              <a:t> </a:t>
            </a:r>
            <a:r>
              <a:rPr lang="en-US" err="1"/>
              <a:t>Lastname</a:t>
            </a:r>
            <a:r>
              <a:rPr lang="en-US"/>
              <a:t> (pronouns)</a:t>
            </a:r>
          </a:p>
        </p:txBody>
      </p:sp>
      <p:sp>
        <p:nvSpPr>
          <p:cNvPr id="32" name="Text Placeholder 29">
            <a:extLst>
              <a:ext uri="{FF2B5EF4-FFF2-40B4-BE49-F238E27FC236}">
                <a16:creationId xmlns:a16="http://schemas.microsoft.com/office/drawing/2014/main" id="{5C9E9D1E-4205-04E9-2768-C883ACF93E15}"/>
              </a:ext>
            </a:extLst>
          </p:cNvPr>
          <p:cNvSpPr>
            <a:spLocks noGrp="1"/>
          </p:cNvSpPr>
          <p:nvPr>
            <p:ph type="body" sz="quarter" idx="22" hasCustomPrompt="1"/>
          </p:nvPr>
        </p:nvSpPr>
        <p:spPr>
          <a:xfrm>
            <a:off x="428625" y="2739191"/>
            <a:ext cx="1238250" cy="190500"/>
          </a:xfrm>
        </p:spPr>
        <p:txBody>
          <a:bodyPr anchor="t"/>
          <a:lstStyle>
            <a:lvl1pPr marL="0" indent="0">
              <a:lnSpc>
                <a:spcPct val="90000"/>
              </a:lnSpc>
              <a:buNone/>
              <a:defRPr sz="900" b="0"/>
            </a:lvl1pPr>
            <a:lvl2pPr>
              <a:defRPr sz="900"/>
            </a:lvl2pPr>
            <a:lvl3pPr>
              <a:defRPr sz="900"/>
            </a:lvl3pPr>
            <a:lvl4pPr>
              <a:defRPr sz="900"/>
            </a:lvl4pPr>
            <a:lvl5pPr>
              <a:defRPr sz="900"/>
            </a:lvl5pPr>
          </a:lstStyle>
          <a:p>
            <a:pPr lvl="0"/>
            <a:r>
              <a:rPr lang="en-US"/>
              <a:t>Position / title</a:t>
            </a:r>
          </a:p>
        </p:txBody>
      </p:sp>
      <p:sp>
        <p:nvSpPr>
          <p:cNvPr id="52" name="Text Placeholder 29">
            <a:extLst>
              <a:ext uri="{FF2B5EF4-FFF2-40B4-BE49-F238E27FC236}">
                <a16:creationId xmlns:a16="http://schemas.microsoft.com/office/drawing/2014/main" id="{BCB86024-F111-557E-0E55-68FDF7795825}"/>
              </a:ext>
            </a:extLst>
          </p:cNvPr>
          <p:cNvSpPr>
            <a:spLocks noGrp="1"/>
          </p:cNvSpPr>
          <p:nvPr>
            <p:ph type="body" sz="quarter" idx="23" hasCustomPrompt="1"/>
          </p:nvPr>
        </p:nvSpPr>
        <p:spPr>
          <a:xfrm>
            <a:off x="428625" y="3086100"/>
            <a:ext cx="1238250" cy="1628775"/>
          </a:xfrm>
        </p:spPr>
        <p:txBody>
          <a:bodyPr anchor="t"/>
          <a:lstStyle>
            <a:lvl1pPr marL="0" indent="0">
              <a:lnSpc>
                <a:spcPct val="110000"/>
              </a:lnSpc>
              <a:buNone/>
              <a:defRPr sz="900" b="0"/>
            </a:lvl1pPr>
            <a:lvl2pPr>
              <a:defRPr sz="900"/>
            </a:lvl2pPr>
            <a:lvl3pPr>
              <a:defRPr sz="900"/>
            </a:lvl3pPr>
            <a:lvl4pPr>
              <a:defRPr sz="900"/>
            </a:lvl4pPr>
            <a:lvl5pPr>
              <a:defRPr sz="900"/>
            </a:lvl5pPr>
          </a:lstStyle>
          <a:p>
            <a:pPr lvl="0"/>
            <a:r>
              <a:rPr lang="en-US"/>
              <a:t>Description or bio text</a:t>
            </a:r>
          </a:p>
        </p:txBody>
      </p:sp>
      <p:sp>
        <p:nvSpPr>
          <p:cNvPr id="53" name="Text Placeholder 29">
            <a:extLst>
              <a:ext uri="{FF2B5EF4-FFF2-40B4-BE49-F238E27FC236}">
                <a16:creationId xmlns:a16="http://schemas.microsoft.com/office/drawing/2014/main" id="{B50DEAE6-2C58-BC47-506B-B8868DFDAE67}"/>
              </a:ext>
            </a:extLst>
          </p:cNvPr>
          <p:cNvSpPr>
            <a:spLocks noGrp="1"/>
          </p:cNvSpPr>
          <p:nvPr>
            <p:ph type="body" sz="quarter" idx="24" hasCustomPrompt="1"/>
          </p:nvPr>
        </p:nvSpPr>
        <p:spPr>
          <a:xfrm>
            <a:off x="2542739" y="2409395"/>
            <a:ext cx="1238250" cy="289188"/>
          </a:xfrm>
        </p:spPr>
        <p:txBody>
          <a:bodyPr anchor="b"/>
          <a:lstStyle>
            <a:lvl1pPr marL="0" indent="0">
              <a:lnSpc>
                <a:spcPct val="90000"/>
              </a:lnSpc>
              <a:buNone/>
              <a:defRPr sz="900" b="1"/>
            </a:lvl1pPr>
            <a:lvl2pPr>
              <a:defRPr sz="900"/>
            </a:lvl2pPr>
            <a:lvl3pPr>
              <a:defRPr sz="900"/>
            </a:lvl3pPr>
            <a:lvl4pPr>
              <a:defRPr sz="900"/>
            </a:lvl4pPr>
            <a:lvl5pPr>
              <a:defRPr sz="900"/>
            </a:lvl5pPr>
          </a:lstStyle>
          <a:p>
            <a:pPr lvl="0"/>
            <a:r>
              <a:rPr lang="en-US" err="1"/>
              <a:t>Firstname</a:t>
            </a:r>
            <a:r>
              <a:rPr lang="en-US"/>
              <a:t> </a:t>
            </a:r>
            <a:r>
              <a:rPr lang="en-US" err="1"/>
              <a:t>Lastname</a:t>
            </a:r>
            <a:r>
              <a:rPr lang="en-US"/>
              <a:t> (pronouns)</a:t>
            </a:r>
          </a:p>
        </p:txBody>
      </p:sp>
      <p:sp>
        <p:nvSpPr>
          <p:cNvPr id="54" name="Text Placeholder 29">
            <a:extLst>
              <a:ext uri="{FF2B5EF4-FFF2-40B4-BE49-F238E27FC236}">
                <a16:creationId xmlns:a16="http://schemas.microsoft.com/office/drawing/2014/main" id="{8F21AF40-C706-A292-8F00-E5F596203588}"/>
              </a:ext>
            </a:extLst>
          </p:cNvPr>
          <p:cNvSpPr>
            <a:spLocks noGrp="1"/>
          </p:cNvSpPr>
          <p:nvPr>
            <p:ph type="body" sz="quarter" idx="25" hasCustomPrompt="1"/>
          </p:nvPr>
        </p:nvSpPr>
        <p:spPr>
          <a:xfrm>
            <a:off x="2542739" y="2739191"/>
            <a:ext cx="1238250" cy="190500"/>
          </a:xfrm>
        </p:spPr>
        <p:txBody>
          <a:bodyPr anchor="t"/>
          <a:lstStyle>
            <a:lvl1pPr marL="0" indent="0">
              <a:lnSpc>
                <a:spcPct val="90000"/>
              </a:lnSpc>
              <a:buNone/>
              <a:defRPr sz="900" b="0"/>
            </a:lvl1pPr>
            <a:lvl2pPr>
              <a:defRPr sz="900"/>
            </a:lvl2pPr>
            <a:lvl3pPr>
              <a:defRPr sz="900"/>
            </a:lvl3pPr>
            <a:lvl4pPr>
              <a:defRPr sz="900"/>
            </a:lvl4pPr>
            <a:lvl5pPr>
              <a:defRPr sz="900"/>
            </a:lvl5pPr>
          </a:lstStyle>
          <a:p>
            <a:pPr lvl="0"/>
            <a:r>
              <a:rPr lang="en-US"/>
              <a:t>Position / title</a:t>
            </a:r>
          </a:p>
        </p:txBody>
      </p:sp>
      <p:sp>
        <p:nvSpPr>
          <p:cNvPr id="55" name="Text Placeholder 29">
            <a:extLst>
              <a:ext uri="{FF2B5EF4-FFF2-40B4-BE49-F238E27FC236}">
                <a16:creationId xmlns:a16="http://schemas.microsoft.com/office/drawing/2014/main" id="{C0AF9FB2-1C42-DCB1-8DF0-7DF2EF9E0C49}"/>
              </a:ext>
            </a:extLst>
          </p:cNvPr>
          <p:cNvSpPr>
            <a:spLocks noGrp="1"/>
          </p:cNvSpPr>
          <p:nvPr>
            <p:ph type="body" sz="quarter" idx="26" hasCustomPrompt="1"/>
          </p:nvPr>
        </p:nvSpPr>
        <p:spPr>
          <a:xfrm>
            <a:off x="2542739" y="3086100"/>
            <a:ext cx="1238250" cy="1628775"/>
          </a:xfrm>
        </p:spPr>
        <p:txBody>
          <a:bodyPr anchor="t"/>
          <a:lstStyle>
            <a:lvl1pPr marL="0" indent="0">
              <a:lnSpc>
                <a:spcPct val="110000"/>
              </a:lnSpc>
              <a:buNone/>
              <a:defRPr sz="900" b="0"/>
            </a:lvl1pPr>
            <a:lvl2pPr>
              <a:defRPr sz="900"/>
            </a:lvl2pPr>
            <a:lvl3pPr>
              <a:defRPr sz="900"/>
            </a:lvl3pPr>
            <a:lvl4pPr>
              <a:defRPr sz="900"/>
            </a:lvl4pPr>
            <a:lvl5pPr>
              <a:defRPr sz="900"/>
            </a:lvl5pPr>
          </a:lstStyle>
          <a:p>
            <a:pPr lvl="0"/>
            <a:r>
              <a:rPr lang="en-US"/>
              <a:t>Description or bio text</a:t>
            </a:r>
          </a:p>
        </p:txBody>
      </p:sp>
      <p:sp>
        <p:nvSpPr>
          <p:cNvPr id="56" name="Text Placeholder 29">
            <a:extLst>
              <a:ext uri="{FF2B5EF4-FFF2-40B4-BE49-F238E27FC236}">
                <a16:creationId xmlns:a16="http://schemas.microsoft.com/office/drawing/2014/main" id="{AEDEE7CB-9E7C-F5DB-6191-00C40ABA3DC2}"/>
              </a:ext>
            </a:extLst>
          </p:cNvPr>
          <p:cNvSpPr>
            <a:spLocks noGrp="1"/>
          </p:cNvSpPr>
          <p:nvPr>
            <p:ph type="body" sz="quarter" idx="27" hasCustomPrompt="1"/>
          </p:nvPr>
        </p:nvSpPr>
        <p:spPr>
          <a:xfrm>
            <a:off x="4654153" y="2409395"/>
            <a:ext cx="1238250" cy="289188"/>
          </a:xfrm>
        </p:spPr>
        <p:txBody>
          <a:bodyPr anchor="b"/>
          <a:lstStyle>
            <a:lvl1pPr marL="0" indent="0">
              <a:lnSpc>
                <a:spcPct val="90000"/>
              </a:lnSpc>
              <a:buNone/>
              <a:defRPr sz="900" b="1"/>
            </a:lvl1pPr>
            <a:lvl2pPr>
              <a:defRPr sz="900"/>
            </a:lvl2pPr>
            <a:lvl3pPr>
              <a:defRPr sz="900"/>
            </a:lvl3pPr>
            <a:lvl4pPr>
              <a:defRPr sz="900"/>
            </a:lvl4pPr>
            <a:lvl5pPr>
              <a:defRPr sz="900"/>
            </a:lvl5pPr>
          </a:lstStyle>
          <a:p>
            <a:pPr lvl="0"/>
            <a:r>
              <a:rPr lang="en-US" err="1"/>
              <a:t>Firstname</a:t>
            </a:r>
            <a:r>
              <a:rPr lang="en-US"/>
              <a:t> </a:t>
            </a:r>
            <a:r>
              <a:rPr lang="en-US" err="1"/>
              <a:t>Lastname</a:t>
            </a:r>
            <a:r>
              <a:rPr lang="en-US"/>
              <a:t> (pronouns)</a:t>
            </a:r>
          </a:p>
        </p:txBody>
      </p:sp>
      <p:sp>
        <p:nvSpPr>
          <p:cNvPr id="57" name="Text Placeholder 29">
            <a:extLst>
              <a:ext uri="{FF2B5EF4-FFF2-40B4-BE49-F238E27FC236}">
                <a16:creationId xmlns:a16="http://schemas.microsoft.com/office/drawing/2014/main" id="{ABC84951-C16D-031B-A452-860FEA5D4FB9}"/>
              </a:ext>
            </a:extLst>
          </p:cNvPr>
          <p:cNvSpPr>
            <a:spLocks noGrp="1"/>
          </p:cNvSpPr>
          <p:nvPr>
            <p:ph type="body" sz="quarter" idx="28" hasCustomPrompt="1"/>
          </p:nvPr>
        </p:nvSpPr>
        <p:spPr>
          <a:xfrm>
            <a:off x="4654153" y="2739191"/>
            <a:ext cx="1238250" cy="190500"/>
          </a:xfrm>
        </p:spPr>
        <p:txBody>
          <a:bodyPr anchor="t"/>
          <a:lstStyle>
            <a:lvl1pPr marL="0" indent="0">
              <a:lnSpc>
                <a:spcPct val="90000"/>
              </a:lnSpc>
              <a:buNone/>
              <a:defRPr sz="900" b="0"/>
            </a:lvl1pPr>
            <a:lvl2pPr>
              <a:defRPr sz="900"/>
            </a:lvl2pPr>
            <a:lvl3pPr>
              <a:defRPr sz="900"/>
            </a:lvl3pPr>
            <a:lvl4pPr>
              <a:defRPr sz="900"/>
            </a:lvl4pPr>
            <a:lvl5pPr>
              <a:defRPr sz="900"/>
            </a:lvl5pPr>
          </a:lstStyle>
          <a:p>
            <a:pPr lvl="0"/>
            <a:r>
              <a:rPr lang="en-US"/>
              <a:t>Position / title</a:t>
            </a:r>
          </a:p>
        </p:txBody>
      </p:sp>
      <p:sp>
        <p:nvSpPr>
          <p:cNvPr id="58" name="Text Placeholder 29">
            <a:extLst>
              <a:ext uri="{FF2B5EF4-FFF2-40B4-BE49-F238E27FC236}">
                <a16:creationId xmlns:a16="http://schemas.microsoft.com/office/drawing/2014/main" id="{5080CFCE-893F-75AB-B974-5963C9E30D60}"/>
              </a:ext>
            </a:extLst>
          </p:cNvPr>
          <p:cNvSpPr>
            <a:spLocks noGrp="1"/>
          </p:cNvSpPr>
          <p:nvPr>
            <p:ph type="body" sz="quarter" idx="29" hasCustomPrompt="1"/>
          </p:nvPr>
        </p:nvSpPr>
        <p:spPr>
          <a:xfrm>
            <a:off x="4654153" y="3086100"/>
            <a:ext cx="1238250" cy="1628775"/>
          </a:xfrm>
        </p:spPr>
        <p:txBody>
          <a:bodyPr anchor="t"/>
          <a:lstStyle>
            <a:lvl1pPr marL="0" indent="0">
              <a:lnSpc>
                <a:spcPct val="110000"/>
              </a:lnSpc>
              <a:buNone/>
              <a:defRPr sz="900" b="0"/>
            </a:lvl1pPr>
            <a:lvl2pPr>
              <a:defRPr sz="900"/>
            </a:lvl2pPr>
            <a:lvl3pPr>
              <a:defRPr sz="900"/>
            </a:lvl3pPr>
            <a:lvl4pPr>
              <a:defRPr sz="900"/>
            </a:lvl4pPr>
            <a:lvl5pPr>
              <a:defRPr sz="900"/>
            </a:lvl5pPr>
          </a:lstStyle>
          <a:p>
            <a:pPr lvl="0"/>
            <a:r>
              <a:rPr lang="en-US"/>
              <a:t>Description or bio text</a:t>
            </a:r>
          </a:p>
        </p:txBody>
      </p:sp>
      <p:sp>
        <p:nvSpPr>
          <p:cNvPr id="59" name="Text Placeholder 29">
            <a:extLst>
              <a:ext uri="{FF2B5EF4-FFF2-40B4-BE49-F238E27FC236}">
                <a16:creationId xmlns:a16="http://schemas.microsoft.com/office/drawing/2014/main" id="{753E1418-8E20-FE77-9F69-3D8A7C329799}"/>
              </a:ext>
            </a:extLst>
          </p:cNvPr>
          <p:cNvSpPr>
            <a:spLocks noGrp="1"/>
          </p:cNvSpPr>
          <p:nvPr>
            <p:ph type="body" sz="quarter" idx="30" hasCustomPrompt="1"/>
          </p:nvPr>
        </p:nvSpPr>
        <p:spPr>
          <a:xfrm>
            <a:off x="6770968" y="2409395"/>
            <a:ext cx="1238250" cy="289188"/>
          </a:xfrm>
        </p:spPr>
        <p:txBody>
          <a:bodyPr anchor="b"/>
          <a:lstStyle>
            <a:lvl1pPr marL="0" indent="0">
              <a:lnSpc>
                <a:spcPct val="90000"/>
              </a:lnSpc>
              <a:buNone/>
              <a:defRPr sz="900" b="1"/>
            </a:lvl1pPr>
            <a:lvl2pPr>
              <a:defRPr sz="900"/>
            </a:lvl2pPr>
            <a:lvl3pPr>
              <a:defRPr sz="900"/>
            </a:lvl3pPr>
            <a:lvl4pPr>
              <a:defRPr sz="900"/>
            </a:lvl4pPr>
            <a:lvl5pPr>
              <a:defRPr sz="900"/>
            </a:lvl5pPr>
          </a:lstStyle>
          <a:p>
            <a:pPr lvl="0"/>
            <a:r>
              <a:rPr lang="en-US" err="1"/>
              <a:t>Firstname</a:t>
            </a:r>
            <a:r>
              <a:rPr lang="en-US"/>
              <a:t> </a:t>
            </a:r>
            <a:r>
              <a:rPr lang="en-US" err="1"/>
              <a:t>Lastname</a:t>
            </a:r>
            <a:r>
              <a:rPr lang="en-US"/>
              <a:t> (pronouns)</a:t>
            </a:r>
          </a:p>
        </p:txBody>
      </p:sp>
      <p:sp>
        <p:nvSpPr>
          <p:cNvPr id="60" name="Text Placeholder 29">
            <a:extLst>
              <a:ext uri="{FF2B5EF4-FFF2-40B4-BE49-F238E27FC236}">
                <a16:creationId xmlns:a16="http://schemas.microsoft.com/office/drawing/2014/main" id="{D590C100-6B2C-FC2E-D160-987DC43723DB}"/>
              </a:ext>
            </a:extLst>
          </p:cNvPr>
          <p:cNvSpPr>
            <a:spLocks noGrp="1"/>
          </p:cNvSpPr>
          <p:nvPr>
            <p:ph type="body" sz="quarter" idx="31" hasCustomPrompt="1"/>
          </p:nvPr>
        </p:nvSpPr>
        <p:spPr>
          <a:xfrm>
            <a:off x="6770968" y="2739191"/>
            <a:ext cx="1238250" cy="190500"/>
          </a:xfrm>
        </p:spPr>
        <p:txBody>
          <a:bodyPr anchor="t"/>
          <a:lstStyle>
            <a:lvl1pPr marL="0" indent="0">
              <a:lnSpc>
                <a:spcPct val="90000"/>
              </a:lnSpc>
              <a:buNone/>
              <a:defRPr sz="900" b="0"/>
            </a:lvl1pPr>
            <a:lvl2pPr>
              <a:defRPr sz="900"/>
            </a:lvl2pPr>
            <a:lvl3pPr>
              <a:defRPr sz="900"/>
            </a:lvl3pPr>
            <a:lvl4pPr>
              <a:defRPr sz="900"/>
            </a:lvl4pPr>
            <a:lvl5pPr>
              <a:defRPr sz="900"/>
            </a:lvl5pPr>
          </a:lstStyle>
          <a:p>
            <a:pPr lvl="0"/>
            <a:r>
              <a:rPr lang="en-US"/>
              <a:t>Position / title</a:t>
            </a:r>
          </a:p>
        </p:txBody>
      </p:sp>
      <p:sp>
        <p:nvSpPr>
          <p:cNvPr id="61" name="Text Placeholder 29">
            <a:extLst>
              <a:ext uri="{FF2B5EF4-FFF2-40B4-BE49-F238E27FC236}">
                <a16:creationId xmlns:a16="http://schemas.microsoft.com/office/drawing/2014/main" id="{4595D31D-B356-2316-C6C1-64C52CAF31BE}"/>
              </a:ext>
            </a:extLst>
          </p:cNvPr>
          <p:cNvSpPr>
            <a:spLocks noGrp="1"/>
          </p:cNvSpPr>
          <p:nvPr>
            <p:ph type="body" sz="quarter" idx="32" hasCustomPrompt="1"/>
          </p:nvPr>
        </p:nvSpPr>
        <p:spPr>
          <a:xfrm>
            <a:off x="6770968" y="3086100"/>
            <a:ext cx="1238250" cy="1628775"/>
          </a:xfrm>
        </p:spPr>
        <p:txBody>
          <a:bodyPr anchor="t"/>
          <a:lstStyle>
            <a:lvl1pPr marL="0" indent="0">
              <a:lnSpc>
                <a:spcPct val="110000"/>
              </a:lnSpc>
              <a:buNone/>
              <a:defRPr sz="900" b="0"/>
            </a:lvl1pPr>
            <a:lvl2pPr>
              <a:defRPr sz="900"/>
            </a:lvl2pPr>
            <a:lvl3pPr>
              <a:defRPr sz="900"/>
            </a:lvl3pPr>
            <a:lvl4pPr>
              <a:defRPr sz="900"/>
            </a:lvl4pPr>
            <a:lvl5pPr>
              <a:defRPr sz="900"/>
            </a:lvl5pPr>
          </a:lstStyle>
          <a:p>
            <a:pPr lvl="0"/>
            <a:r>
              <a:rPr lang="en-US"/>
              <a:t>Description or bio text</a:t>
            </a:r>
          </a:p>
        </p:txBody>
      </p:sp>
      <p:sp>
        <p:nvSpPr>
          <p:cNvPr id="3" name="Footer Placeholder 2">
            <a:extLst>
              <a:ext uri="{FF2B5EF4-FFF2-40B4-BE49-F238E27FC236}">
                <a16:creationId xmlns:a16="http://schemas.microsoft.com/office/drawing/2014/main" id="{6D990987-52BA-F4D4-B640-3E5B5D59B75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1FDEABB8-6EF7-F904-C193-4D6DCE6364EC}"/>
              </a:ext>
              <a:ext uri="{C183D7F6-B498-43B3-948B-1728B52AA6E4}">
                <adec:decorative xmlns:adec="http://schemas.microsoft.com/office/drawing/2017/decorative" val="1"/>
              </a:ext>
            </a:extLst>
          </p:cNvPr>
          <p:cNvSpPr>
            <a:spLocks noGrp="1"/>
          </p:cNvSpPr>
          <p:nvPr>
            <p:ph type="dt" sz="half" idx="11"/>
          </p:nvPr>
        </p:nvSpPr>
        <p:spPr/>
        <p:txBody>
          <a:bodyPr/>
          <a:lstStyle/>
          <a:p>
            <a:fld id="{0B443848-4945-4173-A7DE-F060D70BDD13}" type="datetimeyyyy">
              <a:rPr lang="en-US" smtClean="0"/>
              <a:t>2026</a:t>
            </a:fld>
            <a:endParaRPr lang="en-US"/>
          </a:p>
        </p:txBody>
      </p:sp>
      <p:sp>
        <p:nvSpPr>
          <p:cNvPr id="5" name="Slide Number Placeholder 4">
            <a:extLst>
              <a:ext uri="{FF2B5EF4-FFF2-40B4-BE49-F238E27FC236}">
                <a16:creationId xmlns:a16="http://schemas.microsoft.com/office/drawing/2014/main" id="{B3B239D8-3317-3B15-3BAE-2ADF547150D2}"/>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6" name="Title 5">
            <a:extLst>
              <a:ext uri="{FF2B5EF4-FFF2-40B4-BE49-F238E27FC236}">
                <a16:creationId xmlns:a16="http://schemas.microsoft.com/office/drawing/2014/main" id="{80D9BCA4-CA11-332E-A634-2B2C259973E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735609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am - 4 person w/ shape">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C41625B9-4393-E3F8-60AD-189265D68CBE}"/>
              </a:ext>
              <a:ext uri="{C183D7F6-B498-43B3-948B-1728B52AA6E4}">
                <adec:decorative xmlns:adec="http://schemas.microsoft.com/office/drawing/2017/decorative" val="1"/>
              </a:ext>
            </a:extLst>
          </p:cNvPr>
          <p:cNvGrpSpPr/>
          <p:nvPr userDrawn="1"/>
        </p:nvGrpSpPr>
        <p:grpSpPr>
          <a:xfrm>
            <a:off x="9332989" y="0"/>
            <a:ext cx="2308073" cy="5143497"/>
            <a:chOff x="12443985" y="0"/>
            <a:chExt cx="3077430" cy="6857996"/>
          </a:xfrm>
        </p:grpSpPr>
        <p:sp>
          <p:nvSpPr>
            <p:cNvPr id="7" name="Rectangle 6">
              <a:extLst>
                <a:ext uri="{FF2B5EF4-FFF2-40B4-BE49-F238E27FC236}">
                  <a16:creationId xmlns:a16="http://schemas.microsoft.com/office/drawing/2014/main" id="{F0C06CE7-4ACB-7ACE-9E76-179C05E056BB}"/>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900"/>
                </a:spcBef>
              </a:pPr>
              <a:r>
                <a:rPr lang="en-US" sz="750" b="1" cap="all">
                  <a:solidFill>
                    <a:schemeClr val="bg1"/>
                  </a:solidFill>
                </a:rPr>
                <a:t>Shape Layout INSTRUCTIONS</a:t>
              </a:r>
            </a:p>
            <a:p>
              <a:pPr marL="130969" indent="-130969">
                <a:spcBef>
                  <a:spcPts val="900"/>
                </a:spcBef>
                <a:buFont typeface="Avenir Next LT Pro" panose="020B0504020202020204" pitchFamily="34" charset="0"/>
                <a:buChar char="•"/>
              </a:pPr>
              <a:r>
                <a:rPr lang="en-US" sz="750">
                  <a:solidFill>
                    <a:schemeClr val="bg1"/>
                  </a:solidFill>
                </a:rPr>
                <a:t>The colored shape on this layout is intended </a:t>
              </a:r>
              <a:br>
                <a:rPr lang="en-US" sz="750">
                  <a:solidFill>
                    <a:schemeClr val="bg1"/>
                  </a:solidFill>
                </a:rPr>
              </a:br>
              <a:r>
                <a:rPr lang="en-US" sz="750">
                  <a:solidFill>
                    <a:schemeClr val="bg1"/>
                  </a:solidFill>
                </a:rPr>
                <a:t>to add some fun and interest to the slide. </a:t>
              </a:r>
            </a:p>
            <a:p>
              <a:pPr marL="130969" indent="-130969">
                <a:spcBef>
                  <a:spcPts val="900"/>
                </a:spcBef>
                <a:buFont typeface="Avenir Next LT Pro" panose="020B0504020202020204" pitchFamily="34" charset="0"/>
                <a:buChar char="•"/>
              </a:pPr>
              <a:r>
                <a:rPr lang="en-US" sz="750">
                  <a:solidFill>
                    <a:schemeClr val="bg1"/>
                  </a:solidFill>
                </a:rPr>
                <a:t>The shape is optional. Remove it by selecting and hitting delete. </a:t>
              </a:r>
            </a:p>
            <a:p>
              <a:pPr marL="130969" indent="-130969">
                <a:spcBef>
                  <a:spcPts val="900"/>
                </a:spcBef>
                <a:buFont typeface="Avenir Next LT Pro" panose="020B0504020202020204" pitchFamily="34" charset="0"/>
                <a:buChar char="•"/>
              </a:pPr>
              <a:r>
                <a:rPr lang="en-US" sz="750">
                  <a:solidFill>
                    <a:schemeClr val="bg1"/>
                  </a:solidFill>
                </a:rPr>
                <a:t>Change the color by selecting it and </a:t>
              </a:r>
              <a:br>
                <a:rPr lang="en-US" sz="750">
                  <a:solidFill>
                    <a:schemeClr val="bg1"/>
                  </a:solidFill>
                </a:rPr>
              </a:br>
              <a:r>
                <a:rPr lang="en-US" sz="750">
                  <a:solidFill>
                    <a:schemeClr val="bg1"/>
                  </a:solidFill>
                </a:rPr>
                <a:t>choosing a new color from the theme row </a:t>
              </a:r>
              <a:br>
                <a:rPr lang="en-US" sz="750">
                  <a:solidFill>
                    <a:schemeClr val="bg1"/>
                  </a:solidFill>
                </a:rPr>
              </a:br>
              <a:r>
                <a:rPr lang="en-US" sz="750">
                  <a:solidFill>
                    <a:schemeClr val="bg1"/>
                  </a:solidFill>
                </a:rPr>
                <a:t>of the Fill Palette, Accents 1 – 6.</a:t>
              </a:r>
            </a:p>
            <a:p>
              <a:pPr marL="130969" indent="-130969">
                <a:spcBef>
                  <a:spcPts val="900"/>
                </a:spcBef>
                <a:buFont typeface="Avenir Next LT Pro" panose="020B0504020202020204" pitchFamily="34" charset="0"/>
                <a:buChar char="•"/>
              </a:pPr>
              <a:endParaRPr lang="en-US" sz="750">
                <a:solidFill>
                  <a:schemeClr val="bg1"/>
                </a:solidFill>
              </a:endParaRPr>
            </a:p>
            <a:p>
              <a:pPr marL="130969" indent="-130969">
                <a:spcBef>
                  <a:spcPts val="900"/>
                </a:spcBef>
                <a:buFont typeface="Avenir Next LT Pro" panose="020B0504020202020204" pitchFamily="34" charset="0"/>
                <a:buChar char="•"/>
              </a:pPr>
              <a:endParaRPr lang="en-US" sz="750">
                <a:solidFill>
                  <a:schemeClr val="bg1"/>
                </a:solidFill>
              </a:endParaRPr>
            </a:p>
            <a:p>
              <a:pPr marL="130969" indent="-130969">
                <a:spcBef>
                  <a:spcPts val="900"/>
                </a:spcBef>
                <a:buFont typeface="Avenir Next LT Pro" panose="020B0504020202020204" pitchFamily="34" charset="0"/>
                <a:buChar char="•"/>
              </a:pPr>
              <a:endParaRPr lang="en-US" sz="750">
                <a:solidFill>
                  <a:schemeClr val="bg1"/>
                </a:solidFill>
              </a:endParaRPr>
            </a:p>
            <a:p>
              <a:pPr>
                <a:spcBef>
                  <a:spcPts val="900"/>
                </a:spcBef>
              </a:pPr>
              <a:endParaRPr lang="en-US" sz="750">
                <a:solidFill>
                  <a:schemeClr val="bg1"/>
                </a:solidFill>
              </a:endParaRPr>
            </a:p>
            <a:p>
              <a:pPr marL="130969" indent="-130969">
                <a:spcBef>
                  <a:spcPts val="900"/>
                </a:spcBef>
                <a:buFont typeface="Avenir Next LT Pro" panose="020B0504020202020204" pitchFamily="34" charset="0"/>
                <a:buChar char="•"/>
              </a:pPr>
              <a:r>
                <a:rPr lang="en-US" sz="750">
                  <a:solidFill>
                    <a:schemeClr val="bg1"/>
                  </a:solidFill>
                </a:rPr>
                <a:t>The background shape should always sit behind the other elements on the slide. </a:t>
              </a:r>
              <a:br>
                <a:rPr lang="en-US" sz="750">
                  <a:solidFill>
                    <a:schemeClr val="bg1"/>
                  </a:solidFill>
                </a:rPr>
              </a:br>
              <a:r>
                <a:rPr lang="en-US" sz="750">
                  <a:solidFill>
                    <a:schemeClr val="bg1"/>
                  </a:solidFill>
                </a:rPr>
                <a:t>If an image placeholder exists on the same layout, once you add the image you may have to select it and use Arrange &gt; Send to Back.</a:t>
              </a:r>
            </a:p>
          </p:txBody>
        </p:sp>
        <p:grpSp>
          <p:nvGrpSpPr>
            <p:cNvPr id="8" name="Group 7">
              <a:extLst>
                <a:ext uri="{FF2B5EF4-FFF2-40B4-BE49-F238E27FC236}">
                  <a16:creationId xmlns:a16="http://schemas.microsoft.com/office/drawing/2014/main" id="{F2DE4F75-D911-6EE8-7F0A-8B8C20927A2D}"/>
                </a:ext>
              </a:extLst>
            </p:cNvPr>
            <p:cNvGrpSpPr/>
            <p:nvPr/>
          </p:nvGrpSpPr>
          <p:grpSpPr>
            <a:xfrm>
              <a:off x="13142686" y="1954129"/>
              <a:ext cx="1455058" cy="864391"/>
              <a:chOff x="12700000" y="2008563"/>
              <a:chExt cx="2565400" cy="1524000"/>
            </a:xfrm>
          </p:grpSpPr>
          <p:pic>
            <p:nvPicPr>
              <p:cNvPr id="9" name="Picture 8" descr="A picture containing table&#10;&#10;Description automatically generated">
                <a:extLst>
                  <a:ext uri="{FF2B5EF4-FFF2-40B4-BE49-F238E27FC236}">
                    <a16:creationId xmlns:a16="http://schemas.microsoft.com/office/drawing/2014/main" id="{43E7339E-DD20-5091-5CA0-6E76AD093B22}"/>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10" name="Rectangle 9">
                <a:extLst>
                  <a:ext uri="{FF2B5EF4-FFF2-40B4-BE49-F238E27FC236}">
                    <a16:creationId xmlns:a16="http://schemas.microsoft.com/office/drawing/2014/main" id="{55DF4968-614F-C275-0E82-43C2D34AD314}"/>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endParaRPr>
              </a:p>
            </p:txBody>
          </p:sp>
        </p:grpSp>
      </p:grpSp>
      <p:sp>
        <p:nvSpPr>
          <p:cNvPr id="23" name="Text Placeholder 22">
            <a:extLst>
              <a:ext uri="{FF2B5EF4-FFF2-40B4-BE49-F238E27FC236}">
                <a16:creationId xmlns:a16="http://schemas.microsoft.com/office/drawing/2014/main" id="{2D363E5E-49E6-EE0A-E24E-20695AC8D63D}"/>
              </a:ext>
              <a:ext uri="{C183D7F6-B498-43B3-948B-1728B52AA6E4}">
                <adec:decorative xmlns:adec="http://schemas.microsoft.com/office/drawing/2017/decorative" val="1"/>
              </a:ext>
            </a:extLst>
          </p:cNvPr>
          <p:cNvSpPr>
            <a:spLocks noGrp="1"/>
          </p:cNvSpPr>
          <p:nvPr>
            <p:ph type="body" sz="quarter" idx="38"/>
          </p:nvPr>
        </p:nvSpPr>
        <p:spPr>
          <a:xfrm>
            <a:off x="5635304" y="0"/>
            <a:ext cx="3253750" cy="5143500"/>
          </a:xfrm>
          <a:custGeom>
            <a:avLst/>
            <a:gdLst>
              <a:gd name="connsiteX0" fmla="*/ 868715 w 4338333"/>
              <a:gd name="connsiteY0" fmla="*/ 0 h 6858000"/>
              <a:gd name="connsiteX1" fmla="*/ 1558917 w 4338333"/>
              <a:gd name="connsiteY1" fmla="*/ 0 h 6858000"/>
              <a:gd name="connsiteX2" fmla="*/ 709870 w 4338333"/>
              <a:gd name="connsiteY2" fmla="*/ 1543003 h 6858000"/>
              <a:gd name="connsiteX3" fmla="*/ 1043440 w 4338333"/>
              <a:gd name="connsiteY3" fmla="*/ 2692852 h 6858000"/>
              <a:gd name="connsiteX4" fmla="*/ 3586424 w 4338333"/>
              <a:gd name="connsiteY4" fmla="*/ 4092206 h 6858000"/>
              <a:gd name="connsiteX5" fmla="*/ 3586439 w 4338333"/>
              <a:gd name="connsiteY5" fmla="*/ 4092121 h 6858000"/>
              <a:gd name="connsiteX6" fmla="*/ 4158277 w 4338333"/>
              <a:gd name="connsiteY6" fmla="*/ 6063302 h 6858000"/>
              <a:gd name="connsiteX7" fmla="*/ 3720979 w 4338333"/>
              <a:gd name="connsiteY7" fmla="*/ 6858000 h 6858000"/>
              <a:gd name="connsiteX8" fmla="*/ 3030809 w 4338333"/>
              <a:gd name="connsiteY8" fmla="*/ 6858000 h 6858000"/>
              <a:gd name="connsiteX9" fmla="*/ 3628486 w 4338333"/>
              <a:gd name="connsiteY9" fmla="*/ 5771869 h 6858000"/>
              <a:gd name="connsiteX10" fmla="*/ 3294915 w 4338333"/>
              <a:gd name="connsiteY10" fmla="*/ 4622019 h 6858000"/>
              <a:gd name="connsiteX11" fmla="*/ 751895 w 4338333"/>
              <a:gd name="connsiteY11" fmla="*/ 3222676 h 6858000"/>
              <a:gd name="connsiteX12" fmla="*/ 180057 w 4338333"/>
              <a:gd name="connsiteY12" fmla="*/ 12514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38333" h="6858000">
                <a:moveTo>
                  <a:pt x="868715" y="0"/>
                </a:moveTo>
                <a:lnTo>
                  <a:pt x="1558917" y="0"/>
                </a:lnTo>
                <a:lnTo>
                  <a:pt x="709870" y="1543003"/>
                </a:lnTo>
                <a:cubicBezTo>
                  <a:pt x="484459" y="1952642"/>
                  <a:pt x="633801" y="2467440"/>
                  <a:pt x="1043440" y="2692852"/>
                </a:cubicBezTo>
                <a:lnTo>
                  <a:pt x="3586424" y="4092206"/>
                </a:lnTo>
                <a:lnTo>
                  <a:pt x="3586439" y="4092121"/>
                </a:lnTo>
                <a:cubicBezTo>
                  <a:pt x="4288668" y="4478565"/>
                  <a:pt x="4544686" y="5361086"/>
                  <a:pt x="4158277" y="6063302"/>
                </a:cubicBezTo>
                <a:lnTo>
                  <a:pt x="3720979" y="6858000"/>
                </a:lnTo>
                <a:lnTo>
                  <a:pt x="3030809" y="6858000"/>
                </a:lnTo>
                <a:lnTo>
                  <a:pt x="3628486" y="5771869"/>
                </a:lnTo>
                <a:cubicBezTo>
                  <a:pt x="3853898" y="5362230"/>
                  <a:pt x="3704555" y="4847430"/>
                  <a:pt x="3294915" y="4622019"/>
                </a:cubicBezTo>
                <a:lnTo>
                  <a:pt x="751895" y="3222676"/>
                </a:lnTo>
                <a:cubicBezTo>
                  <a:pt x="49666" y="2836231"/>
                  <a:pt x="-206351" y="1953712"/>
                  <a:pt x="180057" y="1251495"/>
                </a:cubicBezTo>
                <a:close/>
              </a:path>
            </a:pathLst>
          </a:custGeom>
          <a:solidFill>
            <a:srgbClr val="E7EFFF"/>
          </a:solidFill>
        </p:spPr>
        <p:txBody>
          <a:bodyPr wrap="square">
            <a:noAutofit/>
          </a:bodyPr>
          <a:lstStyle>
            <a:lvl1pPr marL="0" indent="0">
              <a:buNone/>
              <a:defRPr sz="375">
                <a:noFill/>
              </a:defRPr>
            </a:lvl1pPr>
          </a:lstStyle>
          <a:p>
            <a:pPr lvl="0"/>
            <a:r>
              <a:rPr lang="en-US"/>
              <a:t>Click to edit Master text styles</a:t>
            </a:r>
          </a:p>
        </p:txBody>
      </p:sp>
      <p:sp>
        <p:nvSpPr>
          <p:cNvPr id="24" name="Picture Placeholder 23">
            <a:extLst>
              <a:ext uri="{FF2B5EF4-FFF2-40B4-BE49-F238E27FC236}">
                <a16:creationId xmlns:a16="http://schemas.microsoft.com/office/drawing/2014/main" id="{506A0EAF-FE1F-201F-A700-DD3EBC8F4FF1}"/>
              </a:ext>
              <a:ext uri="{C183D7F6-B498-43B3-948B-1728B52AA6E4}">
                <adec:decorative xmlns:adec="http://schemas.microsoft.com/office/drawing/2017/decorative" val="1"/>
              </a:ext>
            </a:extLst>
          </p:cNvPr>
          <p:cNvSpPr>
            <a:spLocks noGrp="1"/>
          </p:cNvSpPr>
          <p:nvPr>
            <p:ph type="pic" sz="quarter" idx="13"/>
          </p:nvPr>
        </p:nvSpPr>
        <p:spPr>
          <a:xfrm>
            <a:off x="428625" y="1321594"/>
            <a:ext cx="1943100" cy="1544104"/>
          </a:xfrm>
          <a:custGeom>
            <a:avLst/>
            <a:gdLst>
              <a:gd name="connsiteX0" fmla="*/ 0 w 2590800"/>
              <a:gd name="connsiteY0" fmla="*/ 0 h 2058805"/>
              <a:gd name="connsiteX1" fmla="*/ 2247659 w 2590800"/>
              <a:gd name="connsiteY1" fmla="*/ 0 h 2058805"/>
              <a:gd name="connsiteX2" fmla="*/ 2590800 w 2590800"/>
              <a:gd name="connsiteY2" fmla="*/ 343141 h 2058805"/>
              <a:gd name="connsiteX3" fmla="*/ 2590800 w 2590800"/>
              <a:gd name="connsiteY3" fmla="*/ 2058805 h 2058805"/>
              <a:gd name="connsiteX4" fmla="*/ 0 w 2590800"/>
              <a:gd name="connsiteY4" fmla="*/ 2058805 h 2058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0800" h="2058805">
                <a:moveTo>
                  <a:pt x="0" y="0"/>
                </a:moveTo>
                <a:lnTo>
                  <a:pt x="2247659" y="0"/>
                </a:lnTo>
                <a:cubicBezTo>
                  <a:pt x="2437171" y="0"/>
                  <a:pt x="2590800" y="153629"/>
                  <a:pt x="2590800" y="343141"/>
                </a:cubicBezTo>
                <a:lnTo>
                  <a:pt x="2590800" y="2058805"/>
                </a:lnTo>
                <a:lnTo>
                  <a:pt x="0" y="2058805"/>
                </a:lnTo>
                <a:close/>
              </a:path>
            </a:pathLst>
          </a:custGeom>
        </p:spPr>
        <p:txBody>
          <a:bodyPr wrap="square">
            <a:noAutofit/>
          </a:bodyPr>
          <a:lstStyle>
            <a:lvl1pPr marL="0" indent="0">
              <a:buNone/>
              <a:defRPr sz="1050"/>
            </a:lvl1pPr>
          </a:lstStyle>
          <a:p>
            <a:r>
              <a:rPr lang="en-US"/>
              <a:t>Click icon to add picture</a:t>
            </a:r>
          </a:p>
        </p:txBody>
      </p:sp>
      <p:sp>
        <p:nvSpPr>
          <p:cNvPr id="25" name="Picture Placeholder 24">
            <a:extLst>
              <a:ext uri="{FF2B5EF4-FFF2-40B4-BE49-F238E27FC236}">
                <a16:creationId xmlns:a16="http://schemas.microsoft.com/office/drawing/2014/main" id="{0506C182-28E4-A150-CAF7-DD168C08E9A6}"/>
              </a:ext>
              <a:ext uri="{C183D7F6-B498-43B3-948B-1728B52AA6E4}">
                <adec:decorative xmlns:adec="http://schemas.microsoft.com/office/drawing/2017/decorative" val="1"/>
              </a:ext>
            </a:extLst>
          </p:cNvPr>
          <p:cNvSpPr>
            <a:spLocks noGrp="1"/>
          </p:cNvSpPr>
          <p:nvPr>
            <p:ph type="pic" sz="quarter" idx="14"/>
          </p:nvPr>
        </p:nvSpPr>
        <p:spPr>
          <a:xfrm>
            <a:off x="4679080" y="1321594"/>
            <a:ext cx="1943100" cy="1544104"/>
          </a:xfrm>
          <a:custGeom>
            <a:avLst/>
            <a:gdLst>
              <a:gd name="connsiteX0" fmla="*/ 0 w 2590800"/>
              <a:gd name="connsiteY0" fmla="*/ 0 h 2058805"/>
              <a:gd name="connsiteX1" fmla="*/ 2247659 w 2590800"/>
              <a:gd name="connsiteY1" fmla="*/ 0 h 2058805"/>
              <a:gd name="connsiteX2" fmla="*/ 2590800 w 2590800"/>
              <a:gd name="connsiteY2" fmla="*/ 343141 h 2058805"/>
              <a:gd name="connsiteX3" fmla="*/ 2590800 w 2590800"/>
              <a:gd name="connsiteY3" fmla="*/ 2058805 h 2058805"/>
              <a:gd name="connsiteX4" fmla="*/ 0 w 2590800"/>
              <a:gd name="connsiteY4" fmla="*/ 2058805 h 2058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0800" h="2058805">
                <a:moveTo>
                  <a:pt x="0" y="0"/>
                </a:moveTo>
                <a:lnTo>
                  <a:pt x="2247659" y="0"/>
                </a:lnTo>
                <a:cubicBezTo>
                  <a:pt x="2437171" y="0"/>
                  <a:pt x="2590800" y="153629"/>
                  <a:pt x="2590800" y="343141"/>
                </a:cubicBezTo>
                <a:lnTo>
                  <a:pt x="2590800" y="2058805"/>
                </a:lnTo>
                <a:lnTo>
                  <a:pt x="0" y="2058805"/>
                </a:lnTo>
                <a:close/>
              </a:path>
            </a:pathLst>
          </a:custGeom>
        </p:spPr>
        <p:txBody>
          <a:bodyPr wrap="square">
            <a:noAutofit/>
          </a:bodyPr>
          <a:lstStyle>
            <a:lvl1pPr marL="0" indent="0">
              <a:buNone/>
              <a:defRPr sz="1050"/>
            </a:lvl1pPr>
          </a:lstStyle>
          <a:p>
            <a:r>
              <a:rPr lang="en-US"/>
              <a:t>Click icon to add picture</a:t>
            </a:r>
          </a:p>
        </p:txBody>
      </p:sp>
      <p:sp>
        <p:nvSpPr>
          <p:cNvPr id="26" name="Picture Placeholder 25">
            <a:extLst>
              <a:ext uri="{FF2B5EF4-FFF2-40B4-BE49-F238E27FC236}">
                <a16:creationId xmlns:a16="http://schemas.microsoft.com/office/drawing/2014/main" id="{1659FD7B-65AE-308F-0507-2F6A5A8E8D51}"/>
              </a:ext>
              <a:ext uri="{C183D7F6-B498-43B3-948B-1728B52AA6E4}">
                <adec:decorative xmlns:adec="http://schemas.microsoft.com/office/drawing/2017/decorative" val="1"/>
              </a:ext>
            </a:extLst>
          </p:cNvPr>
          <p:cNvSpPr>
            <a:spLocks noGrp="1"/>
          </p:cNvSpPr>
          <p:nvPr>
            <p:ph type="pic" sz="quarter" idx="15"/>
          </p:nvPr>
        </p:nvSpPr>
        <p:spPr>
          <a:xfrm>
            <a:off x="428625" y="3163628"/>
            <a:ext cx="1943100" cy="1544104"/>
          </a:xfrm>
          <a:custGeom>
            <a:avLst/>
            <a:gdLst>
              <a:gd name="connsiteX0" fmla="*/ 0 w 2590800"/>
              <a:gd name="connsiteY0" fmla="*/ 0 h 2058805"/>
              <a:gd name="connsiteX1" fmla="*/ 2247659 w 2590800"/>
              <a:gd name="connsiteY1" fmla="*/ 0 h 2058805"/>
              <a:gd name="connsiteX2" fmla="*/ 2590800 w 2590800"/>
              <a:gd name="connsiteY2" fmla="*/ 343141 h 2058805"/>
              <a:gd name="connsiteX3" fmla="*/ 2590800 w 2590800"/>
              <a:gd name="connsiteY3" fmla="*/ 2058805 h 2058805"/>
              <a:gd name="connsiteX4" fmla="*/ 0 w 2590800"/>
              <a:gd name="connsiteY4" fmla="*/ 2058805 h 2058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0800" h="2058805">
                <a:moveTo>
                  <a:pt x="0" y="0"/>
                </a:moveTo>
                <a:lnTo>
                  <a:pt x="2247659" y="0"/>
                </a:lnTo>
                <a:cubicBezTo>
                  <a:pt x="2437171" y="0"/>
                  <a:pt x="2590800" y="153629"/>
                  <a:pt x="2590800" y="343141"/>
                </a:cubicBezTo>
                <a:lnTo>
                  <a:pt x="2590800" y="2058805"/>
                </a:lnTo>
                <a:lnTo>
                  <a:pt x="0" y="2058805"/>
                </a:lnTo>
                <a:close/>
              </a:path>
            </a:pathLst>
          </a:custGeom>
        </p:spPr>
        <p:txBody>
          <a:bodyPr wrap="square">
            <a:noAutofit/>
          </a:bodyPr>
          <a:lstStyle>
            <a:lvl1pPr marL="0" indent="0">
              <a:buNone/>
              <a:defRPr sz="1050"/>
            </a:lvl1pPr>
          </a:lstStyle>
          <a:p>
            <a:r>
              <a:rPr lang="en-US"/>
              <a:t>Click icon to add picture</a:t>
            </a:r>
          </a:p>
        </p:txBody>
      </p:sp>
      <p:sp>
        <p:nvSpPr>
          <p:cNvPr id="27" name="Picture Placeholder 26">
            <a:extLst>
              <a:ext uri="{FF2B5EF4-FFF2-40B4-BE49-F238E27FC236}">
                <a16:creationId xmlns:a16="http://schemas.microsoft.com/office/drawing/2014/main" id="{CE6231C8-8C1E-C76A-72A0-8ABB1B1F2B91}"/>
              </a:ext>
              <a:ext uri="{C183D7F6-B498-43B3-948B-1728B52AA6E4}">
                <adec:decorative xmlns:adec="http://schemas.microsoft.com/office/drawing/2017/decorative" val="1"/>
              </a:ext>
            </a:extLst>
          </p:cNvPr>
          <p:cNvSpPr>
            <a:spLocks noGrp="1"/>
          </p:cNvSpPr>
          <p:nvPr>
            <p:ph type="pic" sz="quarter" idx="16"/>
          </p:nvPr>
        </p:nvSpPr>
        <p:spPr>
          <a:xfrm>
            <a:off x="4679080" y="3163628"/>
            <a:ext cx="1943100" cy="1544104"/>
          </a:xfrm>
          <a:custGeom>
            <a:avLst/>
            <a:gdLst>
              <a:gd name="connsiteX0" fmla="*/ 0 w 2590800"/>
              <a:gd name="connsiteY0" fmla="*/ 0 h 2058805"/>
              <a:gd name="connsiteX1" fmla="*/ 2247659 w 2590800"/>
              <a:gd name="connsiteY1" fmla="*/ 0 h 2058805"/>
              <a:gd name="connsiteX2" fmla="*/ 2590800 w 2590800"/>
              <a:gd name="connsiteY2" fmla="*/ 343141 h 2058805"/>
              <a:gd name="connsiteX3" fmla="*/ 2590800 w 2590800"/>
              <a:gd name="connsiteY3" fmla="*/ 2058805 h 2058805"/>
              <a:gd name="connsiteX4" fmla="*/ 0 w 2590800"/>
              <a:gd name="connsiteY4" fmla="*/ 2058805 h 2058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0800" h="2058805">
                <a:moveTo>
                  <a:pt x="0" y="0"/>
                </a:moveTo>
                <a:lnTo>
                  <a:pt x="2247659" y="0"/>
                </a:lnTo>
                <a:cubicBezTo>
                  <a:pt x="2437171" y="0"/>
                  <a:pt x="2590800" y="153629"/>
                  <a:pt x="2590800" y="343141"/>
                </a:cubicBezTo>
                <a:lnTo>
                  <a:pt x="2590800" y="2058805"/>
                </a:lnTo>
                <a:lnTo>
                  <a:pt x="0" y="2058805"/>
                </a:lnTo>
                <a:close/>
              </a:path>
            </a:pathLst>
          </a:custGeom>
        </p:spPr>
        <p:txBody>
          <a:bodyPr wrap="square">
            <a:noAutofit/>
          </a:bodyPr>
          <a:lstStyle>
            <a:lvl1pPr marL="0" indent="0">
              <a:buNone/>
              <a:defRPr sz="1050"/>
            </a:lvl1pPr>
          </a:lstStyle>
          <a:p>
            <a:r>
              <a:rPr lang="en-US"/>
              <a:t>Click icon to add picture</a:t>
            </a:r>
          </a:p>
        </p:txBody>
      </p:sp>
      <p:sp>
        <p:nvSpPr>
          <p:cNvPr id="2" name="Title 1">
            <a:extLst>
              <a:ext uri="{FF2B5EF4-FFF2-40B4-BE49-F238E27FC236}">
                <a16:creationId xmlns:a16="http://schemas.microsoft.com/office/drawing/2014/main" id="{75D1B7E5-EAD4-76CB-D39C-FCCA6F3E6E5C}"/>
              </a:ext>
            </a:extLst>
          </p:cNvPr>
          <p:cNvSpPr>
            <a:spLocks noGrp="1"/>
          </p:cNvSpPr>
          <p:nvPr>
            <p:ph type="title"/>
          </p:nvPr>
        </p:nvSpPr>
        <p:spPr>
          <a:xfrm>
            <a:off x="428625" y="428626"/>
            <a:ext cx="8286750" cy="608997"/>
          </a:xfrm>
        </p:spPr>
        <p:txBody>
          <a:bodyPr/>
          <a:lstStyle/>
          <a:p>
            <a:r>
              <a:rPr lang="en-US"/>
              <a:t>Click to edit Master title style</a:t>
            </a:r>
          </a:p>
        </p:txBody>
      </p:sp>
      <p:sp>
        <p:nvSpPr>
          <p:cNvPr id="28" name="Text Placeholder 29">
            <a:extLst>
              <a:ext uri="{FF2B5EF4-FFF2-40B4-BE49-F238E27FC236}">
                <a16:creationId xmlns:a16="http://schemas.microsoft.com/office/drawing/2014/main" id="{C7B09D6C-1E31-88D1-F191-C0911F3BF41C}"/>
              </a:ext>
            </a:extLst>
          </p:cNvPr>
          <p:cNvSpPr>
            <a:spLocks noGrp="1"/>
          </p:cNvSpPr>
          <p:nvPr>
            <p:ph type="body" sz="quarter" idx="21" hasCustomPrompt="1"/>
          </p:nvPr>
        </p:nvSpPr>
        <p:spPr>
          <a:xfrm>
            <a:off x="2561463" y="1417897"/>
            <a:ext cx="1772793" cy="378494"/>
          </a:xfrm>
        </p:spPr>
        <p:txBody>
          <a:bodyPr anchor="b"/>
          <a:lstStyle>
            <a:lvl1pPr marL="0" indent="0">
              <a:lnSpc>
                <a:spcPct val="90000"/>
              </a:lnSpc>
              <a:buNone/>
              <a:defRPr sz="900" b="1"/>
            </a:lvl1pPr>
            <a:lvl2pPr>
              <a:defRPr sz="900"/>
            </a:lvl2pPr>
            <a:lvl3pPr>
              <a:defRPr sz="900"/>
            </a:lvl3pPr>
            <a:lvl4pPr>
              <a:defRPr sz="900"/>
            </a:lvl4pPr>
            <a:lvl5pPr>
              <a:defRPr sz="900"/>
            </a:lvl5pPr>
          </a:lstStyle>
          <a:p>
            <a:pPr lvl="0"/>
            <a:r>
              <a:rPr lang="en-US" err="1"/>
              <a:t>Firstname</a:t>
            </a:r>
            <a:r>
              <a:rPr lang="en-US"/>
              <a:t> </a:t>
            </a:r>
            <a:r>
              <a:rPr lang="en-US" err="1"/>
              <a:t>Lastname</a:t>
            </a:r>
            <a:r>
              <a:rPr lang="en-US"/>
              <a:t> (pronouns)</a:t>
            </a:r>
          </a:p>
        </p:txBody>
      </p:sp>
      <p:sp>
        <p:nvSpPr>
          <p:cNvPr id="29" name="Text Placeholder 29">
            <a:extLst>
              <a:ext uri="{FF2B5EF4-FFF2-40B4-BE49-F238E27FC236}">
                <a16:creationId xmlns:a16="http://schemas.microsoft.com/office/drawing/2014/main" id="{320BFB83-6A55-5691-C4B0-3F7416554927}"/>
              </a:ext>
            </a:extLst>
          </p:cNvPr>
          <p:cNvSpPr>
            <a:spLocks noGrp="1"/>
          </p:cNvSpPr>
          <p:nvPr>
            <p:ph type="body" sz="quarter" idx="22" hasCustomPrompt="1"/>
          </p:nvPr>
        </p:nvSpPr>
        <p:spPr>
          <a:xfrm>
            <a:off x="2561463" y="1836998"/>
            <a:ext cx="1772793" cy="190500"/>
          </a:xfrm>
        </p:spPr>
        <p:txBody>
          <a:bodyPr anchor="t"/>
          <a:lstStyle>
            <a:lvl1pPr marL="0" indent="0">
              <a:lnSpc>
                <a:spcPct val="90000"/>
              </a:lnSpc>
              <a:buNone/>
              <a:defRPr sz="900" b="0"/>
            </a:lvl1pPr>
            <a:lvl2pPr>
              <a:defRPr sz="900"/>
            </a:lvl2pPr>
            <a:lvl3pPr>
              <a:defRPr sz="900"/>
            </a:lvl3pPr>
            <a:lvl4pPr>
              <a:defRPr sz="900"/>
            </a:lvl4pPr>
            <a:lvl5pPr>
              <a:defRPr sz="900"/>
            </a:lvl5pPr>
          </a:lstStyle>
          <a:p>
            <a:pPr lvl="0"/>
            <a:r>
              <a:rPr lang="en-US"/>
              <a:t>Position / title</a:t>
            </a:r>
          </a:p>
        </p:txBody>
      </p:sp>
      <p:sp>
        <p:nvSpPr>
          <p:cNvPr id="30" name="Text Placeholder 29">
            <a:extLst>
              <a:ext uri="{FF2B5EF4-FFF2-40B4-BE49-F238E27FC236}">
                <a16:creationId xmlns:a16="http://schemas.microsoft.com/office/drawing/2014/main" id="{50C6830F-D0AB-D117-86FE-AC716B9D3BD4}"/>
              </a:ext>
            </a:extLst>
          </p:cNvPr>
          <p:cNvSpPr>
            <a:spLocks noGrp="1"/>
          </p:cNvSpPr>
          <p:nvPr>
            <p:ph type="body" sz="quarter" idx="23" hasCustomPrompt="1"/>
          </p:nvPr>
        </p:nvSpPr>
        <p:spPr>
          <a:xfrm>
            <a:off x="2561463" y="2113826"/>
            <a:ext cx="1772793" cy="751871"/>
          </a:xfrm>
        </p:spPr>
        <p:txBody>
          <a:bodyPr anchor="t"/>
          <a:lstStyle>
            <a:lvl1pPr marL="0" indent="0">
              <a:lnSpc>
                <a:spcPct val="110000"/>
              </a:lnSpc>
              <a:buNone/>
              <a:defRPr sz="900" b="0"/>
            </a:lvl1pPr>
            <a:lvl2pPr>
              <a:defRPr sz="900"/>
            </a:lvl2pPr>
            <a:lvl3pPr>
              <a:defRPr sz="900"/>
            </a:lvl3pPr>
            <a:lvl4pPr>
              <a:defRPr sz="900"/>
            </a:lvl4pPr>
            <a:lvl5pPr>
              <a:defRPr sz="900"/>
            </a:lvl5pPr>
          </a:lstStyle>
          <a:p>
            <a:pPr lvl="0"/>
            <a:r>
              <a:rPr lang="en-US"/>
              <a:t>Description or bio text</a:t>
            </a:r>
          </a:p>
        </p:txBody>
      </p:sp>
      <p:sp>
        <p:nvSpPr>
          <p:cNvPr id="32" name="Text Placeholder 29">
            <a:extLst>
              <a:ext uri="{FF2B5EF4-FFF2-40B4-BE49-F238E27FC236}">
                <a16:creationId xmlns:a16="http://schemas.microsoft.com/office/drawing/2014/main" id="{3ED25CCF-5A2F-84CE-387F-5F481D6A23C2}"/>
              </a:ext>
            </a:extLst>
          </p:cNvPr>
          <p:cNvSpPr>
            <a:spLocks noGrp="1"/>
          </p:cNvSpPr>
          <p:nvPr>
            <p:ph type="body" sz="quarter" idx="24" hasCustomPrompt="1"/>
          </p:nvPr>
        </p:nvSpPr>
        <p:spPr>
          <a:xfrm>
            <a:off x="6772275" y="1417897"/>
            <a:ext cx="1772793" cy="378494"/>
          </a:xfrm>
        </p:spPr>
        <p:txBody>
          <a:bodyPr anchor="b"/>
          <a:lstStyle>
            <a:lvl1pPr marL="0" indent="0">
              <a:lnSpc>
                <a:spcPct val="90000"/>
              </a:lnSpc>
              <a:buNone/>
              <a:defRPr sz="900" b="1"/>
            </a:lvl1pPr>
            <a:lvl2pPr>
              <a:defRPr sz="900"/>
            </a:lvl2pPr>
            <a:lvl3pPr>
              <a:defRPr sz="900"/>
            </a:lvl3pPr>
            <a:lvl4pPr>
              <a:defRPr sz="900"/>
            </a:lvl4pPr>
            <a:lvl5pPr>
              <a:defRPr sz="900"/>
            </a:lvl5pPr>
          </a:lstStyle>
          <a:p>
            <a:pPr lvl="0"/>
            <a:r>
              <a:rPr lang="en-US" err="1"/>
              <a:t>Firstname</a:t>
            </a:r>
            <a:r>
              <a:rPr lang="en-US"/>
              <a:t> </a:t>
            </a:r>
            <a:r>
              <a:rPr lang="en-US" err="1"/>
              <a:t>Lastname</a:t>
            </a:r>
            <a:r>
              <a:rPr lang="en-US"/>
              <a:t> (pronouns)</a:t>
            </a:r>
          </a:p>
        </p:txBody>
      </p:sp>
      <p:sp>
        <p:nvSpPr>
          <p:cNvPr id="33" name="Text Placeholder 29">
            <a:extLst>
              <a:ext uri="{FF2B5EF4-FFF2-40B4-BE49-F238E27FC236}">
                <a16:creationId xmlns:a16="http://schemas.microsoft.com/office/drawing/2014/main" id="{AD5F2723-D00A-AF22-CD14-B72733F8272E}"/>
              </a:ext>
            </a:extLst>
          </p:cNvPr>
          <p:cNvSpPr>
            <a:spLocks noGrp="1"/>
          </p:cNvSpPr>
          <p:nvPr>
            <p:ph type="body" sz="quarter" idx="25" hasCustomPrompt="1"/>
          </p:nvPr>
        </p:nvSpPr>
        <p:spPr>
          <a:xfrm>
            <a:off x="6772275" y="1836998"/>
            <a:ext cx="1772793" cy="190500"/>
          </a:xfrm>
        </p:spPr>
        <p:txBody>
          <a:bodyPr anchor="t"/>
          <a:lstStyle>
            <a:lvl1pPr marL="0" indent="0">
              <a:lnSpc>
                <a:spcPct val="90000"/>
              </a:lnSpc>
              <a:buNone/>
              <a:defRPr sz="900" b="0"/>
            </a:lvl1pPr>
            <a:lvl2pPr>
              <a:defRPr sz="900"/>
            </a:lvl2pPr>
            <a:lvl3pPr>
              <a:defRPr sz="900"/>
            </a:lvl3pPr>
            <a:lvl4pPr>
              <a:defRPr sz="900"/>
            </a:lvl4pPr>
            <a:lvl5pPr>
              <a:defRPr sz="900"/>
            </a:lvl5pPr>
          </a:lstStyle>
          <a:p>
            <a:pPr lvl="0"/>
            <a:r>
              <a:rPr lang="en-US"/>
              <a:t>Position / title</a:t>
            </a:r>
          </a:p>
        </p:txBody>
      </p:sp>
      <p:sp>
        <p:nvSpPr>
          <p:cNvPr id="34" name="Text Placeholder 29">
            <a:extLst>
              <a:ext uri="{FF2B5EF4-FFF2-40B4-BE49-F238E27FC236}">
                <a16:creationId xmlns:a16="http://schemas.microsoft.com/office/drawing/2014/main" id="{AD8C0D09-5C2D-1DD2-1F5F-5839528725EA}"/>
              </a:ext>
            </a:extLst>
          </p:cNvPr>
          <p:cNvSpPr>
            <a:spLocks noGrp="1"/>
          </p:cNvSpPr>
          <p:nvPr>
            <p:ph type="body" sz="quarter" idx="26" hasCustomPrompt="1"/>
          </p:nvPr>
        </p:nvSpPr>
        <p:spPr>
          <a:xfrm>
            <a:off x="6772275" y="2113826"/>
            <a:ext cx="1772793" cy="751871"/>
          </a:xfrm>
        </p:spPr>
        <p:txBody>
          <a:bodyPr anchor="t"/>
          <a:lstStyle>
            <a:lvl1pPr marL="0" indent="0">
              <a:lnSpc>
                <a:spcPct val="110000"/>
              </a:lnSpc>
              <a:buNone/>
              <a:defRPr sz="900" b="0"/>
            </a:lvl1pPr>
            <a:lvl2pPr>
              <a:defRPr sz="900"/>
            </a:lvl2pPr>
            <a:lvl3pPr>
              <a:defRPr sz="900"/>
            </a:lvl3pPr>
            <a:lvl4pPr>
              <a:defRPr sz="900"/>
            </a:lvl4pPr>
            <a:lvl5pPr>
              <a:defRPr sz="900"/>
            </a:lvl5pPr>
          </a:lstStyle>
          <a:p>
            <a:pPr lvl="0"/>
            <a:r>
              <a:rPr lang="en-US"/>
              <a:t>Description or bio text</a:t>
            </a:r>
          </a:p>
        </p:txBody>
      </p:sp>
      <p:sp>
        <p:nvSpPr>
          <p:cNvPr id="35" name="Text Placeholder 29">
            <a:extLst>
              <a:ext uri="{FF2B5EF4-FFF2-40B4-BE49-F238E27FC236}">
                <a16:creationId xmlns:a16="http://schemas.microsoft.com/office/drawing/2014/main" id="{DEC876F0-1AA1-A3E2-EC2B-11FDFAB8CC7E}"/>
              </a:ext>
            </a:extLst>
          </p:cNvPr>
          <p:cNvSpPr>
            <a:spLocks noGrp="1"/>
          </p:cNvSpPr>
          <p:nvPr>
            <p:ph type="body" sz="quarter" idx="27" hasCustomPrompt="1"/>
          </p:nvPr>
        </p:nvSpPr>
        <p:spPr>
          <a:xfrm>
            <a:off x="2561463" y="3259931"/>
            <a:ext cx="1772793" cy="378494"/>
          </a:xfrm>
        </p:spPr>
        <p:txBody>
          <a:bodyPr anchor="b"/>
          <a:lstStyle>
            <a:lvl1pPr marL="0" indent="0">
              <a:lnSpc>
                <a:spcPct val="90000"/>
              </a:lnSpc>
              <a:buNone/>
              <a:defRPr sz="900" b="1"/>
            </a:lvl1pPr>
            <a:lvl2pPr>
              <a:defRPr sz="900"/>
            </a:lvl2pPr>
            <a:lvl3pPr>
              <a:defRPr sz="900"/>
            </a:lvl3pPr>
            <a:lvl4pPr>
              <a:defRPr sz="900"/>
            </a:lvl4pPr>
            <a:lvl5pPr>
              <a:defRPr sz="900"/>
            </a:lvl5pPr>
          </a:lstStyle>
          <a:p>
            <a:pPr lvl="0"/>
            <a:r>
              <a:rPr lang="en-US" err="1"/>
              <a:t>Firstname</a:t>
            </a:r>
            <a:r>
              <a:rPr lang="en-US"/>
              <a:t> </a:t>
            </a:r>
            <a:r>
              <a:rPr lang="en-US" err="1"/>
              <a:t>Lastname</a:t>
            </a:r>
            <a:r>
              <a:rPr lang="en-US"/>
              <a:t> (pronouns)</a:t>
            </a:r>
          </a:p>
        </p:txBody>
      </p:sp>
      <p:sp>
        <p:nvSpPr>
          <p:cNvPr id="36" name="Text Placeholder 29">
            <a:extLst>
              <a:ext uri="{FF2B5EF4-FFF2-40B4-BE49-F238E27FC236}">
                <a16:creationId xmlns:a16="http://schemas.microsoft.com/office/drawing/2014/main" id="{E0A73F5B-D18A-30F7-DB3A-CC53569088EB}"/>
              </a:ext>
            </a:extLst>
          </p:cNvPr>
          <p:cNvSpPr>
            <a:spLocks noGrp="1"/>
          </p:cNvSpPr>
          <p:nvPr>
            <p:ph type="body" sz="quarter" idx="28" hasCustomPrompt="1"/>
          </p:nvPr>
        </p:nvSpPr>
        <p:spPr>
          <a:xfrm>
            <a:off x="2561463" y="3679032"/>
            <a:ext cx="1772793" cy="190500"/>
          </a:xfrm>
        </p:spPr>
        <p:txBody>
          <a:bodyPr anchor="t"/>
          <a:lstStyle>
            <a:lvl1pPr marL="0" indent="0">
              <a:lnSpc>
                <a:spcPct val="90000"/>
              </a:lnSpc>
              <a:buNone/>
              <a:defRPr sz="900" b="0"/>
            </a:lvl1pPr>
            <a:lvl2pPr>
              <a:defRPr sz="900"/>
            </a:lvl2pPr>
            <a:lvl3pPr>
              <a:defRPr sz="900"/>
            </a:lvl3pPr>
            <a:lvl4pPr>
              <a:defRPr sz="900"/>
            </a:lvl4pPr>
            <a:lvl5pPr>
              <a:defRPr sz="900"/>
            </a:lvl5pPr>
          </a:lstStyle>
          <a:p>
            <a:pPr lvl="0"/>
            <a:r>
              <a:rPr lang="en-US"/>
              <a:t>Position / title</a:t>
            </a:r>
          </a:p>
        </p:txBody>
      </p:sp>
      <p:sp>
        <p:nvSpPr>
          <p:cNvPr id="37" name="Text Placeholder 29">
            <a:extLst>
              <a:ext uri="{FF2B5EF4-FFF2-40B4-BE49-F238E27FC236}">
                <a16:creationId xmlns:a16="http://schemas.microsoft.com/office/drawing/2014/main" id="{2A7B1F0A-1695-F042-987C-9C516EBA6E27}"/>
              </a:ext>
            </a:extLst>
          </p:cNvPr>
          <p:cNvSpPr>
            <a:spLocks noGrp="1"/>
          </p:cNvSpPr>
          <p:nvPr>
            <p:ph type="body" sz="quarter" idx="29" hasCustomPrompt="1"/>
          </p:nvPr>
        </p:nvSpPr>
        <p:spPr>
          <a:xfrm>
            <a:off x="2561463" y="3955861"/>
            <a:ext cx="1772793" cy="751871"/>
          </a:xfrm>
        </p:spPr>
        <p:txBody>
          <a:bodyPr anchor="t"/>
          <a:lstStyle>
            <a:lvl1pPr marL="0" indent="0">
              <a:lnSpc>
                <a:spcPct val="110000"/>
              </a:lnSpc>
              <a:buNone/>
              <a:defRPr sz="900" b="0"/>
            </a:lvl1pPr>
            <a:lvl2pPr>
              <a:defRPr sz="900"/>
            </a:lvl2pPr>
            <a:lvl3pPr>
              <a:defRPr sz="900"/>
            </a:lvl3pPr>
            <a:lvl4pPr>
              <a:defRPr sz="900"/>
            </a:lvl4pPr>
            <a:lvl5pPr>
              <a:defRPr sz="900"/>
            </a:lvl5pPr>
          </a:lstStyle>
          <a:p>
            <a:pPr lvl="0"/>
            <a:r>
              <a:rPr lang="en-US"/>
              <a:t>Description or bio text</a:t>
            </a:r>
          </a:p>
        </p:txBody>
      </p:sp>
      <p:sp>
        <p:nvSpPr>
          <p:cNvPr id="38" name="Text Placeholder 29">
            <a:extLst>
              <a:ext uri="{FF2B5EF4-FFF2-40B4-BE49-F238E27FC236}">
                <a16:creationId xmlns:a16="http://schemas.microsoft.com/office/drawing/2014/main" id="{E1EEB885-29BB-5000-B0B9-7EB826FBE62B}"/>
              </a:ext>
            </a:extLst>
          </p:cNvPr>
          <p:cNvSpPr>
            <a:spLocks noGrp="1"/>
          </p:cNvSpPr>
          <p:nvPr>
            <p:ph type="body" sz="quarter" idx="30" hasCustomPrompt="1"/>
          </p:nvPr>
        </p:nvSpPr>
        <p:spPr>
          <a:xfrm>
            <a:off x="6772275" y="3259931"/>
            <a:ext cx="1772793" cy="378494"/>
          </a:xfrm>
        </p:spPr>
        <p:txBody>
          <a:bodyPr anchor="b"/>
          <a:lstStyle>
            <a:lvl1pPr marL="0" indent="0">
              <a:lnSpc>
                <a:spcPct val="90000"/>
              </a:lnSpc>
              <a:buNone/>
              <a:defRPr sz="900" b="1"/>
            </a:lvl1pPr>
            <a:lvl2pPr>
              <a:defRPr sz="900"/>
            </a:lvl2pPr>
            <a:lvl3pPr>
              <a:defRPr sz="900"/>
            </a:lvl3pPr>
            <a:lvl4pPr>
              <a:defRPr sz="900"/>
            </a:lvl4pPr>
            <a:lvl5pPr>
              <a:defRPr sz="900"/>
            </a:lvl5pPr>
          </a:lstStyle>
          <a:p>
            <a:pPr lvl="0"/>
            <a:r>
              <a:rPr lang="en-US" err="1"/>
              <a:t>Firstname</a:t>
            </a:r>
            <a:r>
              <a:rPr lang="en-US"/>
              <a:t> </a:t>
            </a:r>
            <a:r>
              <a:rPr lang="en-US" err="1"/>
              <a:t>Lastname</a:t>
            </a:r>
            <a:r>
              <a:rPr lang="en-US"/>
              <a:t> (pronouns)</a:t>
            </a:r>
          </a:p>
        </p:txBody>
      </p:sp>
      <p:sp>
        <p:nvSpPr>
          <p:cNvPr id="39" name="Text Placeholder 29">
            <a:extLst>
              <a:ext uri="{FF2B5EF4-FFF2-40B4-BE49-F238E27FC236}">
                <a16:creationId xmlns:a16="http://schemas.microsoft.com/office/drawing/2014/main" id="{4487B338-D044-4463-E4B7-C740382E1D5D}"/>
              </a:ext>
            </a:extLst>
          </p:cNvPr>
          <p:cNvSpPr>
            <a:spLocks noGrp="1"/>
          </p:cNvSpPr>
          <p:nvPr>
            <p:ph type="body" sz="quarter" idx="31" hasCustomPrompt="1"/>
          </p:nvPr>
        </p:nvSpPr>
        <p:spPr>
          <a:xfrm>
            <a:off x="6772275" y="3679032"/>
            <a:ext cx="1772793" cy="190500"/>
          </a:xfrm>
        </p:spPr>
        <p:txBody>
          <a:bodyPr anchor="t"/>
          <a:lstStyle>
            <a:lvl1pPr marL="0" indent="0">
              <a:lnSpc>
                <a:spcPct val="90000"/>
              </a:lnSpc>
              <a:buNone/>
              <a:defRPr sz="900" b="0"/>
            </a:lvl1pPr>
            <a:lvl2pPr>
              <a:defRPr sz="900"/>
            </a:lvl2pPr>
            <a:lvl3pPr>
              <a:defRPr sz="900"/>
            </a:lvl3pPr>
            <a:lvl4pPr>
              <a:defRPr sz="900"/>
            </a:lvl4pPr>
            <a:lvl5pPr>
              <a:defRPr sz="900"/>
            </a:lvl5pPr>
          </a:lstStyle>
          <a:p>
            <a:pPr lvl="0"/>
            <a:r>
              <a:rPr lang="en-US"/>
              <a:t>Position / title</a:t>
            </a:r>
          </a:p>
        </p:txBody>
      </p:sp>
      <p:sp>
        <p:nvSpPr>
          <p:cNvPr id="40" name="Text Placeholder 29">
            <a:extLst>
              <a:ext uri="{FF2B5EF4-FFF2-40B4-BE49-F238E27FC236}">
                <a16:creationId xmlns:a16="http://schemas.microsoft.com/office/drawing/2014/main" id="{26C97FD7-12D4-4A50-F5CF-FA9144C7BC86}"/>
              </a:ext>
            </a:extLst>
          </p:cNvPr>
          <p:cNvSpPr>
            <a:spLocks noGrp="1"/>
          </p:cNvSpPr>
          <p:nvPr>
            <p:ph type="body" sz="quarter" idx="32" hasCustomPrompt="1"/>
          </p:nvPr>
        </p:nvSpPr>
        <p:spPr>
          <a:xfrm>
            <a:off x="6772275" y="3955861"/>
            <a:ext cx="1772793" cy="751871"/>
          </a:xfrm>
        </p:spPr>
        <p:txBody>
          <a:bodyPr anchor="t"/>
          <a:lstStyle>
            <a:lvl1pPr marL="0" indent="0">
              <a:lnSpc>
                <a:spcPct val="110000"/>
              </a:lnSpc>
              <a:buNone/>
              <a:defRPr sz="900" b="0"/>
            </a:lvl1pPr>
            <a:lvl2pPr>
              <a:defRPr sz="900"/>
            </a:lvl2pPr>
            <a:lvl3pPr>
              <a:defRPr sz="900"/>
            </a:lvl3pPr>
            <a:lvl4pPr>
              <a:defRPr sz="900"/>
            </a:lvl4pPr>
            <a:lvl5pPr>
              <a:defRPr sz="900"/>
            </a:lvl5pPr>
          </a:lstStyle>
          <a:p>
            <a:pPr lvl="0"/>
            <a:r>
              <a:rPr lang="en-US"/>
              <a:t>Description or bio text</a:t>
            </a:r>
          </a:p>
        </p:txBody>
      </p:sp>
      <p:sp>
        <p:nvSpPr>
          <p:cNvPr id="3" name="Footer Placeholder 2">
            <a:extLst>
              <a:ext uri="{FF2B5EF4-FFF2-40B4-BE49-F238E27FC236}">
                <a16:creationId xmlns:a16="http://schemas.microsoft.com/office/drawing/2014/main" id="{9F3A52C8-2D44-6D60-6E10-B7020A361338}"/>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9019F079-AF58-93B3-C64F-359B26110959}"/>
              </a:ext>
              <a:ext uri="{C183D7F6-B498-43B3-948B-1728B52AA6E4}">
                <adec:decorative xmlns:adec="http://schemas.microsoft.com/office/drawing/2017/decorative" val="1"/>
              </a:ext>
            </a:extLst>
          </p:cNvPr>
          <p:cNvSpPr>
            <a:spLocks noGrp="1"/>
          </p:cNvSpPr>
          <p:nvPr>
            <p:ph type="dt" sz="half" idx="11"/>
          </p:nvPr>
        </p:nvSpPr>
        <p:spPr/>
        <p:txBody>
          <a:bodyPr/>
          <a:lstStyle/>
          <a:p>
            <a:fld id="{7A7E3F2A-E245-4470-B0FD-BD5E47E1890B}" type="datetimeyyyy">
              <a:rPr lang="en-US" smtClean="0"/>
              <a:t>2026</a:t>
            </a:fld>
            <a:endParaRPr lang="en-US"/>
          </a:p>
        </p:txBody>
      </p:sp>
      <p:sp>
        <p:nvSpPr>
          <p:cNvPr id="5" name="Slide Number Placeholder 4">
            <a:extLst>
              <a:ext uri="{FF2B5EF4-FFF2-40B4-BE49-F238E27FC236}">
                <a16:creationId xmlns:a16="http://schemas.microsoft.com/office/drawing/2014/main" id="{1BAA3A45-16AC-4EB1-489C-37DD301A233B}"/>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5352788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hart righ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537E1F2-21C5-4EF7-034F-863A1FA79B68}"/>
              </a:ext>
            </a:extLst>
          </p:cNvPr>
          <p:cNvSpPr>
            <a:spLocks noGrp="1"/>
          </p:cNvSpPr>
          <p:nvPr>
            <p:ph type="title"/>
          </p:nvPr>
        </p:nvSpPr>
        <p:spPr>
          <a:xfrm>
            <a:off x="428625" y="428626"/>
            <a:ext cx="3352800" cy="1132414"/>
          </a:xfrm>
        </p:spPr>
        <p:txBody>
          <a:bodyPr/>
          <a:lstStyle/>
          <a:p>
            <a:r>
              <a:rPr lang="en-US"/>
              <a:t>Click to edit Master title style</a:t>
            </a:r>
          </a:p>
        </p:txBody>
      </p:sp>
      <p:sp>
        <p:nvSpPr>
          <p:cNvPr id="12" name="Text Placeholder 11">
            <a:extLst>
              <a:ext uri="{FF2B5EF4-FFF2-40B4-BE49-F238E27FC236}">
                <a16:creationId xmlns:a16="http://schemas.microsoft.com/office/drawing/2014/main" id="{000B248F-E60C-EF6F-E67B-18E9C4AE457A}"/>
              </a:ext>
            </a:extLst>
          </p:cNvPr>
          <p:cNvSpPr>
            <a:spLocks noGrp="1"/>
          </p:cNvSpPr>
          <p:nvPr>
            <p:ph type="body" sz="quarter" idx="13"/>
          </p:nvPr>
        </p:nvSpPr>
        <p:spPr>
          <a:xfrm>
            <a:off x="428625" y="1712706"/>
            <a:ext cx="3352800" cy="342900"/>
          </a:xfrm>
        </p:spPr>
        <p:txBody>
          <a:bodyPr/>
          <a:lstStyle>
            <a:lvl1pPr marL="0" indent="0">
              <a:lnSpc>
                <a:spcPct val="90000"/>
              </a:lnSpc>
              <a:buNone/>
              <a:defRPr sz="1650"/>
            </a:lvl1pPr>
            <a:lvl2pPr marL="170259" indent="0">
              <a:buNone/>
              <a:defRPr/>
            </a:lvl2pPr>
            <a:lvl3pPr marL="345281" indent="0">
              <a:buNone/>
              <a:defRPr/>
            </a:lvl3pPr>
            <a:lvl4pPr marL="469106" indent="0">
              <a:buNone/>
              <a:defRPr/>
            </a:lvl4pPr>
            <a:lvl5pPr marL="598885" indent="0">
              <a:buNone/>
              <a:defRPr/>
            </a:lvl5pPr>
          </a:lstStyle>
          <a:p>
            <a:pPr lvl="0"/>
            <a:r>
              <a:rPr lang="en-US"/>
              <a:t>Click to edit Master text styles</a:t>
            </a:r>
          </a:p>
        </p:txBody>
      </p:sp>
      <p:sp>
        <p:nvSpPr>
          <p:cNvPr id="14" name="Text Placeholder 13">
            <a:extLst>
              <a:ext uri="{FF2B5EF4-FFF2-40B4-BE49-F238E27FC236}">
                <a16:creationId xmlns:a16="http://schemas.microsoft.com/office/drawing/2014/main" id="{A0544774-89B6-E928-C7DB-4C62F09014B7}"/>
              </a:ext>
            </a:extLst>
          </p:cNvPr>
          <p:cNvSpPr>
            <a:spLocks noGrp="1"/>
          </p:cNvSpPr>
          <p:nvPr>
            <p:ph type="body" sz="quarter" idx="14"/>
          </p:nvPr>
        </p:nvSpPr>
        <p:spPr>
          <a:xfrm>
            <a:off x="428625" y="2207273"/>
            <a:ext cx="1238250" cy="735951"/>
          </a:xfrm>
        </p:spPr>
        <p:txBody>
          <a:bodyPr/>
          <a:lstStyle>
            <a:lvl1pPr marL="0" indent="0">
              <a:buNone/>
              <a:defRPr sz="900"/>
            </a:lvl1pPr>
            <a:lvl2pPr marL="170259" indent="0">
              <a:buNone/>
              <a:defRPr sz="900"/>
            </a:lvl2pPr>
            <a:lvl3pPr marL="345281" indent="0">
              <a:buNone/>
              <a:defRPr sz="900"/>
            </a:lvl3pPr>
            <a:lvl4pPr marL="469106" indent="0">
              <a:buNone/>
              <a:defRPr sz="900"/>
            </a:lvl4pPr>
            <a:lvl5pPr marL="598885" indent="0">
              <a:buNone/>
              <a:defRPr sz="900"/>
            </a:lvl5pPr>
          </a:lstStyle>
          <a:p>
            <a:pPr lvl="0"/>
            <a:r>
              <a:rPr lang="en-US"/>
              <a:t>Click to edit Master text styles</a:t>
            </a:r>
          </a:p>
        </p:txBody>
      </p:sp>
      <p:sp>
        <p:nvSpPr>
          <p:cNvPr id="15" name="Text Placeholder 13">
            <a:extLst>
              <a:ext uri="{FF2B5EF4-FFF2-40B4-BE49-F238E27FC236}">
                <a16:creationId xmlns:a16="http://schemas.microsoft.com/office/drawing/2014/main" id="{13744CA5-DA43-852C-4ED6-6F5BA9AF0DCD}"/>
              </a:ext>
            </a:extLst>
          </p:cNvPr>
          <p:cNvSpPr>
            <a:spLocks noGrp="1"/>
          </p:cNvSpPr>
          <p:nvPr>
            <p:ph type="body" sz="quarter" idx="15"/>
          </p:nvPr>
        </p:nvSpPr>
        <p:spPr>
          <a:xfrm>
            <a:off x="1838325" y="2207273"/>
            <a:ext cx="1238250" cy="735951"/>
          </a:xfrm>
        </p:spPr>
        <p:txBody>
          <a:bodyPr/>
          <a:lstStyle>
            <a:lvl1pPr marL="0" indent="0">
              <a:buNone/>
              <a:defRPr sz="900"/>
            </a:lvl1pPr>
            <a:lvl2pPr marL="170259" indent="0">
              <a:buNone/>
              <a:defRPr sz="900"/>
            </a:lvl2pPr>
            <a:lvl3pPr marL="345281" indent="0">
              <a:buNone/>
              <a:defRPr sz="900"/>
            </a:lvl3pPr>
            <a:lvl4pPr marL="469106" indent="0">
              <a:buNone/>
              <a:defRPr sz="900"/>
            </a:lvl4pPr>
            <a:lvl5pPr marL="598885" indent="0">
              <a:buNone/>
              <a:defRPr sz="900"/>
            </a:lvl5pPr>
          </a:lstStyle>
          <a:p>
            <a:pPr lvl="0"/>
            <a:r>
              <a:rPr lang="en-US"/>
              <a:t>Click to edit Master text styles</a:t>
            </a:r>
          </a:p>
        </p:txBody>
      </p:sp>
      <p:sp>
        <p:nvSpPr>
          <p:cNvPr id="16" name="Text Placeholder 13">
            <a:extLst>
              <a:ext uri="{FF2B5EF4-FFF2-40B4-BE49-F238E27FC236}">
                <a16:creationId xmlns:a16="http://schemas.microsoft.com/office/drawing/2014/main" id="{97A67808-DA53-97D4-CD87-DCE5FB9BAE6A}"/>
              </a:ext>
            </a:extLst>
          </p:cNvPr>
          <p:cNvSpPr>
            <a:spLocks noGrp="1"/>
          </p:cNvSpPr>
          <p:nvPr>
            <p:ph type="body" sz="quarter" idx="16"/>
          </p:nvPr>
        </p:nvSpPr>
        <p:spPr>
          <a:xfrm>
            <a:off x="428625" y="3086098"/>
            <a:ext cx="1238250" cy="735467"/>
          </a:xfrm>
        </p:spPr>
        <p:txBody>
          <a:bodyPr/>
          <a:lstStyle>
            <a:lvl1pPr marL="0" indent="0">
              <a:buNone/>
              <a:defRPr sz="900"/>
            </a:lvl1pPr>
            <a:lvl2pPr marL="170259" indent="0">
              <a:buNone/>
              <a:defRPr sz="900"/>
            </a:lvl2pPr>
            <a:lvl3pPr marL="345281" indent="0">
              <a:buNone/>
              <a:defRPr sz="900"/>
            </a:lvl3pPr>
            <a:lvl4pPr marL="469106" indent="0">
              <a:buNone/>
              <a:defRPr sz="900"/>
            </a:lvl4pPr>
            <a:lvl5pPr marL="598885" indent="0">
              <a:buNone/>
              <a:defRPr sz="900"/>
            </a:lvl5pPr>
          </a:lstStyle>
          <a:p>
            <a:pPr lvl="0"/>
            <a:r>
              <a:rPr lang="en-US"/>
              <a:t>Click to edit Master text styles</a:t>
            </a:r>
          </a:p>
        </p:txBody>
      </p:sp>
      <p:sp>
        <p:nvSpPr>
          <p:cNvPr id="17" name="Text Placeholder 13">
            <a:extLst>
              <a:ext uri="{FF2B5EF4-FFF2-40B4-BE49-F238E27FC236}">
                <a16:creationId xmlns:a16="http://schemas.microsoft.com/office/drawing/2014/main" id="{A88B629E-A765-6008-E6E4-91BA2D0A49F3}"/>
              </a:ext>
            </a:extLst>
          </p:cNvPr>
          <p:cNvSpPr>
            <a:spLocks noGrp="1"/>
          </p:cNvSpPr>
          <p:nvPr>
            <p:ph type="body" sz="quarter" idx="17"/>
          </p:nvPr>
        </p:nvSpPr>
        <p:spPr>
          <a:xfrm>
            <a:off x="1838325" y="3086098"/>
            <a:ext cx="1238250" cy="735467"/>
          </a:xfrm>
        </p:spPr>
        <p:txBody>
          <a:bodyPr/>
          <a:lstStyle>
            <a:lvl1pPr marL="0" indent="0">
              <a:buNone/>
              <a:defRPr sz="900"/>
            </a:lvl1pPr>
            <a:lvl2pPr marL="170259" indent="0">
              <a:buNone/>
              <a:defRPr sz="900"/>
            </a:lvl2pPr>
            <a:lvl3pPr marL="345281" indent="0">
              <a:buNone/>
              <a:defRPr sz="900"/>
            </a:lvl3pPr>
            <a:lvl4pPr marL="469106" indent="0">
              <a:buNone/>
              <a:defRPr sz="900"/>
            </a:lvl4pPr>
            <a:lvl5pPr marL="598885" indent="0">
              <a:buNone/>
              <a:defRPr sz="900"/>
            </a:lvl5pPr>
          </a:lstStyle>
          <a:p>
            <a:pPr lvl="0"/>
            <a:r>
              <a:rPr lang="en-US"/>
              <a:t>Click to edit Master text styles</a:t>
            </a:r>
          </a:p>
        </p:txBody>
      </p:sp>
      <p:sp>
        <p:nvSpPr>
          <p:cNvPr id="19" name="Chart Placeholder 18">
            <a:extLst>
              <a:ext uri="{FF2B5EF4-FFF2-40B4-BE49-F238E27FC236}">
                <a16:creationId xmlns:a16="http://schemas.microsoft.com/office/drawing/2014/main" id="{EA8A3EB3-BF83-A36F-EAA1-6919F7A7F607}"/>
              </a:ext>
              <a:ext uri="{C183D7F6-B498-43B3-948B-1728B52AA6E4}">
                <adec:decorative xmlns:adec="http://schemas.microsoft.com/office/drawing/2017/decorative" val="0"/>
              </a:ext>
            </a:extLst>
          </p:cNvPr>
          <p:cNvSpPr>
            <a:spLocks noGrp="1"/>
          </p:cNvSpPr>
          <p:nvPr>
            <p:ph type="chart" sz="quarter" idx="18"/>
          </p:nvPr>
        </p:nvSpPr>
        <p:spPr>
          <a:xfrm>
            <a:off x="4657725" y="428625"/>
            <a:ext cx="4057650" cy="4286250"/>
          </a:xfrm>
        </p:spPr>
        <p:txBody>
          <a:bodyPr/>
          <a:lstStyle/>
          <a:p>
            <a:r>
              <a:rPr lang="en-US"/>
              <a:t>Click icon to add chart</a:t>
            </a:r>
          </a:p>
        </p:txBody>
      </p:sp>
      <p:sp>
        <p:nvSpPr>
          <p:cNvPr id="3" name="Footer Placeholder 2">
            <a:extLst>
              <a:ext uri="{FF2B5EF4-FFF2-40B4-BE49-F238E27FC236}">
                <a16:creationId xmlns:a16="http://schemas.microsoft.com/office/drawing/2014/main" id="{F7FD58B8-F5C6-AF7B-B5EE-FE1BA15B7154}"/>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5" name="Slide Number Placeholder 4">
            <a:extLst>
              <a:ext uri="{FF2B5EF4-FFF2-40B4-BE49-F238E27FC236}">
                <a16:creationId xmlns:a16="http://schemas.microsoft.com/office/drawing/2014/main" id="{654599C5-0F5E-C5EB-47FB-0DC6EFD39A20}"/>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4" name="Date Placeholder 3">
            <a:extLst>
              <a:ext uri="{FF2B5EF4-FFF2-40B4-BE49-F238E27FC236}">
                <a16:creationId xmlns:a16="http://schemas.microsoft.com/office/drawing/2014/main" id="{7EAAF3D9-2EF5-95BF-D72C-FCC0A2E8412A}"/>
              </a:ext>
              <a:ext uri="{C183D7F6-B498-43B3-948B-1728B52AA6E4}">
                <adec:decorative xmlns:adec="http://schemas.microsoft.com/office/drawing/2017/decorative" val="1"/>
              </a:ext>
            </a:extLst>
          </p:cNvPr>
          <p:cNvSpPr>
            <a:spLocks noGrp="1"/>
          </p:cNvSpPr>
          <p:nvPr>
            <p:ph type="dt" sz="half" idx="11"/>
          </p:nvPr>
        </p:nvSpPr>
        <p:spPr/>
        <p:txBody>
          <a:bodyPr/>
          <a:lstStyle/>
          <a:p>
            <a:fld id="{FC43B174-C524-4093-8BF8-E98777F91AA9}" type="datetimeyyyy">
              <a:rPr lang="en-US" smtClean="0"/>
              <a:t>2026</a:t>
            </a:fld>
            <a:endParaRPr lang="en-US"/>
          </a:p>
        </p:txBody>
      </p:sp>
    </p:spTree>
    <p:extLst>
      <p:ext uri="{BB962C8B-B14F-4D97-AF65-F5344CB8AC3E}">
        <p14:creationId xmlns:p14="http://schemas.microsoft.com/office/powerpoint/2010/main" val="35932635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hart righ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229D9-8EB6-4FB4-8418-1779953A3564}"/>
              </a:ext>
            </a:extLst>
          </p:cNvPr>
          <p:cNvSpPr>
            <a:spLocks noGrp="1"/>
          </p:cNvSpPr>
          <p:nvPr>
            <p:ph type="title"/>
          </p:nvPr>
        </p:nvSpPr>
        <p:spPr>
          <a:xfrm>
            <a:off x="428625" y="428625"/>
            <a:ext cx="3352800" cy="1122997"/>
          </a:xfrm>
        </p:spPr>
        <p:txBody>
          <a:bodyPr/>
          <a:lstStyle/>
          <a:p>
            <a:r>
              <a:rPr lang="en-US"/>
              <a:t>Click to edit Master title style</a:t>
            </a:r>
          </a:p>
        </p:txBody>
      </p:sp>
      <p:sp>
        <p:nvSpPr>
          <p:cNvPr id="12" name="Text Placeholder 11">
            <a:extLst>
              <a:ext uri="{FF2B5EF4-FFF2-40B4-BE49-F238E27FC236}">
                <a16:creationId xmlns:a16="http://schemas.microsoft.com/office/drawing/2014/main" id="{000B248F-E60C-EF6F-E67B-18E9C4AE457A}"/>
              </a:ext>
            </a:extLst>
          </p:cNvPr>
          <p:cNvSpPr>
            <a:spLocks noGrp="1"/>
          </p:cNvSpPr>
          <p:nvPr>
            <p:ph type="body" sz="quarter" idx="13"/>
          </p:nvPr>
        </p:nvSpPr>
        <p:spPr>
          <a:xfrm>
            <a:off x="428625" y="1714500"/>
            <a:ext cx="3352800" cy="342900"/>
          </a:xfrm>
        </p:spPr>
        <p:txBody>
          <a:bodyPr/>
          <a:lstStyle>
            <a:lvl1pPr marL="0" indent="0">
              <a:lnSpc>
                <a:spcPct val="90000"/>
              </a:lnSpc>
              <a:buNone/>
              <a:defRPr sz="1650"/>
            </a:lvl1pPr>
            <a:lvl2pPr marL="170259" indent="0">
              <a:buNone/>
              <a:defRPr/>
            </a:lvl2pPr>
            <a:lvl3pPr marL="345281" indent="0">
              <a:buNone/>
              <a:defRPr/>
            </a:lvl3pPr>
            <a:lvl4pPr marL="469106" indent="0">
              <a:buNone/>
              <a:defRPr/>
            </a:lvl4pPr>
            <a:lvl5pPr marL="598885" indent="0">
              <a:buNone/>
              <a:defRPr/>
            </a:lvl5pPr>
          </a:lstStyle>
          <a:p>
            <a:pPr lvl="0"/>
            <a:r>
              <a:rPr lang="en-US"/>
              <a:t>Click to edit Master text styles</a:t>
            </a:r>
          </a:p>
        </p:txBody>
      </p:sp>
      <p:sp>
        <p:nvSpPr>
          <p:cNvPr id="14" name="Text Placeholder 13">
            <a:extLst>
              <a:ext uri="{FF2B5EF4-FFF2-40B4-BE49-F238E27FC236}">
                <a16:creationId xmlns:a16="http://schemas.microsoft.com/office/drawing/2014/main" id="{A0544774-89B6-E928-C7DB-4C62F09014B7}"/>
              </a:ext>
            </a:extLst>
          </p:cNvPr>
          <p:cNvSpPr>
            <a:spLocks noGrp="1"/>
          </p:cNvSpPr>
          <p:nvPr>
            <p:ph type="body" sz="quarter" idx="14"/>
          </p:nvPr>
        </p:nvSpPr>
        <p:spPr>
          <a:xfrm>
            <a:off x="428625" y="3086100"/>
            <a:ext cx="3352800" cy="1628775"/>
          </a:xfrm>
        </p:spPr>
        <p:txBody>
          <a:bodyPr/>
          <a:lstStyle>
            <a:lvl1pPr marL="0" indent="0">
              <a:buNone/>
              <a:defRPr sz="1050"/>
            </a:lvl1pPr>
            <a:lvl2pPr marL="170259" indent="0">
              <a:buNone/>
              <a:defRPr sz="900"/>
            </a:lvl2pPr>
            <a:lvl3pPr marL="345281" indent="0">
              <a:buNone/>
              <a:defRPr sz="900"/>
            </a:lvl3pPr>
            <a:lvl4pPr marL="469106" indent="0">
              <a:buNone/>
              <a:defRPr sz="900"/>
            </a:lvl4pPr>
            <a:lvl5pPr marL="598885" indent="0">
              <a:buNone/>
              <a:defRPr sz="900"/>
            </a:lvl5pPr>
          </a:lstStyle>
          <a:p>
            <a:pPr lvl="0"/>
            <a:r>
              <a:rPr lang="en-US"/>
              <a:t>Click to edit Master text styles</a:t>
            </a:r>
          </a:p>
        </p:txBody>
      </p:sp>
      <p:sp>
        <p:nvSpPr>
          <p:cNvPr id="19" name="Chart Placeholder 18">
            <a:extLst>
              <a:ext uri="{FF2B5EF4-FFF2-40B4-BE49-F238E27FC236}">
                <a16:creationId xmlns:a16="http://schemas.microsoft.com/office/drawing/2014/main" id="{EA8A3EB3-BF83-A36F-EAA1-6919F7A7F607}"/>
              </a:ext>
            </a:extLst>
          </p:cNvPr>
          <p:cNvSpPr>
            <a:spLocks noGrp="1"/>
          </p:cNvSpPr>
          <p:nvPr>
            <p:ph type="chart" sz="quarter" idx="18"/>
          </p:nvPr>
        </p:nvSpPr>
        <p:spPr>
          <a:xfrm>
            <a:off x="4657725" y="428625"/>
            <a:ext cx="4057650" cy="4286250"/>
          </a:xfrm>
        </p:spPr>
        <p:txBody>
          <a:bodyPr/>
          <a:lstStyle/>
          <a:p>
            <a:r>
              <a:rPr lang="en-US"/>
              <a:t>Click icon to add chart</a:t>
            </a:r>
          </a:p>
        </p:txBody>
      </p:sp>
      <p:sp>
        <p:nvSpPr>
          <p:cNvPr id="3" name="Footer Placeholder 2">
            <a:extLst>
              <a:ext uri="{FF2B5EF4-FFF2-40B4-BE49-F238E27FC236}">
                <a16:creationId xmlns:a16="http://schemas.microsoft.com/office/drawing/2014/main" id="{F7FD58B8-F5C6-AF7B-B5EE-FE1BA15B7154}"/>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7EAAF3D9-2EF5-95BF-D72C-FCC0A2E8412A}"/>
              </a:ext>
              <a:ext uri="{C183D7F6-B498-43B3-948B-1728B52AA6E4}">
                <adec:decorative xmlns:adec="http://schemas.microsoft.com/office/drawing/2017/decorative" val="1"/>
              </a:ext>
            </a:extLst>
          </p:cNvPr>
          <p:cNvSpPr>
            <a:spLocks noGrp="1"/>
          </p:cNvSpPr>
          <p:nvPr>
            <p:ph type="dt" sz="half" idx="11"/>
          </p:nvPr>
        </p:nvSpPr>
        <p:spPr/>
        <p:txBody>
          <a:bodyPr/>
          <a:lstStyle/>
          <a:p>
            <a:fld id="{F623D960-D293-41E6-A8A3-B3C44C04DBE1}" type="datetimeyyyy">
              <a:rPr lang="en-US" smtClean="0"/>
              <a:t>2026</a:t>
            </a:fld>
            <a:endParaRPr lang="en-US"/>
          </a:p>
        </p:txBody>
      </p:sp>
      <p:sp>
        <p:nvSpPr>
          <p:cNvPr id="5" name="Slide Number Placeholder 4">
            <a:extLst>
              <a:ext uri="{FF2B5EF4-FFF2-40B4-BE49-F238E27FC236}">
                <a16:creationId xmlns:a16="http://schemas.microsoft.com/office/drawing/2014/main" id="{654599C5-0F5E-C5EB-47FB-0DC6EFD39A20}"/>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36200398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hart top">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3B2AB18-C027-F9C0-44AF-60C2A249C0D1}"/>
              </a:ext>
            </a:extLst>
          </p:cNvPr>
          <p:cNvSpPr>
            <a:spLocks noGrp="1"/>
          </p:cNvSpPr>
          <p:nvPr>
            <p:ph type="title"/>
          </p:nvPr>
        </p:nvSpPr>
        <p:spPr/>
        <p:txBody>
          <a:bodyPr/>
          <a:lstStyle/>
          <a:p>
            <a:r>
              <a:rPr lang="en-US"/>
              <a:t>Click to edit Master title style</a:t>
            </a:r>
          </a:p>
        </p:txBody>
      </p:sp>
      <p:sp>
        <p:nvSpPr>
          <p:cNvPr id="16" name="Text Placeholder 13">
            <a:extLst>
              <a:ext uri="{FF2B5EF4-FFF2-40B4-BE49-F238E27FC236}">
                <a16:creationId xmlns:a16="http://schemas.microsoft.com/office/drawing/2014/main" id="{80F5F842-5C3D-54CD-F990-11896C740B6D}"/>
              </a:ext>
            </a:extLst>
          </p:cNvPr>
          <p:cNvSpPr>
            <a:spLocks noGrp="1"/>
          </p:cNvSpPr>
          <p:nvPr>
            <p:ph type="body" sz="quarter" idx="18"/>
          </p:nvPr>
        </p:nvSpPr>
        <p:spPr>
          <a:xfrm>
            <a:off x="428625" y="1314451"/>
            <a:ext cx="8286750" cy="342900"/>
          </a:xfrm>
        </p:spPr>
        <p:txBody>
          <a:bodyPr/>
          <a:lstStyle>
            <a:lvl1pPr marL="0" indent="0">
              <a:buNone/>
              <a:defRPr sz="900" b="1" cap="all" spc="113" baseline="0">
                <a:solidFill>
                  <a:schemeClr val="accent1"/>
                </a:solidFill>
              </a:defRPr>
            </a:lvl1pPr>
            <a:lvl2pPr marL="170259" indent="0">
              <a:buNone/>
              <a:defRPr sz="900"/>
            </a:lvl2pPr>
            <a:lvl3pPr marL="345281" indent="0">
              <a:buNone/>
              <a:defRPr sz="900"/>
            </a:lvl3pPr>
            <a:lvl4pPr marL="469106" indent="0">
              <a:buNone/>
              <a:defRPr sz="900"/>
            </a:lvl4pPr>
            <a:lvl5pPr marL="598885" indent="0">
              <a:buNone/>
              <a:defRPr sz="900"/>
            </a:lvl5pPr>
          </a:lstStyle>
          <a:p>
            <a:pPr lvl="0"/>
            <a:r>
              <a:rPr lang="en-US"/>
              <a:t>Click to edit Master text styles</a:t>
            </a:r>
          </a:p>
        </p:txBody>
      </p:sp>
      <p:sp>
        <p:nvSpPr>
          <p:cNvPr id="18" name="Chart Placeholder 17">
            <a:extLst>
              <a:ext uri="{FF2B5EF4-FFF2-40B4-BE49-F238E27FC236}">
                <a16:creationId xmlns:a16="http://schemas.microsoft.com/office/drawing/2014/main" id="{40F477FE-DE1B-B705-DA9D-CA5D1127C9E2}"/>
              </a:ext>
            </a:extLst>
          </p:cNvPr>
          <p:cNvSpPr>
            <a:spLocks noGrp="1"/>
          </p:cNvSpPr>
          <p:nvPr>
            <p:ph type="chart" sz="quarter" idx="19"/>
          </p:nvPr>
        </p:nvSpPr>
        <p:spPr>
          <a:xfrm>
            <a:off x="428624" y="1820229"/>
            <a:ext cx="8286750" cy="2009813"/>
          </a:xfrm>
        </p:spPr>
        <p:txBody>
          <a:bodyPr/>
          <a:lstStyle>
            <a:lvl1pPr marL="0" indent="0">
              <a:buNone/>
              <a:defRPr sz="1050"/>
            </a:lvl1pPr>
          </a:lstStyle>
          <a:p>
            <a:r>
              <a:rPr lang="en-US"/>
              <a:t>Click icon to add chart</a:t>
            </a:r>
          </a:p>
        </p:txBody>
      </p:sp>
      <p:sp>
        <p:nvSpPr>
          <p:cNvPr id="12" name="Text Placeholder 13">
            <a:extLst>
              <a:ext uri="{FF2B5EF4-FFF2-40B4-BE49-F238E27FC236}">
                <a16:creationId xmlns:a16="http://schemas.microsoft.com/office/drawing/2014/main" id="{D23B8D11-F0D0-9E49-D780-D95250CB95E7}"/>
              </a:ext>
            </a:extLst>
          </p:cNvPr>
          <p:cNvSpPr>
            <a:spLocks noGrp="1"/>
          </p:cNvSpPr>
          <p:nvPr>
            <p:ph type="body" sz="quarter" idx="14"/>
          </p:nvPr>
        </p:nvSpPr>
        <p:spPr>
          <a:xfrm>
            <a:off x="428625" y="3971926"/>
            <a:ext cx="1943100" cy="742949"/>
          </a:xfrm>
        </p:spPr>
        <p:txBody>
          <a:bodyPr/>
          <a:lstStyle>
            <a:lvl1pPr marL="0" indent="0">
              <a:buNone/>
              <a:defRPr sz="900"/>
            </a:lvl1pPr>
            <a:lvl2pPr marL="170259" indent="0">
              <a:buNone/>
              <a:defRPr sz="900"/>
            </a:lvl2pPr>
            <a:lvl3pPr marL="345281" indent="0">
              <a:buNone/>
              <a:defRPr sz="900"/>
            </a:lvl3pPr>
            <a:lvl4pPr marL="469106" indent="0">
              <a:buNone/>
              <a:defRPr sz="900"/>
            </a:lvl4pPr>
            <a:lvl5pPr marL="598885" indent="0">
              <a:buNone/>
              <a:defRPr sz="900"/>
            </a:lvl5pPr>
          </a:lstStyle>
          <a:p>
            <a:pPr lvl="0"/>
            <a:r>
              <a:rPr lang="en-US"/>
              <a:t>Click to edit Master text styles</a:t>
            </a:r>
          </a:p>
        </p:txBody>
      </p:sp>
      <p:sp>
        <p:nvSpPr>
          <p:cNvPr id="13" name="Text Placeholder 13">
            <a:extLst>
              <a:ext uri="{FF2B5EF4-FFF2-40B4-BE49-F238E27FC236}">
                <a16:creationId xmlns:a16="http://schemas.microsoft.com/office/drawing/2014/main" id="{06435C4E-9CF4-8E6B-07C7-B67C32B83496}"/>
              </a:ext>
            </a:extLst>
          </p:cNvPr>
          <p:cNvSpPr>
            <a:spLocks noGrp="1"/>
          </p:cNvSpPr>
          <p:nvPr>
            <p:ph type="body" sz="quarter" idx="15"/>
          </p:nvPr>
        </p:nvSpPr>
        <p:spPr>
          <a:xfrm>
            <a:off x="2543175" y="3971926"/>
            <a:ext cx="1943100" cy="742949"/>
          </a:xfrm>
        </p:spPr>
        <p:txBody>
          <a:bodyPr/>
          <a:lstStyle>
            <a:lvl1pPr marL="0" indent="0">
              <a:buNone/>
              <a:defRPr sz="900"/>
            </a:lvl1pPr>
            <a:lvl2pPr marL="170259" indent="0">
              <a:buNone/>
              <a:defRPr sz="900"/>
            </a:lvl2pPr>
            <a:lvl3pPr marL="345281" indent="0">
              <a:buNone/>
              <a:defRPr sz="900"/>
            </a:lvl3pPr>
            <a:lvl4pPr marL="469106" indent="0">
              <a:buNone/>
              <a:defRPr sz="900"/>
            </a:lvl4pPr>
            <a:lvl5pPr marL="598885" indent="0">
              <a:buNone/>
              <a:defRPr sz="900"/>
            </a:lvl5pPr>
          </a:lstStyle>
          <a:p>
            <a:pPr lvl="0"/>
            <a:r>
              <a:rPr lang="en-US"/>
              <a:t>Click to edit Master text styles</a:t>
            </a:r>
          </a:p>
        </p:txBody>
      </p:sp>
      <p:sp>
        <p:nvSpPr>
          <p:cNvPr id="14" name="Text Placeholder 13">
            <a:extLst>
              <a:ext uri="{FF2B5EF4-FFF2-40B4-BE49-F238E27FC236}">
                <a16:creationId xmlns:a16="http://schemas.microsoft.com/office/drawing/2014/main" id="{02A9E9F2-9991-1F6B-4DDA-F4871CF8CA34}"/>
              </a:ext>
            </a:extLst>
          </p:cNvPr>
          <p:cNvSpPr>
            <a:spLocks noGrp="1"/>
          </p:cNvSpPr>
          <p:nvPr>
            <p:ph type="body" sz="quarter" idx="16"/>
          </p:nvPr>
        </p:nvSpPr>
        <p:spPr>
          <a:xfrm>
            <a:off x="4657725" y="3971926"/>
            <a:ext cx="1943100" cy="742949"/>
          </a:xfrm>
        </p:spPr>
        <p:txBody>
          <a:bodyPr/>
          <a:lstStyle>
            <a:lvl1pPr marL="0" indent="0">
              <a:buNone/>
              <a:defRPr sz="900"/>
            </a:lvl1pPr>
            <a:lvl2pPr marL="170259" indent="0">
              <a:buNone/>
              <a:defRPr sz="900"/>
            </a:lvl2pPr>
            <a:lvl3pPr marL="345281" indent="0">
              <a:buNone/>
              <a:defRPr sz="900"/>
            </a:lvl3pPr>
            <a:lvl4pPr marL="469106" indent="0">
              <a:buNone/>
              <a:defRPr sz="900"/>
            </a:lvl4pPr>
            <a:lvl5pPr marL="598885" indent="0">
              <a:buNone/>
              <a:defRPr sz="900"/>
            </a:lvl5pPr>
          </a:lstStyle>
          <a:p>
            <a:pPr lvl="0"/>
            <a:r>
              <a:rPr lang="en-US"/>
              <a:t>Click to edit Master text styles</a:t>
            </a:r>
          </a:p>
        </p:txBody>
      </p:sp>
      <p:sp>
        <p:nvSpPr>
          <p:cNvPr id="15" name="Text Placeholder 13">
            <a:extLst>
              <a:ext uri="{FF2B5EF4-FFF2-40B4-BE49-F238E27FC236}">
                <a16:creationId xmlns:a16="http://schemas.microsoft.com/office/drawing/2014/main" id="{C606F0E7-6085-6A74-ED76-8108DFFE19E9}"/>
              </a:ext>
            </a:extLst>
          </p:cNvPr>
          <p:cNvSpPr>
            <a:spLocks noGrp="1"/>
          </p:cNvSpPr>
          <p:nvPr>
            <p:ph type="body" sz="quarter" idx="17"/>
          </p:nvPr>
        </p:nvSpPr>
        <p:spPr>
          <a:xfrm>
            <a:off x="6772274" y="3971926"/>
            <a:ext cx="1943100" cy="742949"/>
          </a:xfrm>
        </p:spPr>
        <p:txBody>
          <a:bodyPr/>
          <a:lstStyle>
            <a:lvl1pPr marL="0" indent="0">
              <a:buNone/>
              <a:defRPr sz="900"/>
            </a:lvl1pPr>
            <a:lvl2pPr marL="170259" indent="0">
              <a:buNone/>
              <a:defRPr sz="900"/>
            </a:lvl2pPr>
            <a:lvl3pPr marL="345281" indent="0">
              <a:buNone/>
              <a:defRPr sz="900"/>
            </a:lvl3pPr>
            <a:lvl4pPr marL="469106" indent="0">
              <a:buNone/>
              <a:defRPr sz="900"/>
            </a:lvl4pPr>
            <a:lvl5pPr marL="598885" indent="0">
              <a:buNone/>
              <a:defRPr sz="900"/>
            </a:lvl5pPr>
          </a:lstStyle>
          <a:p>
            <a:pPr lvl="0"/>
            <a:r>
              <a:rPr lang="en-US"/>
              <a:t>Click to edit Master text styles</a:t>
            </a:r>
          </a:p>
        </p:txBody>
      </p:sp>
      <p:sp>
        <p:nvSpPr>
          <p:cNvPr id="3" name="Footer Placeholder 2">
            <a:extLst>
              <a:ext uri="{FF2B5EF4-FFF2-40B4-BE49-F238E27FC236}">
                <a16:creationId xmlns:a16="http://schemas.microsoft.com/office/drawing/2014/main" id="{14BDE212-F330-FC7D-6D5B-C8DC1F1F1EB1}"/>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653DFA9B-B82D-4565-0656-280DB1B2F5EA}"/>
              </a:ext>
              <a:ext uri="{C183D7F6-B498-43B3-948B-1728B52AA6E4}">
                <adec:decorative xmlns:adec="http://schemas.microsoft.com/office/drawing/2017/decorative" val="1"/>
              </a:ext>
            </a:extLst>
          </p:cNvPr>
          <p:cNvSpPr>
            <a:spLocks noGrp="1"/>
          </p:cNvSpPr>
          <p:nvPr>
            <p:ph type="dt" sz="half" idx="11"/>
          </p:nvPr>
        </p:nvSpPr>
        <p:spPr/>
        <p:txBody>
          <a:bodyPr/>
          <a:lstStyle/>
          <a:p>
            <a:fld id="{751FF448-7BD4-4A3C-887C-8315F8261568}" type="datetimeyyyy">
              <a:rPr lang="en-US" smtClean="0"/>
              <a:t>2026</a:t>
            </a:fld>
            <a:endParaRPr lang="en-US"/>
          </a:p>
        </p:txBody>
      </p:sp>
      <p:sp>
        <p:nvSpPr>
          <p:cNvPr id="5" name="Slide Number Placeholder 4">
            <a:extLst>
              <a:ext uri="{FF2B5EF4-FFF2-40B4-BE49-F238E27FC236}">
                <a16:creationId xmlns:a16="http://schemas.microsoft.com/office/drawing/2014/main" id="{9DEC7FC2-9C6E-D8AB-DD0B-79D0E2499F59}"/>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137819098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5E89F-C984-5EC9-C88A-F8A37D1B7BF9}"/>
              </a:ext>
            </a:extLst>
          </p:cNvPr>
          <p:cNvSpPr>
            <a:spLocks noGrp="1"/>
          </p:cNvSpPr>
          <p:nvPr>
            <p:ph type="title"/>
          </p:nvPr>
        </p:nvSpPr>
        <p:spPr>
          <a:xfrm>
            <a:off x="428625" y="428625"/>
            <a:ext cx="8286750" cy="3429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EABBFFFC-4A62-D7DA-D186-A68A2AF381C9}"/>
              </a:ext>
            </a:extLst>
          </p:cNvPr>
          <p:cNvSpPr>
            <a:spLocks noGrp="1"/>
          </p:cNvSpPr>
          <p:nvPr>
            <p:ph type="body" sz="quarter" idx="13"/>
          </p:nvPr>
        </p:nvSpPr>
        <p:spPr>
          <a:xfrm>
            <a:off x="428625" y="868815"/>
            <a:ext cx="8286750" cy="302760"/>
          </a:xfrm>
        </p:spPr>
        <p:txBody>
          <a:bodyPr/>
          <a:lstStyle>
            <a:lvl1pPr marL="0" indent="0">
              <a:lnSpc>
                <a:spcPct val="90000"/>
              </a:lnSpc>
              <a:buNone/>
              <a:defRPr sz="1650"/>
            </a:lvl1pPr>
            <a:lvl2pPr marL="170259" indent="0">
              <a:buNone/>
              <a:defRPr/>
            </a:lvl2pPr>
            <a:lvl3pPr marL="345281" indent="0">
              <a:buNone/>
              <a:defRPr/>
            </a:lvl3pPr>
            <a:lvl4pPr marL="469106" indent="0">
              <a:buNone/>
              <a:defRPr/>
            </a:lvl4pPr>
            <a:lvl5pPr marL="598885" indent="0">
              <a:buNone/>
              <a:defRPr/>
            </a:lvl5pPr>
          </a:lstStyle>
          <a:p>
            <a:pPr lvl="0"/>
            <a:r>
              <a:rPr lang="en-US"/>
              <a:t>Click to edit Master text styles</a:t>
            </a:r>
          </a:p>
        </p:txBody>
      </p:sp>
      <p:sp>
        <p:nvSpPr>
          <p:cNvPr id="3" name="Footer Placeholder 2">
            <a:extLst>
              <a:ext uri="{FF2B5EF4-FFF2-40B4-BE49-F238E27FC236}">
                <a16:creationId xmlns:a16="http://schemas.microsoft.com/office/drawing/2014/main" id="{E233D797-4FB2-4DE2-244F-66B8D169D16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4379A54F-D44C-840B-946D-8F1906CFCA0E}"/>
              </a:ext>
              <a:ext uri="{C183D7F6-B498-43B3-948B-1728B52AA6E4}">
                <adec:decorative xmlns:adec="http://schemas.microsoft.com/office/drawing/2017/decorative" val="1"/>
              </a:ext>
            </a:extLst>
          </p:cNvPr>
          <p:cNvSpPr>
            <a:spLocks noGrp="1"/>
          </p:cNvSpPr>
          <p:nvPr>
            <p:ph type="dt" sz="half" idx="11"/>
          </p:nvPr>
        </p:nvSpPr>
        <p:spPr/>
        <p:txBody>
          <a:bodyPr/>
          <a:lstStyle/>
          <a:p>
            <a:fld id="{DACD981F-320C-42DF-ABA7-85C0575B7353}" type="datetimeyyyy">
              <a:rPr lang="en-US" smtClean="0"/>
              <a:t>2026</a:t>
            </a:fld>
            <a:endParaRPr lang="en-US"/>
          </a:p>
        </p:txBody>
      </p:sp>
      <p:sp>
        <p:nvSpPr>
          <p:cNvPr id="5" name="Slide Number Placeholder 4">
            <a:extLst>
              <a:ext uri="{FF2B5EF4-FFF2-40B4-BE49-F238E27FC236}">
                <a16:creationId xmlns:a16="http://schemas.microsoft.com/office/drawing/2014/main" id="{A360216C-BF44-E98D-DA57-6EC6F458EB37}"/>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8" name="Table Placeholder 7">
            <a:extLst>
              <a:ext uri="{FF2B5EF4-FFF2-40B4-BE49-F238E27FC236}">
                <a16:creationId xmlns:a16="http://schemas.microsoft.com/office/drawing/2014/main" id="{DA8972DC-88B1-3220-E576-DCAE491F1082}"/>
              </a:ext>
            </a:extLst>
          </p:cNvPr>
          <p:cNvSpPr>
            <a:spLocks noGrp="1"/>
          </p:cNvSpPr>
          <p:nvPr>
            <p:ph type="tbl" sz="quarter" idx="14"/>
          </p:nvPr>
        </p:nvSpPr>
        <p:spPr>
          <a:xfrm>
            <a:off x="428625" y="1314450"/>
            <a:ext cx="8286750" cy="3400425"/>
          </a:xfrm>
        </p:spPr>
        <p:txBody>
          <a:bodyPr/>
          <a:lstStyle/>
          <a:p>
            <a:r>
              <a:rPr lang="en-US"/>
              <a:t>Click icon to add table</a:t>
            </a:r>
          </a:p>
        </p:txBody>
      </p:sp>
      <p:grpSp>
        <p:nvGrpSpPr>
          <p:cNvPr id="9" name="Group 8">
            <a:extLst>
              <a:ext uri="{FF2B5EF4-FFF2-40B4-BE49-F238E27FC236}">
                <a16:creationId xmlns:a16="http://schemas.microsoft.com/office/drawing/2014/main" id="{71C7E43B-BF07-DC3E-75E6-FE39A706DEC0}"/>
              </a:ext>
              <a:ext uri="{C183D7F6-B498-43B3-948B-1728B52AA6E4}">
                <adec:decorative xmlns:adec="http://schemas.microsoft.com/office/drawing/2017/decorative" val="1"/>
              </a:ext>
            </a:extLst>
          </p:cNvPr>
          <p:cNvGrpSpPr/>
          <p:nvPr userDrawn="1"/>
        </p:nvGrpSpPr>
        <p:grpSpPr>
          <a:xfrm>
            <a:off x="9273693" y="1"/>
            <a:ext cx="2194560" cy="3236975"/>
            <a:chOff x="-3024205" y="2"/>
            <a:chExt cx="2926080" cy="4315966"/>
          </a:xfrm>
          <a:solidFill>
            <a:schemeClr val="accent2"/>
          </a:solidFill>
        </p:grpSpPr>
        <p:sp>
          <p:nvSpPr>
            <p:cNvPr id="10" name="Rectangle 9">
              <a:extLst>
                <a:ext uri="{FF2B5EF4-FFF2-40B4-BE49-F238E27FC236}">
                  <a16:creationId xmlns:a16="http://schemas.microsoft.com/office/drawing/2014/main" id="{8F47FE05-ADA7-B0BF-F859-D3D05594909A}"/>
                </a:ext>
              </a:extLst>
            </p:cNvPr>
            <p:cNvSpPr/>
            <p:nvPr/>
          </p:nvSpPr>
          <p:spPr>
            <a:xfrm>
              <a:off x="-3024205" y="2"/>
              <a:ext cx="2926080" cy="43159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900"/>
                </a:spcBef>
              </a:pPr>
              <a:r>
                <a:rPr lang="en-US" sz="750" b="1" cap="all">
                  <a:solidFill>
                    <a:schemeClr val="bg1"/>
                  </a:solidFill>
                </a:rPr>
                <a:t>table INSTRUCTIONS</a:t>
              </a:r>
            </a:p>
            <a:p>
              <a:pPr marL="130969" indent="-130969">
                <a:spcBef>
                  <a:spcPts val="900"/>
                </a:spcBef>
                <a:buFont typeface="+mj-lt"/>
                <a:buAutoNum type="arabicPeriod"/>
              </a:pPr>
              <a:r>
                <a:rPr lang="en-US" sz="750" cap="all">
                  <a:solidFill>
                    <a:schemeClr val="bg1"/>
                  </a:solidFill>
                </a:rPr>
                <a:t>APPLY STYLES</a:t>
              </a:r>
              <a:endParaRPr lang="en-US" sz="750" b="1" cap="all">
                <a:solidFill>
                  <a:schemeClr val="bg1"/>
                </a:solidFill>
              </a:endParaRPr>
            </a:p>
            <a:p>
              <a:pPr marL="259556" lvl="1" indent="-130969">
                <a:spcBef>
                  <a:spcPts val="450"/>
                </a:spcBef>
                <a:buFont typeface="+mj-lt"/>
                <a:buAutoNum type="alphaLcPeriod"/>
              </a:pPr>
              <a:r>
                <a:rPr lang="en-US" sz="750">
                  <a:solidFill>
                    <a:schemeClr val="bg1"/>
                  </a:solidFill>
                </a:rPr>
                <a:t>When inserting a new table, </a:t>
              </a:r>
              <a:br>
                <a:rPr lang="en-US" sz="750">
                  <a:solidFill>
                    <a:schemeClr val="bg1"/>
                  </a:solidFill>
                </a:rPr>
              </a:br>
              <a:r>
                <a:rPr lang="en-US" sz="750">
                  <a:solidFill>
                    <a:schemeClr val="bg1"/>
                  </a:solidFill>
                </a:rPr>
                <a:t>“Medium Style 3 – Accent 1” will be </a:t>
              </a:r>
              <a:br>
                <a:rPr lang="en-US" sz="750">
                  <a:solidFill>
                    <a:schemeClr val="bg1"/>
                  </a:solidFill>
                </a:rPr>
              </a:br>
              <a:r>
                <a:rPr lang="en-US" sz="750">
                  <a:solidFill>
                    <a:schemeClr val="bg1"/>
                  </a:solidFill>
                </a:rPr>
                <a:t>applied automatically. If inserting </a:t>
              </a:r>
              <a:br>
                <a:rPr lang="en-US" sz="750">
                  <a:solidFill>
                    <a:schemeClr val="bg1"/>
                  </a:solidFill>
                </a:rPr>
              </a:br>
              <a:r>
                <a:rPr lang="en-US" sz="750">
                  <a:solidFill>
                    <a:schemeClr val="bg1"/>
                  </a:solidFill>
                </a:rPr>
                <a:t>a previously designed table, </a:t>
              </a:r>
              <a:br>
                <a:rPr lang="en-US" sz="750">
                  <a:solidFill>
                    <a:schemeClr val="bg1"/>
                  </a:solidFill>
                </a:rPr>
              </a:br>
              <a:r>
                <a:rPr lang="en-US" sz="750">
                  <a:solidFill>
                    <a:schemeClr val="bg1"/>
                  </a:solidFill>
                </a:rPr>
                <a:t>“Medium Style 3 – Accent 1” </a:t>
              </a:r>
              <a:br>
                <a:rPr lang="en-US" sz="750">
                  <a:solidFill>
                    <a:schemeClr val="bg1"/>
                  </a:solidFill>
                </a:rPr>
              </a:br>
              <a:r>
                <a:rPr lang="en-US" sz="750">
                  <a:solidFill>
                    <a:schemeClr val="bg1"/>
                  </a:solidFill>
                </a:rPr>
                <a:t>should be manually applied </a:t>
              </a:r>
              <a:br>
                <a:rPr lang="en-US" sz="750">
                  <a:solidFill>
                    <a:schemeClr val="bg1"/>
                  </a:solidFill>
                </a:rPr>
              </a:br>
              <a:r>
                <a:rPr lang="en-US" sz="750">
                  <a:solidFill>
                    <a:schemeClr val="bg1"/>
                  </a:solidFill>
                </a:rPr>
                <a:t>(Table Design tab &gt; Table Styles &gt; </a:t>
              </a:r>
              <a:br>
                <a:rPr lang="en-US" sz="750">
                  <a:solidFill>
                    <a:schemeClr val="bg1"/>
                  </a:solidFill>
                </a:rPr>
              </a:br>
              <a:r>
                <a:rPr lang="en-US" sz="750">
                  <a:solidFill>
                    <a:schemeClr val="bg1"/>
                  </a:solidFill>
                </a:rPr>
                <a:t>“Medium Style 3 – Accent 1” )</a:t>
              </a:r>
            </a:p>
            <a:p>
              <a:pPr marL="127397" indent="-127397">
                <a:spcBef>
                  <a:spcPts val="900"/>
                </a:spcBef>
                <a:buFont typeface="+mj-lt"/>
                <a:buAutoNum type="arabicPeriod"/>
              </a:pPr>
              <a:r>
                <a:rPr lang="en-US" sz="750" cap="all">
                  <a:solidFill>
                    <a:schemeClr val="bg1"/>
                  </a:solidFill>
                </a:rPr>
                <a:t>Customization steps</a:t>
              </a:r>
              <a:endParaRPr lang="en-US" sz="750" b="1" cap="all">
                <a:solidFill>
                  <a:schemeClr val="bg1"/>
                </a:solidFill>
              </a:endParaRPr>
            </a:p>
            <a:p>
              <a:pPr marL="259556" lvl="1" indent="-129779">
                <a:spcBef>
                  <a:spcPts val="225"/>
                </a:spcBef>
                <a:buFont typeface="+mj-lt"/>
                <a:buAutoNum type="alphaLcPeriod"/>
              </a:pPr>
              <a:r>
                <a:rPr lang="en-US" sz="750">
                  <a:solidFill>
                    <a:schemeClr val="bg1"/>
                  </a:solidFill>
                </a:rPr>
                <a:t>Select entire table and remove all borders.</a:t>
              </a:r>
            </a:p>
            <a:p>
              <a:pPr marL="259556" lvl="1" indent="-129779">
                <a:spcBef>
                  <a:spcPts val="225"/>
                </a:spcBef>
                <a:buFont typeface="+mj-lt"/>
                <a:buAutoNum type="alphaLcPeriod"/>
              </a:pPr>
              <a:r>
                <a:rPr lang="en-US" sz="750">
                  <a:solidFill>
                    <a:schemeClr val="bg1"/>
                  </a:solidFill>
                </a:rPr>
                <a:t>Select table and vertically center </a:t>
              </a:r>
              <a:br>
                <a:rPr lang="en-US" sz="750">
                  <a:solidFill>
                    <a:schemeClr val="bg1"/>
                  </a:solidFill>
                </a:rPr>
              </a:br>
              <a:r>
                <a:rPr lang="en-US" sz="750">
                  <a:solidFill>
                    <a:schemeClr val="bg1"/>
                  </a:solidFill>
                </a:rPr>
                <a:t>the text (Layout tab &gt; </a:t>
              </a:r>
              <a:br>
                <a:rPr lang="en-US" sz="750">
                  <a:solidFill>
                    <a:schemeClr val="bg1"/>
                  </a:solidFill>
                </a:rPr>
              </a:br>
              <a:r>
                <a:rPr lang="en-US" sz="750">
                  <a:solidFill>
                    <a:schemeClr val="bg1"/>
                  </a:solidFill>
                </a:rPr>
                <a:t>Alignment &gt; “Center Vertically).</a:t>
              </a:r>
            </a:p>
            <a:p>
              <a:pPr marL="259556" lvl="1" indent="-129779">
                <a:spcBef>
                  <a:spcPts val="225"/>
                </a:spcBef>
                <a:buFont typeface="+mj-lt"/>
                <a:buAutoNum type="alphaLcPeriod"/>
              </a:pPr>
              <a:endParaRPr lang="en-US" sz="750">
                <a:solidFill>
                  <a:schemeClr val="bg1"/>
                </a:solidFill>
              </a:endParaRPr>
            </a:p>
            <a:p>
              <a:pPr marL="259556" lvl="1" indent="-129779">
                <a:spcBef>
                  <a:spcPts val="225"/>
                </a:spcBef>
                <a:buFont typeface="+mj-lt"/>
                <a:buAutoNum type="alphaLcPeriod"/>
              </a:pPr>
              <a:endParaRPr lang="en-US" sz="750">
                <a:solidFill>
                  <a:schemeClr val="bg1"/>
                </a:solidFill>
              </a:endParaRPr>
            </a:p>
            <a:p>
              <a:pPr marL="259556" lvl="1" indent="-129779">
                <a:spcBef>
                  <a:spcPts val="225"/>
                </a:spcBef>
                <a:buFont typeface="+mj-lt"/>
                <a:buAutoNum type="alphaLcPeriod"/>
              </a:pPr>
              <a:endParaRPr lang="en-US" sz="750">
                <a:solidFill>
                  <a:schemeClr val="bg1"/>
                </a:solidFill>
              </a:endParaRPr>
            </a:p>
            <a:p>
              <a:pPr marL="259556" lvl="1" indent="-129779">
                <a:spcBef>
                  <a:spcPts val="225"/>
                </a:spcBef>
                <a:buFont typeface="+mj-lt"/>
                <a:buAutoNum type="alphaLcPeriod"/>
              </a:pPr>
              <a:endParaRPr lang="en-US" sz="750">
                <a:solidFill>
                  <a:schemeClr val="bg1"/>
                </a:solidFill>
              </a:endParaRPr>
            </a:p>
            <a:p>
              <a:pPr marL="129778" lvl="1">
                <a:spcBef>
                  <a:spcPts val="225"/>
                </a:spcBef>
              </a:pPr>
              <a:endParaRPr lang="en-US" sz="750">
                <a:solidFill>
                  <a:schemeClr val="bg1"/>
                </a:solidFill>
              </a:endParaRPr>
            </a:p>
            <a:p>
              <a:pPr marL="255985" lvl="1" indent="-127397">
                <a:spcBef>
                  <a:spcPts val="225"/>
                </a:spcBef>
                <a:buFont typeface="+mj-lt"/>
                <a:buAutoNum type="alphaLcPeriod" startAt="3"/>
              </a:pPr>
              <a:r>
                <a:rPr lang="en-US" sz="750">
                  <a:solidFill>
                    <a:schemeClr val="bg1"/>
                  </a:solidFill>
                </a:rPr>
                <a:t>Match font styles to those shown here.</a:t>
              </a:r>
            </a:p>
          </p:txBody>
        </p:sp>
        <p:grpSp>
          <p:nvGrpSpPr>
            <p:cNvPr id="11" name="Group 10">
              <a:extLst>
                <a:ext uri="{FF2B5EF4-FFF2-40B4-BE49-F238E27FC236}">
                  <a16:creationId xmlns:a16="http://schemas.microsoft.com/office/drawing/2014/main" id="{44340DF8-6DC9-C0BF-5FCC-4AB055861AB6}"/>
                </a:ext>
              </a:extLst>
            </p:cNvPr>
            <p:cNvGrpSpPr/>
            <p:nvPr/>
          </p:nvGrpSpPr>
          <p:grpSpPr>
            <a:xfrm>
              <a:off x="-2583491" y="3067385"/>
              <a:ext cx="1884587" cy="836088"/>
              <a:chOff x="-2142774" y="5359600"/>
              <a:chExt cx="2044645" cy="907097"/>
            </a:xfrm>
            <a:grpFill/>
          </p:grpSpPr>
          <p:pic>
            <p:nvPicPr>
              <p:cNvPr id="12" name="Picture 11">
                <a:extLst>
                  <a:ext uri="{FF2B5EF4-FFF2-40B4-BE49-F238E27FC236}">
                    <a16:creationId xmlns:a16="http://schemas.microsoft.com/office/drawing/2014/main" id="{C8B4E62A-F326-3184-3888-99749219914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142774" y="5359600"/>
                <a:ext cx="2044645" cy="907097"/>
              </a:xfrm>
              <a:prstGeom prst="rect">
                <a:avLst/>
              </a:prstGeom>
              <a:grpFill/>
            </p:spPr>
          </p:pic>
          <p:sp>
            <p:nvSpPr>
              <p:cNvPr id="13" name="Rectangle 12">
                <a:extLst>
                  <a:ext uri="{FF2B5EF4-FFF2-40B4-BE49-F238E27FC236}">
                    <a16:creationId xmlns:a16="http://schemas.microsoft.com/office/drawing/2014/main" id="{044A37ED-132D-6B82-9341-96C0DAF3E5C5}"/>
                  </a:ext>
                </a:extLst>
              </p:cNvPr>
              <p:cNvSpPr/>
              <p:nvPr/>
            </p:nvSpPr>
            <p:spPr>
              <a:xfrm>
                <a:off x="-1842383" y="5751927"/>
                <a:ext cx="224718" cy="22471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endParaRPr>
              </a:p>
            </p:txBody>
          </p:sp>
        </p:grpSp>
      </p:grpSp>
    </p:spTree>
    <p:extLst>
      <p:ext uri="{BB962C8B-B14F-4D97-AF65-F5344CB8AC3E}">
        <p14:creationId xmlns:p14="http://schemas.microsoft.com/office/powerpoint/2010/main" val="354972472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lient Story 1">
    <p:spTree>
      <p:nvGrpSpPr>
        <p:cNvPr id="1" name=""/>
        <p:cNvGrpSpPr/>
        <p:nvPr/>
      </p:nvGrpSpPr>
      <p:grpSpPr>
        <a:xfrm>
          <a:off x="0" y="0"/>
          <a:ext cx="0" cy="0"/>
          <a:chOff x="0" y="0"/>
          <a:chExt cx="0" cy="0"/>
        </a:xfrm>
      </p:grpSpPr>
      <p:sp>
        <p:nvSpPr>
          <p:cNvPr id="30" name="Text Placeholder 29">
            <a:extLst>
              <a:ext uri="{FF2B5EF4-FFF2-40B4-BE49-F238E27FC236}">
                <a16:creationId xmlns:a16="http://schemas.microsoft.com/office/drawing/2014/main" id="{F7E06554-8B2A-F1F4-1E23-A12DC2EABB15}"/>
              </a:ext>
              <a:ext uri="{C183D7F6-B498-43B3-948B-1728B52AA6E4}">
                <adec:decorative xmlns:adec="http://schemas.microsoft.com/office/drawing/2017/decorative" val="1"/>
              </a:ext>
            </a:extLst>
          </p:cNvPr>
          <p:cNvSpPr>
            <a:spLocks noGrp="1"/>
          </p:cNvSpPr>
          <p:nvPr>
            <p:ph type="body" sz="quarter" idx="31"/>
          </p:nvPr>
        </p:nvSpPr>
        <p:spPr>
          <a:xfrm>
            <a:off x="4668493" y="0"/>
            <a:ext cx="4475508" cy="1830788"/>
          </a:xfrm>
          <a:custGeom>
            <a:avLst/>
            <a:gdLst>
              <a:gd name="connsiteX0" fmla="*/ 0 w 5967344"/>
              <a:gd name="connsiteY0" fmla="*/ 0 h 2441050"/>
              <a:gd name="connsiteX1" fmla="*/ 609304 w 5967344"/>
              <a:gd name="connsiteY1" fmla="*/ 0 h 2441050"/>
              <a:gd name="connsiteX2" fmla="*/ 750541 w 5967344"/>
              <a:gd name="connsiteY2" fmla="*/ 473990 h 2441050"/>
              <a:gd name="connsiteX3" fmla="*/ 1767447 w 5967344"/>
              <a:gd name="connsiteY3" fmla="*/ 1024007 h 2441050"/>
              <a:gd name="connsiteX4" fmla="*/ 4453598 w 5967344"/>
              <a:gd name="connsiteY4" fmla="*/ 223654 h 2441050"/>
              <a:gd name="connsiteX5" fmla="*/ 4453551 w 5967344"/>
              <a:gd name="connsiteY5" fmla="*/ 223585 h 2441050"/>
              <a:gd name="connsiteX6" fmla="*/ 5935514 w 5967344"/>
              <a:gd name="connsiteY6" fmla="*/ 675148 h 2441050"/>
              <a:gd name="connsiteX7" fmla="*/ 5967344 w 5967344"/>
              <a:gd name="connsiteY7" fmla="*/ 717859 h 2441050"/>
              <a:gd name="connsiteX8" fmla="*/ 5967344 w 5967344"/>
              <a:gd name="connsiteY8" fmla="*/ 2441050 h 2441050"/>
              <a:gd name="connsiteX9" fmla="*/ 5637280 w 5967344"/>
              <a:gd name="connsiteY9" fmla="*/ 1333287 h 2441050"/>
              <a:gd name="connsiteX10" fmla="*/ 4620373 w 5967344"/>
              <a:gd name="connsiteY10" fmla="*/ 783269 h 2441050"/>
              <a:gd name="connsiteX11" fmla="*/ 1934203 w 5967344"/>
              <a:gd name="connsiteY11" fmla="*/ 1583655 h 2441050"/>
              <a:gd name="connsiteX12" fmla="*/ 190925 w 5967344"/>
              <a:gd name="connsiteY12" fmla="*/ 640763 h 244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967344" h="2441050">
                <a:moveTo>
                  <a:pt x="0" y="0"/>
                </a:moveTo>
                <a:lnTo>
                  <a:pt x="609304" y="0"/>
                </a:lnTo>
                <a:lnTo>
                  <a:pt x="750541" y="473990"/>
                </a:lnTo>
                <a:cubicBezTo>
                  <a:pt x="879470" y="906687"/>
                  <a:pt x="1334749" y="1152935"/>
                  <a:pt x="1767447" y="1024007"/>
                </a:cubicBezTo>
                <a:lnTo>
                  <a:pt x="4453598" y="223654"/>
                </a:lnTo>
                <a:lnTo>
                  <a:pt x="4453551" y="223585"/>
                </a:lnTo>
                <a:cubicBezTo>
                  <a:pt x="5009885" y="57837"/>
                  <a:pt x="5587992" y="253856"/>
                  <a:pt x="5935514" y="675148"/>
                </a:cubicBezTo>
                <a:lnTo>
                  <a:pt x="5967344" y="717859"/>
                </a:lnTo>
                <a:lnTo>
                  <a:pt x="5967344" y="2441050"/>
                </a:lnTo>
                <a:lnTo>
                  <a:pt x="5637280" y="1333287"/>
                </a:lnTo>
                <a:cubicBezTo>
                  <a:pt x="5508351" y="900588"/>
                  <a:pt x="5053071" y="654340"/>
                  <a:pt x="4620373" y="783269"/>
                </a:cubicBezTo>
                <a:lnTo>
                  <a:pt x="1934203" y="1583655"/>
                </a:lnTo>
                <a:cubicBezTo>
                  <a:pt x="1192424" y="1804652"/>
                  <a:pt x="411939" y="1382510"/>
                  <a:pt x="190925" y="640763"/>
                </a:cubicBezTo>
                <a:close/>
              </a:path>
            </a:pathLst>
          </a:custGeom>
          <a:solidFill>
            <a:srgbClr val="E7EFFF"/>
          </a:solidFill>
        </p:spPr>
        <p:txBody>
          <a:bodyPr wrap="square">
            <a:noAutofit/>
          </a:bodyPr>
          <a:lstStyle>
            <a:lvl1pPr marL="0" indent="0">
              <a:buNone/>
              <a:defRPr sz="375">
                <a:noFill/>
              </a:defRPr>
            </a:lvl1pPr>
          </a:lstStyle>
          <a:p>
            <a:pPr lvl="0"/>
            <a:r>
              <a:rPr lang="en-US"/>
              <a:t>Click to edit Master text styles</a:t>
            </a:r>
          </a:p>
        </p:txBody>
      </p:sp>
      <p:sp>
        <p:nvSpPr>
          <p:cNvPr id="26" name="Picture Placeholder 25">
            <a:extLst>
              <a:ext uri="{FF2B5EF4-FFF2-40B4-BE49-F238E27FC236}">
                <a16:creationId xmlns:a16="http://schemas.microsoft.com/office/drawing/2014/main" id="{EE4616B2-C2FA-4CA9-E6AC-2DAF2058548D}"/>
              </a:ext>
              <a:ext uri="{C183D7F6-B498-43B3-948B-1728B52AA6E4}">
                <adec:decorative xmlns:adec="http://schemas.microsoft.com/office/drawing/2017/decorative" val="0"/>
              </a:ext>
            </a:extLst>
          </p:cNvPr>
          <p:cNvSpPr>
            <a:spLocks noGrp="1"/>
          </p:cNvSpPr>
          <p:nvPr>
            <p:ph type="pic" sz="quarter" idx="13" hasCustomPrompt="1"/>
          </p:nvPr>
        </p:nvSpPr>
        <p:spPr>
          <a:xfrm>
            <a:off x="428625" y="428625"/>
            <a:ext cx="1943101" cy="271463"/>
          </a:xfrm>
        </p:spPr>
        <p:txBody>
          <a:bodyPr/>
          <a:lstStyle>
            <a:lvl1pPr marL="0" indent="0">
              <a:buNone/>
              <a:defRPr sz="750" b="1"/>
            </a:lvl1pPr>
          </a:lstStyle>
          <a:p>
            <a:r>
              <a:rPr lang="en-US"/>
              <a:t>Click icon to insert client logo</a:t>
            </a:r>
          </a:p>
        </p:txBody>
      </p:sp>
      <p:sp>
        <p:nvSpPr>
          <p:cNvPr id="29" name="Picture Placeholder 28">
            <a:extLst>
              <a:ext uri="{FF2B5EF4-FFF2-40B4-BE49-F238E27FC236}">
                <a16:creationId xmlns:a16="http://schemas.microsoft.com/office/drawing/2014/main" id="{CF535E5E-710C-7CB7-1A56-23F58718852E}"/>
              </a:ext>
              <a:ext uri="{C183D7F6-B498-43B3-948B-1728B52AA6E4}">
                <adec:decorative xmlns:adec="http://schemas.microsoft.com/office/drawing/2017/decorative" val="0"/>
              </a:ext>
            </a:extLst>
          </p:cNvPr>
          <p:cNvSpPr>
            <a:spLocks noGrp="1"/>
          </p:cNvSpPr>
          <p:nvPr>
            <p:ph type="pic" sz="quarter" idx="14"/>
          </p:nvPr>
        </p:nvSpPr>
        <p:spPr>
          <a:xfrm>
            <a:off x="4676114" y="437769"/>
            <a:ext cx="4052763" cy="1116905"/>
          </a:xfrm>
          <a:custGeom>
            <a:avLst/>
            <a:gdLst>
              <a:gd name="connsiteX0" fmla="*/ 0 w 5403684"/>
              <a:gd name="connsiteY0" fmla="*/ 0 h 1572608"/>
              <a:gd name="connsiteX1" fmla="*/ 5141577 w 5403684"/>
              <a:gd name="connsiteY1" fmla="*/ 0 h 1572608"/>
              <a:gd name="connsiteX2" fmla="*/ 5403684 w 5403684"/>
              <a:gd name="connsiteY2" fmla="*/ 262107 h 1572608"/>
              <a:gd name="connsiteX3" fmla="*/ 5403684 w 5403684"/>
              <a:gd name="connsiteY3" fmla="*/ 1572608 h 1572608"/>
              <a:gd name="connsiteX4" fmla="*/ 0 w 5403684"/>
              <a:gd name="connsiteY4" fmla="*/ 1572608 h 1572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3684" h="1572608">
                <a:moveTo>
                  <a:pt x="0" y="0"/>
                </a:moveTo>
                <a:lnTo>
                  <a:pt x="5141577" y="0"/>
                </a:lnTo>
                <a:cubicBezTo>
                  <a:pt x="5286335" y="0"/>
                  <a:pt x="5403684" y="117349"/>
                  <a:pt x="5403684" y="262107"/>
                </a:cubicBezTo>
                <a:lnTo>
                  <a:pt x="5403684" y="1572608"/>
                </a:lnTo>
                <a:lnTo>
                  <a:pt x="0" y="1572608"/>
                </a:lnTo>
                <a:close/>
              </a:path>
            </a:pathLst>
          </a:custGeom>
        </p:spPr>
        <p:txBody>
          <a:bodyPr wrap="square">
            <a:noAutofit/>
          </a:bodyPr>
          <a:lstStyle>
            <a:lvl1pPr marL="0" indent="0">
              <a:buNone/>
              <a:defRPr sz="1050"/>
            </a:lvl1pPr>
          </a:lstStyle>
          <a:p>
            <a:r>
              <a:rPr lang="en-US"/>
              <a:t>Click icon to add picture</a:t>
            </a:r>
          </a:p>
        </p:txBody>
      </p:sp>
      <p:sp>
        <p:nvSpPr>
          <p:cNvPr id="2" name="Title 1">
            <a:extLst>
              <a:ext uri="{FF2B5EF4-FFF2-40B4-BE49-F238E27FC236}">
                <a16:creationId xmlns:a16="http://schemas.microsoft.com/office/drawing/2014/main" id="{17C8946E-1E61-63FF-CE8A-7801BA52B64D}"/>
              </a:ext>
            </a:extLst>
          </p:cNvPr>
          <p:cNvSpPr>
            <a:spLocks noGrp="1"/>
          </p:cNvSpPr>
          <p:nvPr>
            <p:ph type="title"/>
          </p:nvPr>
        </p:nvSpPr>
        <p:spPr>
          <a:xfrm>
            <a:off x="428625" y="923738"/>
            <a:ext cx="3524250" cy="630936"/>
          </a:xfrm>
        </p:spPr>
        <p:txBody>
          <a:bodyPr/>
          <a:lstStyle/>
          <a:p>
            <a:r>
              <a:rPr lang="en-US"/>
              <a:t>Click to edit Master title style</a:t>
            </a:r>
          </a:p>
        </p:txBody>
      </p:sp>
      <p:sp>
        <p:nvSpPr>
          <p:cNvPr id="31" name="Text Placeholder 30">
            <a:extLst>
              <a:ext uri="{FF2B5EF4-FFF2-40B4-BE49-F238E27FC236}">
                <a16:creationId xmlns:a16="http://schemas.microsoft.com/office/drawing/2014/main" id="{85EE684F-811A-48D0-19CC-E99DA92385FA}"/>
              </a:ext>
            </a:extLst>
          </p:cNvPr>
          <p:cNvSpPr>
            <a:spLocks noGrp="1"/>
          </p:cNvSpPr>
          <p:nvPr>
            <p:ph type="body" sz="quarter" idx="15"/>
          </p:nvPr>
        </p:nvSpPr>
        <p:spPr>
          <a:xfrm>
            <a:off x="428625" y="2200275"/>
            <a:ext cx="3524250" cy="297222"/>
          </a:xfrm>
        </p:spPr>
        <p:txBody>
          <a:bodyPr anchor="b"/>
          <a:lstStyle>
            <a:lvl1pPr marL="0" indent="0">
              <a:lnSpc>
                <a:spcPct val="90000"/>
              </a:lnSpc>
              <a:buNone/>
              <a:defRPr sz="1050" b="1"/>
            </a:lvl1pPr>
            <a:lvl2pPr marL="170259" indent="0">
              <a:buNone/>
              <a:defRPr sz="1050"/>
            </a:lvl2pPr>
            <a:lvl3pPr marL="345281" indent="0">
              <a:buNone/>
              <a:defRPr sz="1050"/>
            </a:lvl3pPr>
            <a:lvl4pPr marL="469106" indent="0">
              <a:buNone/>
              <a:defRPr sz="1050"/>
            </a:lvl4pPr>
            <a:lvl5pPr marL="598885" indent="0">
              <a:buNone/>
              <a:defRPr sz="1050"/>
            </a:lvl5pPr>
          </a:lstStyle>
          <a:p>
            <a:pPr lvl="0"/>
            <a:r>
              <a:rPr lang="en-US"/>
              <a:t>Click to edit Master text styles</a:t>
            </a:r>
          </a:p>
        </p:txBody>
      </p:sp>
      <p:sp>
        <p:nvSpPr>
          <p:cNvPr id="33" name="Text Placeholder 32">
            <a:extLst>
              <a:ext uri="{FF2B5EF4-FFF2-40B4-BE49-F238E27FC236}">
                <a16:creationId xmlns:a16="http://schemas.microsoft.com/office/drawing/2014/main" id="{D8DDE2F4-F352-152F-C83A-6DE995D4188D}"/>
              </a:ext>
            </a:extLst>
          </p:cNvPr>
          <p:cNvSpPr>
            <a:spLocks noGrp="1"/>
          </p:cNvSpPr>
          <p:nvPr>
            <p:ph type="body" sz="quarter" idx="16"/>
          </p:nvPr>
        </p:nvSpPr>
        <p:spPr>
          <a:xfrm>
            <a:off x="428625" y="2714236"/>
            <a:ext cx="3510185" cy="1532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ext Placeholder 34">
            <a:extLst>
              <a:ext uri="{FF2B5EF4-FFF2-40B4-BE49-F238E27FC236}">
                <a16:creationId xmlns:a16="http://schemas.microsoft.com/office/drawing/2014/main" id="{69DE830F-F48B-DDC3-4AC8-190DF5D262D7}"/>
              </a:ext>
            </a:extLst>
          </p:cNvPr>
          <p:cNvSpPr>
            <a:spLocks noGrp="1"/>
          </p:cNvSpPr>
          <p:nvPr>
            <p:ph type="body" sz="quarter" idx="17"/>
          </p:nvPr>
        </p:nvSpPr>
        <p:spPr>
          <a:xfrm>
            <a:off x="428625" y="4409700"/>
            <a:ext cx="3524250" cy="305175"/>
          </a:xfrm>
        </p:spPr>
        <p:txBody>
          <a:bodyPr/>
          <a:lstStyle>
            <a:lvl1pPr marL="0" indent="0">
              <a:spcBef>
                <a:spcPts val="0"/>
              </a:spcBef>
              <a:buNone/>
              <a:defRPr sz="750"/>
            </a:lvl1pPr>
            <a:lvl2pPr marL="170259" indent="0">
              <a:buNone/>
              <a:defRPr sz="675"/>
            </a:lvl2pPr>
            <a:lvl3pPr marL="345281" indent="0">
              <a:buNone/>
              <a:defRPr sz="675"/>
            </a:lvl3pPr>
            <a:lvl4pPr marL="469106" indent="0">
              <a:buNone/>
              <a:defRPr sz="675"/>
            </a:lvl4pPr>
            <a:lvl5pPr marL="598885" indent="0">
              <a:buNone/>
              <a:defRPr sz="675"/>
            </a:lvl5pPr>
          </a:lstStyle>
          <a:p>
            <a:pPr lvl="0"/>
            <a:r>
              <a:rPr lang="en-US"/>
              <a:t>Click to edit Master text styles</a:t>
            </a:r>
          </a:p>
        </p:txBody>
      </p:sp>
      <p:sp>
        <p:nvSpPr>
          <p:cNvPr id="36" name="Text Placeholder 30">
            <a:extLst>
              <a:ext uri="{FF2B5EF4-FFF2-40B4-BE49-F238E27FC236}">
                <a16:creationId xmlns:a16="http://schemas.microsoft.com/office/drawing/2014/main" id="{67610148-7BEF-2C77-A659-FE99E5E60F45}"/>
              </a:ext>
            </a:extLst>
          </p:cNvPr>
          <p:cNvSpPr>
            <a:spLocks noGrp="1"/>
          </p:cNvSpPr>
          <p:nvPr>
            <p:ph type="body" sz="quarter" idx="18"/>
          </p:nvPr>
        </p:nvSpPr>
        <p:spPr>
          <a:xfrm>
            <a:off x="4657826" y="2200275"/>
            <a:ext cx="4052763" cy="297222"/>
          </a:xfrm>
        </p:spPr>
        <p:txBody>
          <a:bodyPr anchor="b"/>
          <a:lstStyle>
            <a:lvl1pPr marL="0" indent="0">
              <a:lnSpc>
                <a:spcPct val="90000"/>
              </a:lnSpc>
              <a:buNone/>
              <a:defRPr sz="1050" b="1"/>
            </a:lvl1pPr>
            <a:lvl2pPr marL="170259" indent="0">
              <a:buNone/>
              <a:defRPr sz="1050"/>
            </a:lvl2pPr>
            <a:lvl3pPr marL="345281" indent="0">
              <a:buNone/>
              <a:defRPr sz="1050"/>
            </a:lvl3pPr>
            <a:lvl4pPr marL="469106" indent="0">
              <a:buNone/>
              <a:defRPr sz="1050"/>
            </a:lvl4pPr>
            <a:lvl5pPr marL="598885" indent="0">
              <a:buNone/>
              <a:defRPr sz="1050"/>
            </a:lvl5pPr>
          </a:lstStyle>
          <a:p>
            <a:pPr lvl="0"/>
            <a:r>
              <a:rPr lang="en-US"/>
              <a:t>Click to edit Master text styles</a:t>
            </a:r>
          </a:p>
        </p:txBody>
      </p:sp>
      <p:sp>
        <p:nvSpPr>
          <p:cNvPr id="47" name="Text Placeholder 30">
            <a:extLst>
              <a:ext uri="{FF2B5EF4-FFF2-40B4-BE49-F238E27FC236}">
                <a16:creationId xmlns:a16="http://schemas.microsoft.com/office/drawing/2014/main" id="{4D7C565C-FB69-81FC-3387-FDBCEF8CF0DE}"/>
              </a:ext>
            </a:extLst>
          </p:cNvPr>
          <p:cNvSpPr>
            <a:spLocks noGrp="1"/>
          </p:cNvSpPr>
          <p:nvPr>
            <p:ph type="body" sz="quarter" idx="27" hasCustomPrompt="1"/>
          </p:nvPr>
        </p:nvSpPr>
        <p:spPr>
          <a:xfrm>
            <a:off x="4657826" y="2677875"/>
            <a:ext cx="1167093" cy="379753"/>
          </a:xfrm>
        </p:spPr>
        <p:txBody>
          <a:bodyPr anchor="b"/>
          <a:lstStyle>
            <a:lvl1pPr marL="0" indent="0">
              <a:lnSpc>
                <a:spcPct val="90000"/>
              </a:lnSpc>
              <a:buNone/>
              <a:defRPr sz="2400" b="1">
                <a:solidFill>
                  <a:schemeClr val="accent1"/>
                </a:solidFill>
              </a:defRPr>
            </a:lvl1pPr>
            <a:lvl2pPr marL="170259" indent="0">
              <a:buNone/>
              <a:defRPr sz="1050"/>
            </a:lvl2pPr>
            <a:lvl3pPr marL="345281" indent="0">
              <a:buNone/>
              <a:defRPr sz="1050"/>
            </a:lvl3pPr>
            <a:lvl4pPr marL="469106" indent="0">
              <a:buNone/>
              <a:defRPr sz="1050"/>
            </a:lvl4pPr>
            <a:lvl5pPr marL="598885" indent="0">
              <a:buNone/>
              <a:defRPr sz="1050"/>
            </a:lvl5pPr>
          </a:lstStyle>
          <a:p>
            <a:pPr lvl="0"/>
            <a:r>
              <a:rPr lang="en-US"/>
              <a:t>##</a:t>
            </a:r>
          </a:p>
        </p:txBody>
      </p:sp>
      <p:sp>
        <p:nvSpPr>
          <p:cNvPr id="44" name="Text Placeholder 43">
            <a:extLst>
              <a:ext uri="{FF2B5EF4-FFF2-40B4-BE49-F238E27FC236}">
                <a16:creationId xmlns:a16="http://schemas.microsoft.com/office/drawing/2014/main" id="{A00253E8-F1B3-656B-7561-20CCCBA2FD17}"/>
              </a:ext>
            </a:extLst>
          </p:cNvPr>
          <p:cNvSpPr>
            <a:spLocks noGrp="1"/>
          </p:cNvSpPr>
          <p:nvPr>
            <p:ph type="body" sz="quarter" idx="24"/>
          </p:nvPr>
        </p:nvSpPr>
        <p:spPr>
          <a:xfrm>
            <a:off x="4648581" y="3039034"/>
            <a:ext cx="1176338" cy="307079"/>
          </a:xfrm>
        </p:spPr>
        <p:txBody>
          <a:bodyPr/>
          <a:lstStyle>
            <a:lvl1pPr marL="0" indent="0">
              <a:buNone/>
              <a:defRPr sz="900"/>
            </a:lvl1pPr>
            <a:lvl2pPr marL="170259" indent="0">
              <a:buNone/>
              <a:defRPr sz="825"/>
            </a:lvl2pPr>
            <a:lvl3pPr marL="345281" indent="0">
              <a:buNone/>
              <a:defRPr sz="600"/>
            </a:lvl3pPr>
            <a:lvl4pPr marL="469106" indent="0">
              <a:buNone/>
              <a:defRPr sz="600"/>
            </a:lvl4pPr>
            <a:lvl5pPr marL="598885" indent="0">
              <a:buNone/>
              <a:defRPr sz="600"/>
            </a:lvl5pPr>
          </a:lstStyle>
          <a:p>
            <a:pPr lvl="0"/>
            <a:r>
              <a:rPr lang="en-US"/>
              <a:t>Click to edit Master text styles</a:t>
            </a:r>
          </a:p>
        </p:txBody>
      </p:sp>
      <p:sp>
        <p:nvSpPr>
          <p:cNvPr id="48" name="Text Placeholder 30">
            <a:extLst>
              <a:ext uri="{FF2B5EF4-FFF2-40B4-BE49-F238E27FC236}">
                <a16:creationId xmlns:a16="http://schemas.microsoft.com/office/drawing/2014/main" id="{93C2E08B-E391-01B0-CF7F-5B9B9CD623CC}"/>
              </a:ext>
            </a:extLst>
          </p:cNvPr>
          <p:cNvSpPr>
            <a:spLocks noGrp="1"/>
          </p:cNvSpPr>
          <p:nvPr>
            <p:ph type="body" sz="quarter" idx="28" hasCustomPrompt="1"/>
          </p:nvPr>
        </p:nvSpPr>
        <p:spPr>
          <a:xfrm>
            <a:off x="6073013" y="2677875"/>
            <a:ext cx="1167093" cy="379753"/>
          </a:xfrm>
        </p:spPr>
        <p:txBody>
          <a:bodyPr anchor="b"/>
          <a:lstStyle>
            <a:lvl1pPr marL="0" indent="0">
              <a:lnSpc>
                <a:spcPct val="90000"/>
              </a:lnSpc>
              <a:buNone/>
              <a:defRPr sz="2400" b="1">
                <a:solidFill>
                  <a:schemeClr val="accent1"/>
                </a:solidFill>
              </a:defRPr>
            </a:lvl1pPr>
            <a:lvl2pPr marL="170259" indent="0">
              <a:buNone/>
              <a:defRPr sz="1050"/>
            </a:lvl2pPr>
            <a:lvl3pPr marL="345281" indent="0">
              <a:buNone/>
              <a:defRPr sz="1050"/>
            </a:lvl3pPr>
            <a:lvl4pPr marL="469106" indent="0">
              <a:buNone/>
              <a:defRPr sz="1050"/>
            </a:lvl4pPr>
            <a:lvl5pPr marL="598885" indent="0">
              <a:buNone/>
              <a:defRPr sz="1050"/>
            </a:lvl5pPr>
          </a:lstStyle>
          <a:p>
            <a:pPr lvl="0"/>
            <a:r>
              <a:rPr lang="en-US"/>
              <a:t>##</a:t>
            </a:r>
          </a:p>
        </p:txBody>
      </p:sp>
      <p:sp>
        <p:nvSpPr>
          <p:cNvPr id="45" name="Text Placeholder 43">
            <a:extLst>
              <a:ext uri="{FF2B5EF4-FFF2-40B4-BE49-F238E27FC236}">
                <a16:creationId xmlns:a16="http://schemas.microsoft.com/office/drawing/2014/main" id="{C4A198CB-E184-6266-9D43-9BFE575CFEDF}"/>
              </a:ext>
            </a:extLst>
          </p:cNvPr>
          <p:cNvSpPr>
            <a:spLocks noGrp="1"/>
          </p:cNvSpPr>
          <p:nvPr>
            <p:ph type="body" sz="quarter" idx="25"/>
          </p:nvPr>
        </p:nvSpPr>
        <p:spPr>
          <a:xfrm>
            <a:off x="6073012" y="3039034"/>
            <a:ext cx="1176338" cy="307079"/>
          </a:xfrm>
        </p:spPr>
        <p:txBody>
          <a:bodyPr/>
          <a:lstStyle>
            <a:lvl1pPr marL="0" indent="0">
              <a:buNone/>
              <a:defRPr sz="900"/>
            </a:lvl1pPr>
            <a:lvl2pPr marL="170259" indent="0">
              <a:buNone/>
              <a:defRPr sz="825"/>
            </a:lvl2pPr>
            <a:lvl3pPr marL="345281" indent="0">
              <a:buNone/>
              <a:defRPr sz="600"/>
            </a:lvl3pPr>
            <a:lvl4pPr marL="469106" indent="0">
              <a:buNone/>
              <a:defRPr sz="600"/>
            </a:lvl4pPr>
            <a:lvl5pPr marL="598885" indent="0">
              <a:buNone/>
              <a:defRPr sz="600"/>
            </a:lvl5pPr>
          </a:lstStyle>
          <a:p>
            <a:pPr lvl="0"/>
            <a:r>
              <a:rPr lang="en-US"/>
              <a:t>Click to edit Master text styles</a:t>
            </a:r>
          </a:p>
        </p:txBody>
      </p:sp>
      <p:sp>
        <p:nvSpPr>
          <p:cNvPr id="49" name="Text Placeholder 30">
            <a:extLst>
              <a:ext uri="{FF2B5EF4-FFF2-40B4-BE49-F238E27FC236}">
                <a16:creationId xmlns:a16="http://schemas.microsoft.com/office/drawing/2014/main" id="{E8698B52-FB70-A72E-D78D-CA176B9E9274}"/>
              </a:ext>
            </a:extLst>
          </p:cNvPr>
          <p:cNvSpPr>
            <a:spLocks noGrp="1"/>
          </p:cNvSpPr>
          <p:nvPr>
            <p:ph type="body" sz="quarter" idx="29" hasCustomPrompt="1"/>
          </p:nvPr>
        </p:nvSpPr>
        <p:spPr>
          <a:xfrm>
            <a:off x="7497444" y="2677875"/>
            <a:ext cx="1167093" cy="379753"/>
          </a:xfrm>
        </p:spPr>
        <p:txBody>
          <a:bodyPr anchor="b"/>
          <a:lstStyle>
            <a:lvl1pPr marL="0" indent="0">
              <a:lnSpc>
                <a:spcPct val="90000"/>
              </a:lnSpc>
              <a:buNone/>
              <a:defRPr sz="2400" b="1">
                <a:solidFill>
                  <a:schemeClr val="accent1"/>
                </a:solidFill>
              </a:defRPr>
            </a:lvl1pPr>
            <a:lvl2pPr marL="170259" indent="0">
              <a:buNone/>
              <a:defRPr sz="1050"/>
            </a:lvl2pPr>
            <a:lvl3pPr marL="345281" indent="0">
              <a:buNone/>
              <a:defRPr sz="1050"/>
            </a:lvl3pPr>
            <a:lvl4pPr marL="469106" indent="0">
              <a:buNone/>
              <a:defRPr sz="1050"/>
            </a:lvl4pPr>
            <a:lvl5pPr marL="598885" indent="0">
              <a:buNone/>
              <a:defRPr sz="1050"/>
            </a:lvl5pPr>
          </a:lstStyle>
          <a:p>
            <a:pPr lvl="0"/>
            <a:r>
              <a:rPr lang="en-US"/>
              <a:t>##</a:t>
            </a:r>
          </a:p>
        </p:txBody>
      </p:sp>
      <p:sp>
        <p:nvSpPr>
          <p:cNvPr id="46" name="Text Placeholder 43">
            <a:extLst>
              <a:ext uri="{FF2B5EF4-FFF2-40B4-BE49-F238E27FC236}">
                <a16:creationId xmlns:a16="http://schemas.microsoft.com/office/drawing/2014/main" id="{4915718C-0352-5306-2873-FA4B3CEC050D}"/>
              </a:ext>
            </a:extLst>
          </p:cNvPr>
          <p:cNvSpPr>
            <a:spLocks noGrp="1"/>
          </p:cNvSpPr>
          <p:nvPr>
            <p:ph type="body" sz="quarter" idx="26"/>
          </p:nvPr>
        </p:nvSpPr>
        <p:spPr>
          <a:xfrm>
            <a:off x="7497444" y="3039034"/>
            <a:ext cx="1176338" cy="307079"/>
          </a:xfrm>
        </p:spPr>
        <p:txBody>
          <a:bodyPr/>
          <a:lstStyle>
            <a:lvl1pPr marL="0" indent="0">
              <a:buNone/>
              <a:defRPr sz="900"/>
            </a:lvl1pPr>
            <a:lvl2pPr marL="170259" indent="0">
              <a:buNone/>
              <a:defRPr sz="825"/>
            </a:lvl2pPr>
            <a:lvl3pPr marL="345281" indent="0">
              <a:buNone/>
              <a:defRPr sz="600"/>
            </a:lvl3pPr>
            <a:lvl4pPr marL="469106" indent="0">
              <a:buNone/>
              <a:defRPr sz="600"/>
            </a:lvl4pPr>
            <a:lvl5pPr marL="598885" indent="0">
              <a:buNone/>
              <a:defRPr sz="600"/>
            </a:lvl5pPr>
          </a:lstStyle>
          <a:p>
            <a:pPr lvl="0"/>
            <a:r>
              <a:rPr lang="en-US"/>
              <a:t>Click to edit Master text styles</a:t>
            </a:r>
          </a:p>
        </p:txBody>
      </p:sp>
      <p:sp>
        <p:nvSpPr>
          <p:cNvPr id="37" name="Text Placeholder 30">
            <a:extLst>
              <a:ext uri="{FF2B5EF4-FFF2-40B4-BE49-F238E27FC236}">
                <a16:creationId xmlns:a16="http://schemas.microsoft.com/office/drawing/2014/main" id="{4A7A2D0C-59FF-6E64-7E59-CB2DD2E4E9EF}"/>
              </a:ext>
            </a:extLst>
          </p:cNvPr>
          <p:cNvSpPr>
            <a:spLocks noGrp="1"/>
          </p:cNvSpPr>
          <p:nvPr>
            <p:ph type="body" sz="quarter" idx="19"/>
          </p:nvPr>
        </p:nvSpPr>
        <p:spPr>
          <a:xfrm>
            <a:off x="4657826" y="3610303"/>
            <a:ext cx="2647950" cy="218488"/>
          </a:xfrm>
        </p:spPr>
        <p:txBody>
          <a:bodyPr anchor="b"/>
          <a:lstStyle>
            <a:lvl1pPr marL="0" indent="0">
              <a:lnSpc>
                <a:spcPct val="90000"/>
              </a:lnSpc>
              <a:buNone/>
              <a:defRPr sz="1050" b="1"/>
            </a:lvl1pPr>
            <a:lvl2pPr marL="170259" indent="0">
              <a:buNone/>
              <a:defRPr sz="1050"/>
            </a:lvl2pPr>
            <a:lvl3pPr marL="345281" indent="0">
              <a:buNone/>
              <a:defRPr sz="1050"/>
            </a:lvl3pPr>
            <a:lvl4pPr marL="469106" indent="0">
              <a:buNone/>
              <a:defRPr sz="1050"/>
            </a:lvl4pPr>
            <a:lvl5pPr marL="598885" indent="0">
              <a:buNone/>
              <a:defRPr sz="1050"/>
            </a:lvl5pPr>
          </a:lstStyle>
          <a:p>
            <a:pPr lvl="0"/>
            <a:r>
              <a:rPr lang="en-US"/>
              <a:t>Click to edit Master text styles</a:t>
            </a:r>
          </a:p>
        </p:txBody>
      </p:sp>
      <p:sp>
        <p:nvSpPr>
          <p:cNvPr id="40" name="Text Placeholder 39">
            <a:extLst>
              <a:ext uri="{FF2B5EF4-FFF2-40B4-BE49-F238E27FC236}">
                <a16:creationId xmlns:a16="http://schemas.microsoft.com/office/drawing/2014/main" id="{0B704EC8-58FF-EF26-C73A-793CB6E991F7}"/>
              </a:ext>
            </a:extLst>
          </p:cNvPr>
          <p:cNvSpPr>
            <a:spLocks noGrp="1"/>
          </p:cNvSpPr>
          <p:nvPr>
            <p:ph type="body" sz="quarter" idx="21"/>
          </p:nvPr>
        </p:nvSpPr>
        <p:spPr>
          <a:xfrm>
            <a:off x="4675585" y="4077633"/>
            <a:ext cx="1216819" cy="637243"/>
          </a:xfrm>
        </p:spPr>
        <p:txBody>
          <a:bodyPr/>
          <a:lstStyle>
            <a:lvl1pPr>
              <a:defRPr sz="900"/>
            </a:lvl1pPr>
          </a:lstStyle>
          <a:p>
            <a:pPr lvl="0"/>
            <a:r>
              <a:rPr lang="en-US"/>
              <a:t>Click to edit Master text styles</a:t>
            </a:r>
          </a:p>
          <a:p>
            <a:pPr lvl="1"/>
            <a:r>
              <a:rPr lang="en-US"/>
              <a:t>Second level</a:t>
            </a:r>
          </a:p>
          <a:p>
            <a:pPr lvl="2"/>
            <a:r>
              <a:rPr lang="en-US"/>
              <a:t>Third level</a:t>
            </a:r>
          </a:p>
          <a:p>
            <a:pPr lvl="3"/>
            <a:r>
              <a:rPr lang="en-US"/>
              <a:t>Fourth level</a:t>
            </a:r>
          </a:p>
        </p:txBody>
      </p:sp>
      <p:sp>
        <p:nvSpPr>
          <p:cNvPr id="41" name="Text Placeholder 39">
            <a:extLst>
              <a:ext uri="{FF2B5EF4-FFF2-40B4-BE49-F238E27FC236}">
                <a16:creationId xmlns:a16="http://schemas.microsoft.com/office/drawing/2014/main" id="{D8261159-5E0A-9E29-FB01-E298D1EB21F3}"/>
              </a:ext>
            </a:extLst>
          </p:cNvPr>
          <p:cNvSpPr>
            <a:spLocks noGrp="1"/>
          </p:cNvSpPr>
          <p:nvPr>
            <p:ph type="body" sz="quarter" idx="22"/>
          </p:nvPr>
        </p:nvSpPr>
        <p:spPr>
          <a:xfrm>
            <a:off x="6085180" y="4077633"/>
            <a:ext cx="1216819" cy="637243"/>
          </a:xfrm>
        </p:spPr>
        <p:txBody>
          <a:bodyPr/>
          <a:lstStyle>
            <a:lvl1pPr>
              <a:defRPr sz="900"/>
            </a:lvl1pPr>
          </a:lstStyle>
          <a:p>
            <a:pPr lvl="0"/>
            <a:r>
              <a:rPr lang="en-US"/>
              <a:t>Click to edit Master text styles</a:t>
            </a:r>
          </a:p>
          <a:p>
            <a:pPr lvl="1"/>
            <a:r>
              <a:rPr lang="en-US"/>
              <a:t>Second level</a:t>
            </a:r>
          </a:p>
          <a:p>
            <a:pPr lvl="2"/>
            <a:r>
              <a:rPr lang="en-US"/>
              <a:t>Third level</a:t>
            </a:r>
          </a:p>
          <a:p>
            <a:pPr lvl="3"/>
            <a:r>
              <a:rPr lang="en-US"/>
              <a:t>Fourth level</a:t>
            </a:r>
          </a:p>
        </p:txBody>
      </p:sp>
      <p:sp>
        <p:nvSpPr>
          <p:cNvPr id="38" name="Text Placeholder 30">
            <a:extLst>
              <a:ext uri="{FF2B5EF4-FFF2-40B4-BE49-F238E27FC236}">
                <a16:creationId xmlns:a16="http://schemas.microsoft.com/office/drawing/2014/main" id="{92698414-2769-0F62-8C6D-677E45CC565E}"/>
              </a:ext>
            </a:extLst>
          </p:cNvPr>
          <p:cNvSpPr>
            <a:spLocks noGrp="1"/>
          </p:cNvSpPr>
          <p:nvPr>
            <p:ph type="body" sz="quarter" idx="20"/>
          </p:nvPr>
        </p:nvSpPr>
        <p:spPr>
          <a:xfrm>
            <a:off x="7497444" y="3610303"/>
            <a:ext cx="1224185" cy="218488"/>
          </a:xfrm>
        </p:spPr>
        <p:txBody>
          <a:bodyPr anchor="b"/>
          <a:lstStyle>
            <a:lvl1pPr marL="0" indent="0">
              <a:lnSpc>
                <a:spcPct val="90000"/>
              </a:lnSpc>
              <a:buNone/>
              <a:defRPr sz="1050" b="1"/>
            </a:lvl1pPr>
            <a:lvl2pPr marL="170259" indent="0">
              <a:buNone/>
              <a:defRPr sz="1050"/>
            </a:lvl2pPr>
            <a:lvl3pPr marL="345281" indent="0">
              <a:buNone/>
              <a:defRPr sz="1050"/>
            </a:lvl3pPr>
            <a:lvl4pPr marL="469106" indent="0">
              <a:buNone/>
              <a:defRPr sz="1050"/>
            </a:lvl4pPr>
            <a:lvl5pPr marL="598885" indent="0">
              <a:buNone/>
              <a:defRPr sz="1050"/>
            </a:lvl5pPr>
          </a:lstStyle>
          <a:p>
            <a:pPr lvl="0"/>
            <a:r>
              <a:rPr lang="en-US"/>
              <a:t>Click to edit Master text styles</a:t>
            </a:r>
          </a:p>
        </p:txBody>
      </p:sp>
      <p:sp>
        <p:nvSpPr>
          <p:cNvPr id="42" name="Text Placeholder 39">
            <a:extLst>
              <a:ext uri="{FF2B5EF4-FFF2-40B4-BE49-F238E27FC236}">
                <a16:creationId xmlns:a16="http://schemas.microsoft.com/office/drawing/2014/main" id="{0DB1A218-C29A-46F6-7AF4-00BDBD1315B6}"/>
              </a:ext>
            </a:extLst>
          </p:cNvPr>
          <p:cNvSpPr>
            <a:spLocks noGrp="1"/>
          </p:cNvSpPr>
          <p:nvPr>
            <p:ph type="body" sz="quarter" idx="23"/>
          </p:nvPr>
        </p:nvSpPr>
        <p:spPr>
          <a:xfrm>
            <a:off x="7497444" y="4077633"/>
            <a:ext cx="1216819" cy="637243"/>
          </a:xfrm>
        </p:spPr>
        <p:txBody>
          <a:bodyPr/>
          <a:lstStyle>
            <a:lvl1pPr>
              <a:defRPr sz="900"/>
            </a:lvl1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2">
            <a:extLst>
              <a:ext uri="{FF2B5EF4-FFF2-40B4-BE49-F238E27FC236}">
                <a16:creationId xmlns:a16="http://schemas.microsoft.com/office/drawing/2014/main" id="{AE8E4323-CFF6-B391-006E-9EF76EE21BDA}"/>
              </a:ext>
              <a:ext uri="{C183D7F6-B498-43B3-948B-1728B52AA6E4}">
                <adec:decorative xmlns:adec="http://schemas.microsoft.com/office/drawing/2017/decorative" val="1"/>
              </a:ext>
            </a:extLst>
          </p:cNvPr>
          <p:cNvSpPr>
            <a:spLocks noGrp="1"/>
          </p:cNvSpPr>
          <p:nvPr>
            <p:ph type="ftr" sz="quarter" idx="10"/>
          </p:nvPr>
        </p:nvSpPr>
        <p:spPr>
          <a:xfrm>
            <a:off x="1233913" y="4877753"/>
            <a:ext cx="2674620" cy="10287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B6B0CE59-FD96-EE8E-27DA-A04146B442BF}"/>
              </a:ext>
              <a:ext uri="{C183D7F6-B498-43B3-948B-1728B52AA6E4}">
                <adec:decorative xmlns:adec="http://schemas.microsoft.com/office/drawing/2017/decorative" val="1"/>
              </a:ext>
            </a:extLst>
          </p:cNvPr>
          <p:cNvSpPr>
            <a:spLocks noGrp="1"/>
          </p:cNvSpPr>
          <p:nvPr>
            <p:ph type="dt" sz="half" idx="11"/>
          </p:nvPr>
        </p:nvSpPr>
        <p:spPr/>
        <p:txBody>
          <a:bodyPr/>
          <a:lstStyle/>
          <a:p>
            <a:fld id="{EDCB7403-3BEC-41FB-8685-4356821C5A54}" type="datetimeyyyy">
              <a:rPr lang="en-US" smtClean="0"/>
              <a:t>2026</a:t>
            </a:fld>
            <a:endParaRPr lang="en-US"/>
          </a:p>
        </p:txBody>
      </p:sp>
      <p:sp>
        <p:nvSpPr>
          <p:cNvPr id="5" name="Slide Number Placeholder 4">
            <a:extLst>
              <a:ext uri="{FF2B5EF4-FFF2-40B4-BE49-F238E27FC236}">
                <a16:creationId xmlns:a16="http://schemas.microsoft.com/office/drawing/2014/main" id="{39ED4119-12F7-B9E8-8CF0-BABCFDC2002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grpSp>
        <p:nvGrpSpPr>
          <p:cNvPr id="11" name="Group 10">
            <a:extLst>
              <a:ext uri="{FF2B5EF4-FFF2-40B4-BE49-F238E27FC236}">
                <a16:creationId xmlns:a16="http://schemas.microsoft.com/office/drawing/2014/main" id="{ADB3A4BE-E023-45ED-6C03-48E3A23F2156}"/>
              </a:ext>
              <a:ext uri="{C183D7F6-B498-43B3-948B-1728B52AA6E4}">
                <adec:decorative xmlns:adec="http://schemas.microsoft.com/office/drawing/2017/decorative" val="1"/>
              </a:ext>
            </a:extLst>
          </p:cNvPr>
          <p:cNvGrpSpPr/>
          <p:nvPr userDrawn="1"/>
        </p:nvGrpSpPr>
        <p:grpSpPr>
          <a:xfrm>
            <a:off x="9332989" y="0"/>
            <a:ext cx="2308073" cy="5143497"/>
            <a:chOff x="12443985" y="0"/>
            <a:chExt cx="3077430" cy="6857996"/>
          </a:xfrm>
        </p:grpSpPr>
        <p:sp>
          <p:nvSpPr>
            <p:cNvPr id="12" name="Rectangle 11">
              <a:extLst>
                <a:ext uri="{FF2B5EF4-FFF2-40B4-BE49-F238E27FC236}">
                  <a16:creationId xmlns:a16="http://schemas.microsoft.com/office/drawing/2014/main" id="{D463F480-6E36-C09D-1F1A-44F2ACEF0455}"/>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900"/>
                </a:spcBef>
              </a:pPr>
              <a:r>
                <a:rPr lang="en-US" sz="750" b="1" cap="all">
                  <a:solidFill>
                    <a:schemeClr val="bg1"/>
                  </a:solidFill>
                </a:rPr>
                <a:t>Shape Layout INSTRUCTIONS</a:t>
              </a:r>
            </a:p>
            <a:p>
              <a:pPr marL="130969" indent="-130969">
                <a:spcBef>
                  <a:spcPts val="900"/>
                </a:spcBef>
                <a:buFont typeface="Avenir Next LT Pro" panose="020B0504020202020204" pitchFamily="34" charset="0"/>
                <a:buChar char="•"/>
              </a:pPr>
              <a:r>
                <a:rPr lang="en-US" sz="750">
                  <a:solidFill>
                    <a:schemeClr val="bg1"/>
                  </a:solidFill>
                </a:rPr>
                <a:t>The colored shape on this layout is intended </a:t>
              </a:r>
              <a:br>
                <a:rPr lang="en-US" sz="750">
                  <a:solidFill>
                    <a:schemeClr val="bg1"/>
                  </a:solidFill>
                </a:rPr>
              </a:br>
              <a:r>
                <a:rPr lang="en-US" sz="750">
                  <a:solidFill>
                    <a:schemeClr val="bg1"/>
                  </a:solidFill>
                </a:rPr>
                <a:t>to add some fun and interest to the slide. </a:t>
              </a:r>
            </a:p>
            <a:p>
              <a:pPr marL="130969" indent="-130969">
                <a:spcBef>
                  <a:spcPts val="900"/>
                </a:spcBef>
                <a:buFont typeface="Avenir Next LT Pro" panose="020B0504020202020204" pitchFamily="34" charset="0"/>
                <a:buChar char="•"/>
              </a:pPr>
              <a:r>
                <a:rPr lang="en-US" sz="750">
                  <a:solidFill>
                    <a:schemeClr val="bg1"/>
                  </a:solidFill>
                </a:rPr>
                <a:t>The shape is optional. Remove it by selecting and hitting delete. </a:t>
              </a:r>
            </a:p>
            <a:p>
              <a:pPr marL="130969" indent="-130969">
                <a:spcBef>
                  <a:spcPts val="900"/>
                </a:spcBef>
                <a:buFont typeface="Avenir Next LT Pro" panose="020B0504020202020204" pitchFamily="34" charset="0"/>
                <a:buChar char="•"/>
              </a:pPr>
              <a:r>
                <a:rPr lang="en-US" sz="750">
                  <a:solidFill>
                    <a:schemeClr val="bg1"/>
                  </a:solidFill>
                </a:rPr>
                <a:t>Change the color by selecting it and </a:t>
              </a:r>
              <a:br>
                <a:rPr lang="en-US" sz="750">
                  <a:solidFill>
                    <a:schemeClr val="bg1"/>
                  </a:solidFill>
                </a:rPr>
              </a:br>
              <a:r>
                <a:rPr lang="en-US" sz="750">
                  <a:solidFill>
                    <a:schemeClr val="bg1"/>
                  </a:solidFill>
                </a:rPr>
                <a:t>choosing a new color from the theme row </a:t>
              </a:r>
              <a:br>
                <a:rPr lang="en-US" sz="750">
                  <a:solidFill>
                    <a:schemeClr val="bg1"/>
                  </a:solidFill>
                </a:rPr>
              </a:br>
              <a:r>
                <a:rPr lang="en-US" sz="750">
                  <a:solidFill>
                    <a:schemeClr val="bg1"/>
                  </a:solidFill>
                </a:rPr>
                <a:t>of the Fill Palette, Accents 1 – 6.</a:t>
              </a:r>
            </a:p>
            <a:p>
              <a:pPr marL="130969" indent="-130969">
                <a:spcBef>
                  <a:spcPts val="900"/>
                </a:spcBef>
                <a:buFont typeface="Avenir Next LT Pro" panose="020B0504020202020204" pitchFamily="34" charset="0"/>
                <a:buChar char="•"/>
              </a:pPr>
              <a:endParaRPr lang="en-US" sz="750">
                <a:solidFill>
                  <a:schemeClr val="bg1"/>
                </a:solidFill>
              </a:endParaRPr>
            </a:p>
            <a:p>
              <a:pPr marL="130969" indent="-130969">
                <a:spcBef>
                  <a:spcPts val="900"/>
                </a:spcBef>
                <a:buFont typeface="Avenir Next LT Pro" panose="020B0504020202020204" pitchFamily="34" charset="0"/>
                <a:buChar char="•"/>
              </a:pPr>
              <a:endParaRPr lang="en-US" sz="750">
                <a:solidFill>
                  <a:schemeClr val="bg1"/>
                </a:solidFill>
              </a:endParaRPr>
            </a:p>
            <a:p>
              <a:pPr marL="130969" indent="-130969">
                <a:spcBef>
                  <a:spcPts val="900"/>
                </a:spcBef>
                <a:buFont typeface="Avenir Next LT Pro" panose="020B0504020202020204" pitchFamily="34" charset="0"/>
                <a:buChar char="•"/>
              </a:pPr>
              <a:endParaRPr lang="en-US" sz="750">
                <a:solidFill>
                  <a:schemeClr val="bg1"/>
                </a:solidFill>
              </a:endParaRPr>
            </a:p>
            <a:p>
              <a:pPr>
                <a:spcBef>
                  <a:spcPts val="900"/>
                </a:spcBef>
              </a:pPr>
              <a:endParaRPr lang="en-US" sz="750">
                <a:solidFill>
                  <a:schemeClr val="bg1"/>
                </a:solidFill>
              </a:endParaRPr>
            </a:p>
            <a:p>
              <a:pPr marL="130969" indent="-130969">
                <a:spcBef>
                  <a:spcPts val="900"/>
                </a:spcBef>
                <a:buFont typeface="Avenir Next LT Pro" panose="020B0504020202020204" pitchFamily="34" charset="0"/>
                <a:buChar char="•"/>
              </a:pPr>
              <a:r>
                <a:rPr lang="en-US" sz="750">
                  <a:solidFill>
                    <a:schemeClr val="bg1"/>
                  </a:solidFill>
                </a:rPr>
                <a:t>The background shape should always sit behind the other elements on the slide. </a:t>
              </a:r>
              <a:br>
                <a:rPr lang="en-US" sz="750">
                  <a:solidFill>
                    <a:schemeClr val="bg1"/>
                  </a:solidFill>
                </a:rPr>
              </a:br>
              <a:r>
                <a:rPr lang="en-US" sz="750">
                  <a:solidFill>
                    <a:schemeClr val="bg1"/>
                  </a:solidFill>
                </a:rPr>
                <a:t>If an image placeholder exists on the same layout, once you add the image you may have to select it and use Arrange &gt; Send to Back.</a:t>
              </a:r>
            </a:p>
          </p:txBody>
        </p:sp>
        <p:grpSp>
          <p:nvGrpSpPr>
            <p:cNvPr id="13" name="Group 12">
              <a:extLst>
                <a:ext uri="{FF2B5EF4-FFF2-40B4-BE49-F238E27FC236}">
                  <a16:creationId xmlns:a16="http://schemas.microsoft.com/office/drawing/2014/main" id="{935147BE-B9CA-F188-DFF1-CBA80ECB3619}"/>
                </a:ext>
              </a:extLst>
            </p:cNvPr>
            <p:cNvGrpSpPr/>
            <p:nvPr/>
          </p:nvGrpSpPr>
          <p:grpSpPr>
            <a:xfrm>
              <a:off x="13142686" y="1954129"/>
              <a:ext cx="1455058" cy="864391"/>
              <a:chOff x="12700000" y="2008563"/>
              <a:chExt cx="2565400" cy="1524000"/>
            </a:xfrm>
          </p:grpSpPr>
          <p:pic>
            <p:nvPicPr>
              <p:cNvPr id="14" name="Picture 13" descr="A picture containing table&#10;&#10;Description automatically generated">
                <a:extLst>
                  <a:ext uri="{FF2B5EF4-FFF2-40B4-BE49-F238E27FC236}">
                    <a16:creationId xmlns:a16="http://schemas.microsoft.com/office/drawing/2014/main" id="{EE5D16D7-149C-AF9A-51C7-F323F6D57D0A}"/>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15" name="Rectangle 14">
                <a:extLst>
                  <a:ext uri="{FF2B5EF4-FFF2-40B4-BE49-F238E27FC236}">
                    <a16:creationId xmlns:a16="http://schemas.microsoft.com/office/drawing/2014/main" id="{384E7AD4-673C-571E-38F6-2062D21CE2F2}"/>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endParaRPr>
              </a:p>
            </p:txBody>
          </p:sp>
        </p:grpSp>
      </p:grpSp>
    </p:spTree>
    <p:extLst>
      <p:ext uri="{BB962C8B-B14F-4D97-AF65-F5344CB8AC3E}">
        <p14:creationId xmlns:p14="http://schemas.microsoft.com/office/powerpoint/2010/main" val="299395712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lient Story 2">
    <p:spTree>
      <p:nvGrpSpPr>
        <p:cNvPr id="1" name=""/>
        <p:cNvGrpSpPr/>
        <p:nvPr/>
      </p:nvGrpSpPr>
      <p:grpSpPr>
        <a:xfrm>
          <a:off x="0" y="0"/>
          <a:ext cx="0" cy="0"/>
          <a:chOff x="0" y="0"/>
          <a:chExt cx="0" cy="0"/>
        </a:xfrm>
      </p:grpSpPr>
      <p:sp>
        <p:nvSpPr>
          <p:cNvPr id="24" name="Picture Placeholder 25">
            <a:extLst>
              <a:ext uri="{FF2B5EF4-FFF2-40B4-BE49-F238E27FC236}">
                <a16:creationId xmlns:a16="http://schemas.microsoft.com/office/drawing/2014/main" id="{F59290A7-70C3-BCB6-9242-671EA21CA209}"/>
              </a:ext>
              <a:ext uri="{C183D7F6-B498-43B3-948B-1728B52AA6E4}">
                <adec:decorative xmlns:adec="http://schemas.microsoft.com/office/drawing/2017/decorative" val="1"/>
              </a:ext>
            </a:extLst>
          </p:cNvPr>
          <p:cNvSpPr>
            <a:spLocks noGrp="1"/>
          </p:cNvSpPr>
          <p:nvPr>
            <p:ph type="pic" sz="quarter" idx="13" hasCustomPrompt="1"/>
          </p:nvPr>
        </p:nvSpPr>
        <p:spPr>
          <a:xfrm>
            <a:off x="428625" y="428625"/>
            <a:ext cx="1943101" cy="271463"/>
          </a:xfrm>
        </p:spPr>
        <p:txBody>
          <a:bodyPr/>
          <a:lstStyle>
            <a:lvl1pPr marL="0" indent="0">
              <a:buNone/>
              <a:defRPr sz="750" b="1"/>
            </a:lvl1pPr>
          </a:lstStyle>
          <a:p>
            <a:r>
              <a:rPr lang="en-US"/>
              <a:t>Click icon to insert client logo</a:t>
            </a:r>
          </a:p>
        </p:txBody>
      </p:sp>
      <p:sp>
        <p:nvSpPr>
          <p:cNvPr id="25" name="Title 1">
            <a:extLst>
              <a:ext uri="{FF2B5EF4-FFF2-40B4-BE49-F238E27FC236}">
                <a16:creationId xmlns:a16="http://schemas.microsoft.com/office/drawing/2014/main" id="{6BFB49F6-16B3-E139-059A-7C11BD17D22E}"/>
              </a:ext>
            </a:extLst>
          </p:cNvPr>
          <p:cNvSpPr>
            <a:spLocks noGrp="1"/>
          </p:cNvSpPr>
          <p:nvPr>
            <p:ph type="title"/>
          </p:nvPr>
        </p:nvSpPr>
        <p:spPr>
          <a:xfrm>
            <a:off x="428625" y="923738"/>
            <a:ext cx="5463778" cy="627885"/>
          </a:xfrm>
        </p:spPr>
        <p:txBody>
          <a:bodyPr/>
          <a:lstStyle/>
          <a:p>
            <a:r>
              <a:rPr lang="en-US"/>
              <a:t>Click to edit Master title style</a:t>
            </a:r>
          </a:p>
        </p:txBody>
      </p:sp>
      <p:sp>
        <p:nvSpPr>
          <p:cNvPr id="21" name="Text Placeholder 11">
            <a:extLst>
              <a:ext uri="{FF2B5EF4-FFF2-40B4-BE49-F238E27FC236}">
                <a16:creationId xmlns:a16="http://schemas.microsoft.com/office/drawing/2014/main" id="{18AE4E22-5B33-79E7-C09D-EBD831947CE2}"/>
              </a:ext>
            </a:extLst>
          </p:cNvPr>
          <p:cNvSpPr>
            <a:spLocks noGrp="1"/>
          </p:cNvSpPr>
          <p:nvPr>
            <p:ph type="body" sz="quarter" idx="36"/>
          </p:nvPr>
        </p:nvSpPr>
        <p:spPr>
          <a:xfrm>
            <a:off x="428625" y="1714500"/>
            <a:ext cx="5467350" cy="342900"/>
          </a:xfrm>
        </p:spPr>
        <p:txBody>
          <a:bodyPr/>
          <a:lstStyle>
            <a:lvl1pPr marL="0" indent="0">
              <a:lnSpc>
                <a:spcPct val="90000"/>
              </a:lnSpc>
              <a:buNone/>
              <a:defRPr sz="1650"/>
            </a:lvl1pPr>
            <a:lvl2pPr marL="170259" indent="0">
              <a:buNone/>
              <a:defRPr/>
            </a:lvl2pPr>
            <a:lvl3pPr marL="345281" indent="0">
              <a:buNone/>
              <a:defRPr/>
            </a:lvl3pPr>
            <a:lvl4pPr marL="469106" indent="0">
              <a:buNone/>
              <a:defRPr/>
            </a:lvl4pPr>
            <a:lvl5pPr marL="598885" indent="0">
              <a:buNone/>
              <a:defRPr/>
            </a:lvl5pPr>
          </a:lstStyle>
          <a:p>
            <a:pPr lvl="0"/>
            <a:r>
              <a:rPr lang="en-US"/>
              <a:t>Click to edit Master text styles</a:t>
            </a:r>
          </a:p>
        </p:txBody>
      </p:sp>
      <p:sp>
        <p:nvSpPr>
          <p:cNvPr id="26" name="Text Placeholder 44">
            <a:extLst>
              <a:ext uri="{FF2B5EF4-FFF2-40B4-BE49-F238E27FC236}">
                <a16:creationId xmlns:a16="http://schemas.microsoft.com/office/drawing/2014/main" id="{73BC812E-69B3-4089-6A8B-56A5EEB81FA4}"/>
              </a:ext>
            </a:extLst>
          </p:cNvPr>
          <p:cNvSpPr>
            <a:spLocks noGrp="1"/>
          </p:cNvSpPr>
          <p:nvPr>
            <p:ph type="body" sz="quarter" idx="23"/>
          </p:nvPr>
        </p:nvSpPr>
        <p:spPr>
          <a:xfrm>
            <a:off x="428623" y="2200275"/>
            <a:ext cx="1935352" cy="2046547"/>
          </a:xfrm>
        </p:spPr>
        <p:txBody>
          <a:bodyPr/>
          <a:lstStyle>
            <a:lvl1pPr marL="85725" indent="-85725">
              <a:spcBef>
                <a:spcPts val="0"/>
              </a:spcBef>
              <a:defRPr sz="750"/>
            </a:lvl1pPr>
            <a:lvl2pPr marL="257175" indent="-86916">
              <a:spcBef>
                <a:spcPts val="0"/>
              </a:spcBef>
              <a:defRPr sz="750"/>
            </a:lvl2pPr>
            <a:lvl3pPr marL="428625" indent="-83344">
              <a:spcBef>
                <a:spcPts val="0"/>
              </a:spcBef>
              <a:defRPr sz="750"/>
            </a:lvl3pPr>
            <a:lvl4pPr marL="560785" indent="-91679">
              <a:spcBef>
                <a:spcPts val="0"/>
              </a:spcBef>
              <a:defRPr sz="750"/>
            </a:lvl4pPr>
            <a:lvl5pPr marL="685800" indent="-86916">
              <a:spcBef>
                <a:spcPts val="0"/>
              </a:spcBef>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34">
            <a:extLst>
              <a:ext uri="{FF2B5EF4-FFF2-40B4-BE49-F238E27FC236}">
                <a16:creationId xmlns:a16="http://schemas.microsoft.com/office/drawing/2014/main" id="{94E6D2A2-8162-13F6-769C-E5F56A7809D2}"/>
              </a:ext>
            </a:extLst>
          </p:cNvPr>
          <p:cNvSpPr>
            <a:spLocks noGrp="1"/>
          </p:cNvSpPr>
          <p:nvPr>
            <p:ph type="body" sz="quarter" idx="17"/>
          </p:nvPr>
        </p:nvSpPr>
        <p:spPr>
          <a:xfrm>
            <a:off x="428625" y="4409700"/>
            <a:ext cx="1935350" cy="305175"/>
          </a:xfrm>
        </p:spPr>
        <p:txBody>
          <a:bodyPr/>
          <a:lstStyle>
            <a:lvl1pPr marL="0" indent="0">
              <a:buNone/>
              <a:defRPr sz="750"/>
            </a:lvl1pPr>
            <a:lvl2pPr marL="170259" indent="0">
              <a:buNone/>
              <a:defRPr sz="675"/>
            </a:lvl2pPr>
            <a:lvl3pPr marL="345281" indent="0">
              <a:buNone/>
              <a:defRPr sz="675"/>
            </a:lvl3pPr>
            <a:lvl4pPr marL="469106" indent="0">
              <a:buNone/>
              <a:defRPr sz="675"/>
            </a:lvl4pPr>
            <a:lvl5pPr marL="598885" indent="0">
              <a:buNone/>
              <a:defRPr sz="675"/>
            </a:lvl5pPr>
          </a:lstStyle>
          <a:p>
            <a:pPr lvl="0"/>
            <a:r>
              <a:rPr lang="en-US"/>
              <a:t>Click to edit Master text styles</a:t>
            </a:r>
          </a:p>
        </p:txBody>
      </p:sp>
      <p:sp>
        <p:nvSpPr>
          <p:cNvPr id="37" name="Text Placeholder 34">
            <a:extLst>
              <a:ext uri="{FF2B5EF4-FFF2-40B4-BE49-F238E27FC236}">
                <a16:creationId xmlns:a16="http://schemas.microsoft.com/office/drawing/2014/main" id="{ACDD6796-4F48-7418-E2AA-C8C07F1A1401}"/>
              </a:ext>
            </a:extLst>
          </p:cNvPr>
          <p:cNvSpPr>
            <a:spLocks noGrp="1"/>
          </p:cNvSpPr>
          <p:nvPr>
            <p:ph type="body" sz="quarter" idx="30" hasCustomPrompt="1"/>
          </p:nvPr>
        </p:nvSpPr>
        <p:spPr>
          <a:xfrm>
            <a:off x="2543173" y="3090116"/>
            <a:ext cx="1238252" cy="146654"/>
          </a:xfrm>
        </p:spPr>
        <p:txBody>
          <a:bodyPr anchor="b"/>
          <a:lstStyle>
            <a:lvl1pPr marL="0" indent="0">
              <a:lnSpc>
                <a:spcPct val="100000"/>
              </a:lnSpc>
              <a:buNone/>
              <a:defRPr sz="750" b="1"/>
            </a:lvl1pPr>
            <a:lvl2pPr marL="170259" indent="0">
              <a:buNone/>
              <a:defRPr sz="675"/>
            </a:lvl2pPr>
            <a:lvl3pPr marL="345281" indent="0">
              <a:buNone/>
              <a:defRPr sz="675"/>
            </a:lvl3pPr>
            <a:lvl4pPr marL="469106" indent="0">
              <a:buNone/>
              <a:defRPr sz="675"/>
            </a:lvl4pPr>
            <a:lvl5pPr marL="598885" indent="0">
              <a:buNone/>
              <a:defRPr sz="675"/>
            </a:lvl5pPr>
          </a:lstStyle>
          <a:p>
            <a:pPr lvl="0"/>
            <a:r>
              <a:rPr lang="en-US"/>
              <a:t>Client</a:t>
            </a:r>
          </a:p>
        </p:txBody>
      </p:sp>
      <p:sp>
        <p:nvSpPr>
          <p:cNvPr id="42" name="Text Placeholder 44">
            <a:extLst>
              <a:ext uri="{FF2B5EF4-FFF2-40B4-BE49-F238E27FC236}">
                <a16:creationId xmlns:a16="http://schemas.microsoft.com/office/drawing/2014/main" id="{3C51105F-338A-E1AF-3049-2AFD1F66BBF5}"/>
              </a:ext>
            </a:extLst>
          </p:cNvPr>
          <p:cNvSpPr>
            <a:spLocks noGrp="1"/>
          </p:cNvSpPr>
          <p:nvPr>
            <p:ph type="body" sz="quarter" idx="33"/>
          </p:nvPr>
        </p:nvSpPr>
        <p:spPr>
          <a:xfrm>
            <a:off x="2543175" y="3356790"/>
            <a:ext cx="1238250" cy="1358085"/>
          </a:xfrm>
        </p:spPr>
        <p:txBody>
          <a:bodyPr/>
          <a:lstStyle>
            <a:lvl1pPr marL="85725" indent="-85725">
              <a:spcBef>
                <a:spcPts val="0"/>
              </a:spcBef>
              <a:defRPr sz="750"/>
            </a:lvl1pPr>
            <a:lvl2pPr marL="257175" indent="-86916">
              <a:spcBef>
                <a:spcPts val="0"/>
              </a:spcBef>
              <a:defRPr sz="750"/>
            </a:lvl2pPr>
            <a:lvl3pPr marL="428625" indent="-83344">
              <a:spcBef>
                <a:spcPts val="0"/>
              </a:spcBef>
              <a:defRPr sz="750"/>
            </a:lvl3pPr>
            <a:lvl4pPr marL="560785" indent="-91679">
              <a:spcBef>
                <a:spcPts val="0"/>
              </a:spcBef>
              <a:defRPr sz="750"/>
            </a:lvl4pPr>
            <a:lvl5pPr marL="685800" indent="-86916">
              <a:spcBef>
                <a:spcPts val="0"/>
              </a:spcBef>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Text Placeholder 34">
            <a:extLst>
              <a:ext uri="{FF2B5EF4-FFF2-40B4-BE49-F238E27FC236}">
                <a16:creationId xmlns:a16="http://schemas.microsoft.com/office/drawing/2014/main" id="{E07C5E31-361F-AAF7-02FF-F08D52AB59C5}"/>
              </a:ext>
            </a:extLst>
          </p:cNvPr>
          <p:cNvSpPr>
            <a:spLocks noGrp="1"/>
          </p:cNvSpPr>
          <p:nvPr>
            <p:ph type="body" sz="quarter" idx="31" hasCustomPrompt="1"/>
          </p:nvPr>
        </p:nvSpPr>
        <p:spPr>
          <a:xfrm>
            <a:off x="3960625" y="3090116"/>
            <a:ext cx="1230499" cy="146654"/>
          </a:xfrm>
        </p:spPr>
        <p:txBody>
          <a:bodyPr anchor="b"/>
          <a:lstStyle>
            <a:lvl1pPr marL="0" indent="0">
              <a:lnSpc>
                <a:spcPct val="100000"/>
              </a:lnSpc>
              <a:buNone/>
              <a:defRPr sz="750" b="1"/>
            </a:lvl1pPr>
            <a:lvl2pPr marL="170259" indent="0">
              <a:buNone/>
              <a:defRPr sz="675"/>
            </a:lvl2pPr>
            <a:lvl3pPr marL="345281" indent="0">
              <a:buNone/>
              <a:defRPr sz="675"/>
            </a:lvl3pPr>
            <a:lvl4pPr marL="469106" indent="0">
              <a:buNone/>
              <a:defRPr sz="675"/>
            </a:lvl4pPr>
            <a:lvl5pPr marL="598885" indent="0">
              <a:buNone/>
              <a:defRPr sz="675"/>
            </a:lvl5pPr>
          </a:lstStyle>
          <a:p>
            <a:pPr lvl="0"/>
            <a:r>
              <a:rPr lang="en-US"/>
              <a:t>Solutions</a:t>
            </a:r>
          </a:p>
        </p:txBody>
      </p:sp>
      <p:sp>
        <p:nvSpPr>
          <p:cNvPr id="43" name="Text Placeholder 44">
            <a:extLst>
              <a:ext uri="{FF2B5EF4-FFF2-40B4-BE49-F238E27FC236}">
                <a16:creationId xmlns:a16="http://schemas.microsoft.com/office/drawing/2014/main" id="{1D47B2D7-00E0-B307-8968-8B1BBB9A731A}"/>
              </a:ext>
            </a:extLst>
          </p:cNvPr>
          <p:cNvSpPr>
            <a:spLocks noGrp="1"/>
          </p:cNvSpPr>
          <p:nvPr>
            <p:ph type="body" sz="quarter" idx="34"/>
          </p:nvPr>
        </p:nvSpPr>
        <p:spPr>
          <a:xfrm>
            <a:off x="3960625" y="3356790"/>
            <a:ext cx="1230499" cy="1358085"/>
          </a:xfrm>
        </p:spPr>
        <p:txBody>
          <a:bodyPr/>
          <a:lstStyle>
            <a:lvl1pPr marL="85725" indent="-85725">
              <a:spcBef>
                <a:spcPts val="0"/>
              </a:spcBef>
              <a:defRPr sz="750"/>
            </a:lvl1pPr>
            <a:lvl2pPr marL="257175" indent="-86916">
              <a:spcBef>
                <a:spcPts val="0"/>
              </a:spcBef>
              <a:defRPr sz="750"/>
            </a:lvl2pPr>
            <a:lvl3pPr marL="428625" indent="-83344">
              <a:spcBef>
                <a:spcPts val="0"/>
              </a:spcBef>
              <a:defRPr sz="750"/>
            </a:lvl3pPr>
            <a:lvl4pPr marL="560785" indent="-91679">
              <a:spcBef>
                <a:spcPts val="0"/>
              </a:spcBef>
              <a:defRPr sz="750"/>
            </a:lvl4pPr>
            <a:lvl5pPr marL="685800" indent="-86916">
              <a:spcBef>
                <a:spcPts val="0"/>
              </a:spcBef>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Text Placeholder 34">
            <a:extLst>
              <a:ext uri="{FF2B5EF4-FFF2-40B4-BE49-F238E27FC236}">
                <a16:creationId xmlns:a16="http://schemas.microsoft.com/office/drawing/2014/main" id="{6F11AF7D-BDD0-BFDF-381B-A735A532C03F}"/>
              </a:ext>
            </a:extLst>
          </p:cNvPr>
          <p:cNvSpPr>
            <a:spLocks noGrp="1"/>
          </p:cNvSpPr>
          <p:nvPr>
            <p:ph type="body" sz="quarter" idx="32" hasCustomPrompt="1"/>
          </p:nvPr>
        </p:nvSpPr>
        <p:spPr>
          <a:xfrm>
            <a:off x="5370324" y="3090116"/>
            <a:ext cx="697102" cy="146654"/>
          </a:xfrm>
        </p:spPr>
        <p:txBody>
          <a:bodyPr anchor="b"/>
          <a:lstStyle>
            <a:lvl1pPr marL="0" indent="0">
              <a:lnSpc>
                <a:spcPct val="100000"/>
              </a:lnSpc>
              <a:buNone/>
              <a:defRPr sz="750" b="1"/>
            </a:lvl1pPr>
            <a:lvl2pPr marL="170259" indent="0">
              <a:buNone/>
              <a:defRPr sz="675"/>
            </a:lvl2pPr>
            <a:lvl3pPr marL="345281" indent="0">
              <a:buNone/>
              <a:defRPr sz="675"/>
            </a:lvl3pPr>
            <a:lvl4pPr marL="469106" indent="0">
              <a:buNone/>
              <a:defRPr sz="675"/>
            </a:lvl4pPr>
            <a:lvl5pPr marL="598885" indent="0">
              <a:buNone/>
              <a:defRPr sz="675"/>
            </a:lvl5pPr>
          </a:lstStyle>
          <a:p>
            <a:pPr lvl="0"/>
            <a:r>
              <a:rPr lang="en-US"/>
              <a:t>Platforms</a:t>
            </a:r>
          </a:p>
        </p:txBody>
      </p:sp>
      <p:sp>
        <p:nvSpPr>
          <p:cNvPr id="44" name="Text Placeholder 44">
            <a:extLst>
              <a:ext uri="{FF2B5EF4-FFF2-40B4-BE49-F238E27FC236}">
                <a16:creationId xmlns:a16="http://schemas.microsoft.com/office/drawing/2014/main" id="{2ECA239D-3E9B-FCA2-9CB4-5381EB0158C4}"/>
              </a:ext>
            </a:extLst>
          </p:cNvPr>
          <p:cNvSpPr>
            <a:spLocks noGrp="1"/>
          </p:cNvSpPr>
          <p:nvPr>
            <p:ph type="body" sz="quarter" idx="35"/>
          </p:nvPr>
        </p:nvSpPr>
        <p:spPr>
          <a:xfrm>
            <a:off x="5370324" y="3356790"/>
            <a:ext cx="697102" cy="1358085"/>
          </a:xfrm>
        </p:spPr>
        <p:txBody>
          <a:bodyPr/>
          <a:lstStyle>
            <a:lvl1pPr marL="85725" indent="-85725">
              <a:spcBef>
                <a:spcPts val="0"/>
              </a:spcBef>
              <a:defRPr sz="750"/>
            </a:lvl1pPr>
            <a:lvl2pPr marL="257175" indent="-86916">
              <a:spcBef>
                <a:spcPts val="0"/>
              </a:spcBef>
              <a:defRPr sz="750"/>
            </a:lvl2pPr>
            <a:lvl3pPr marL="428625" indent="-83344">
              <a:spcBef>
                <a:spcPts val="0"/>
              </a:spcBef>
              <a:defRPr sz="750"/>
            </a:lvl3pPr>
            <a:lvl4pPr marL="560785" indent="-91679">
              <a:spcBef>
                <a:spcPts val="0"/>
              </a:spcBef>
              <a:defRPr sz="750"/>
            </a:lvl4pPr>
            <a:lvl5pPr marL="685800" indent="-86916">
              <a:spcBef>
                <a:spcPts val="0"/>
              </a:spcBef>
              <a:defRPr sz="750"/>
            </a:lvl5pPr>
          </a:lstStyle>
          <a:p>
            <a:pPr lvl="0"/>
            <a:r>
              <a:rPr lang="en-US"/>
              <a:t>Click to edit Master text styles</a:t>
            </a:r>
          </a:p>
          <a:p>
            <a:pPr lvl="1"/>
            <a:r>
              <a:rPr lang="en-US"/>
              <a:t>Second level</a:t>
            </a:r>
          </a:p>
          <a:p>
            <a:pPr lvl="2"/>
            <a:r>
              <a:rPr lang="en-US"/>
              <a:t>Third level</a:t>
            </a:r>
          </a:p>
        </p:txBody>
      </p:sp>
      <p:sp>
        <p:nvSpPr>
          <p:cNvPr id="29" name="Picture Placeholder 28">
            <a:extLst>
              <a:ext uri="{FF2B5EF4-FFF2-40B4-BE49-F238E27FC236}">
                <a16:creationId xmlns:a16="http://schemas.microsoft.com/office/drawing/2014/main" id="{B9BF247E-8504-5753-EE74-89AEB4906F9D}"/>
              </a:ext>
              <a:ext uri="{C183D7F6-B498-43B3-948B-1728B52AA6E4}">
                <adec:decorative xmlns:adec="http://schemas.microsoft.com/office/drawing/2017/decorative" val="0"/>
              </a:ext>
            </a:extLst>
          </p:cNvPr>
          <p:cNvSpPr>
            <a:spLocks noGrp="1"/>
          </p:cNvSpPr>
          <p:nvPr>
            <p:ph type="pic" sz="quarter" idx="24"/>
          </p:nvPr>
        </p:nvSpPr>
        <p:spPr>
          <a:xfrm>
            <a:off x="6772275" y="0"/>
            <a:ext cx="2371725" cy="5143500"/>
          </a:xfrm>
          <a:custGeom>
            <a:avLst/>
            <a:gdLst>
              <a:gd name="connsiteX0" fmla="*/ 727770 w 3162300"/>
              <a:gd name="connsiteY0" fmla="*/ 0 h 6858000"/>
              <a:gd name="connsiteX1" fmla="*/ 3162300 w 3162300"/>
              <a:gd name="connsiteY1" fmla="*/ 0 h 6858000"/>
              <a:gd name="connsiteX2" fmla="*/ 3162300 w 3162300"/>
              <a:gd name="connsiteY2" fmla="*/ 6858000 h 6858000"/>
              <a:gd name="connsiteX3" fmla="*/ 0 w 3162300"/>
              <a:gd name="connsiteY3" fmla="*/ 6858000 h 6858000"/>
              <a:gd name="connsiteX4" fmla="*/ 0 w 3162300"/>
              <a:gd name="connsiteY4" fmla="*/ 727733 h 6858000"/>
              <a:gd name="connsiteX5" fmla="*/ 3755 w 3162300"/>
              <a:gd name="connsiteY5" fmla="*/ 653362 h 6858000"/>
              <a:gd name="connsiteX6" fmla="*/ 727770 w 316230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62300" h="6858000">
                <a:moveTo>
                  <a:pt x="727770" y="0"/>
                </a:moveTo>
                <a:lnTo>
                  <a:pt x="3162300" y="0"/>
                </a:lnTo>
                <a:lnTo>
                  <a:pt x="3162300" y="6858000"/>
                </a:lnTo>
                <a:lnTo>
                  <a:pt x="0" y="6858000"/>
                </a:lnTo>
                <a:lnTo>
                  <a:pt x="0" y="727733"/>
                </a:lnTo>
                <a:lnTo>
                  <a:pt x="3755" y="653362"/>
                </a:lnTo>
                <a:cubicBezTo>
                  <a:pt x="41025" y="286379"/>
                  <a:pt x="350954" y="0"/>
                  <a:pt x="727770" y="0"/>
                </a:cubicBezTo>
                <a:close/>
              </a:path>
            </a:pathLst>
          </a:custGeom>
        </p:spPr>
        <p:txBody>
          <a:bodyPr wrap="square">
            <a:noAutofit/>
          </a:bodyPr>
          <a:lstStyle>
            <a:lvl1pPr marL="0" indent="0" algn="r">
              <a:buNone/>
              <a:defRPr/>
            </a:lvl1pPr>
          </a:lstStyle>
          <a:p>
            <a:r>
              <a:rPr lang="en-US"/>
              <a:t>Click icon to add picture</a:t>
            </a:r>
          </a:p>
        </p:txBody>
      </p:sp>
      <p:sp>
        <p:nvSpPr>
          <p:cNvPr id="3" name="Footer Placeholder 2">
            <a:extLst>
              <a:ext uri="{FF2B5EF4-FFF2-40B4-BE49-F238E27FC236}">
                <a16:creationId xmlns:a16="http://schemas.microsoft.com/office/drawing/2014/main" id="{30036C98-D224-33A5-CA57-A6B814AF24EC}"/>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7D98ABE0-084B-6499-BF82-44BC2D53157A}"/>
              </a:ext>
              <a:ext uri="{C183D7F6-B498-43B3-948B-1728B52AA6E4}">
                <adec:decorative xmlns:adec="http://schemas.microsoft.com/office/drawing/2017/decorative" val="1"/>
              </a:ext>
            </a:extLst>
          </p:cNvPr>
          <p:cNvSpPr>
            <a:spLocks noGrp="1"/>
          </p:cNvSpPr>
          <p:nvPr>
            <p:ph type="dt" sz="half" idx="11"/>
          </p:nvPr>
        </p:nvSpPr>
        <p:spPr/>
        <p:txBody>
          <a:bodyPr/>
          <a:lstStyle/>
          <a:p>
            <a:fld id="{00B13694-B473-4F5E-AED6-34957C909A7E}" type="datetimeyyyy">
              <a:rPr lang="en-US" smtClean="0"/>
              <a:t>2026</a:t>
            </a:fld>
            <a:endParaRPr lang="en-US"/>
          </a:p>
        </p:txBody>
      </p:sp>
      <p:sp>
        <p:nvSpPr>
          <p:cNvPr id="5" name="Slide Number Placeholder 4">
            <a:extLst>
              <a:ext uri="{FF2B5EF4-FFF2-40B4-BE49-F238E27FC236}">
                <a16:creationId xmlns:a16="http://schemas.microsoft.com/office/drawing/2014/main" id="{A6DCA947-6913-4ED0-3265-B85B85E39F5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16107985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lient Story 3">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C9CB0EF8-9739-A055-6227-C4FEE56D4D34}"/>
              </a:ext>
              <a:ext uri="{C183D7F6-B498-43B3-948B-1728B52AA6E4}">
                <adec:decorative xmlns:adec="http://schemas.microsoft.com/office/drawing/2017/decorative" val="1"/>
              </a:ext>
            </a:extLst>
          </p:cNvPr>
          <p:cNvCxnSpPr>
            <a:cxnSpLocks/>
          </p:cNvCxnSpPr>
          <p:nvPr userDrawn="1"/>
        </p:nvCxnSpPr>
        <p:spPr>
          <a:xfrm>
            <a:off x="6081244" y="2435553"/>
            <a:ext cx="211455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A7D55FC2-FC25-1311-881D-EDCDC483EDA3}"/>
              </a:ext>
              <a:ext uri="{C183D7F6-B498-43B3-948B-1728B52AA6E4}">
                <adec:decorative xmlns:adec="http://schemas.microsoft.com/office/drawing/2017/decorative" val="1"/>
              </a:ext>
            </a:extLst>
          </p:cNvPr>
          <p:cNvCxnSpPr>
            <a:cxnSpLocks/>
          </p:cNvCxnSpPr>
          <p:nvPr userDrawn="1"/>
        </p:nvCxnSpPr>
        <p:spPr>
          <a:xfrm>
            <a:off x="3264078" y="2435553"/>
            <a:ext cx="211455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7E696873-FEE2-1010-2D15-2DBB91737768}"/>
              </a:ext>
              <a:ext uri="{C183D7F6-B498-43B3-948B-1728B52AA6E4}">
                <adec:decorative xmlns:adec="http://schemas.microsoft.com/office/drawing/2017/decorative" val="1"/>
              </a:ext>
            </a:extLst>
          </p:cNvPr>
          <p:cNvCxnSpPr>
            <a:cxnSpLocks/>
          </p:cNvCxnSpPr>
          <p:nvPr userDrawn="1"/>
        </p:nvCxnSpPr>
        <p:spPr>
          <a:xfrm>
            <a:off x="424588" y="2435553"/>
            <a:ext cx="211455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D2A5FE9-2E1A-216D-06E0-296FEF7A788B}"/>
              </a:ext>
              <a:ext uri="{C183D7F6-B498-43B3-948B-1728B52AA6E4}">
                <adec:decorative xmlns:adec="http://schemas.microsoft.com/office/drawing/2017/decorative" val="1"/>
              </a:ext>
            </a:extLst>
          </p:cNvPr>
          <p:cNvCxnSpPr>
            <a:cxnSpLocks/>
          </p:cNvCxnSpPr>
          <p:nvPr userDrawn="1"/>
        </p:nvCxnSpPr>
        <p:spPr>
          <a:xfrm>
            <a:off x="424586" y="2435553"/>
            <a:ext cx="211455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25">
            <a:extLst>
              <a:ext uri="{FF2B5EF4-FFF2-40B4-BE49-F238E27FC236}">
                <a16:creationId xmlns:a16="http://schemas.microsoft.com/office/drawing/2014/main" id="{F5297918-2D87-A118-7987-B9798671E86E}"/>
              </a:ext>
              <a:ext uri="{C183D7F6-B498-43B3-948B-1728B52AA6E4}">
                <adec:decorative xmlns:adec="http://schemas.microsoft.com/office/drawing/2017/decorative" val="0"/>
              </a:ext>
            </a:extLst>
          </p:cNvPr>
          <p:cNvSpPr>
            <a:spLocks noGrp="1"/>
          </p:cNvSpPr>
          <p:nvPr>
            <p:ph type="pic" sz="quarter" idx="13" hasCustomPrompt="1"/>
          </p:nvPr>
        </p:nvSpPr>
        <p:spPr>
          <a:xfrm>
            <a:off x="428625" y="428625"/>
            <a:ext cx="1943101" cy="271463"/>
          </a:xfrm>
        </p:spPr>
        <p:txBody>
          <a:bodyPr/>
          <a:lstStyle>
            <a:lvl1pPr marL="0" indent="0">
              <a:buNone/>
              <a:defRPr sz="750" b="1"/>
            </a:lvl1pPr>
          </a:lstStyle>
          <a:p>
            <a:r>
              <a:rPr lang="en-US"/>
              <a:t>Click icon to insert client logo</a:t>
            </a:r>
          </a:p>
        </p:txBody>
      </p:sp>
      <p:sp>
        <p:nvSpPr>
          <p:cNvPr id="31" name="Picture Placeholder 28">
            <a:extLst>
              <a:ext uri="{FF2B5EF4-FFF2-40B4-BE49-F238E27FC236}">
                <a16:creationId xmlns:a16="http://schemas.microsoft.com/office/drawing/2014/main" id="{13B4D4E1-343E-CB7D-C5C7-EF29CD8A7C89}"/>
              </a:ext>
              <a:ext uri="{C183D7F6-B498-43B3-948B-1728B52AA6E4}">
                <adec:decorative xmlns:adec="http://schemas.microsoft.com/office/drawing/2017/decorative" val="0"/>
              </a:ext>
            </a:extLst>
          </p:cNvPr>
          <p:cNvSpPr>
            <a:spLocks noGrp="1"/>
          </p:cNvSpPr>
          <p:nvPr>
            <p:ph type="pic" sz="quarter" idx="14"/>
          </p:nvPr>
        </p:nvSpPr>
        <p:spPr>
          <a:xfrm>
            <a:off x="4676114" y="437769"/>
            <a:ext cx="4052763" cy="1117412"/>
          </a:xfrm>
          <a:custGeom>
            <a:avLst/>
            <a:gdLst>
              <a:gd name="connsiteX0" fmla="*/ 0 w 5403684"/>
              <a:gd name="connsiteY0" fmla="*/ 0 h 1572608"/>
              <a:gd name="connsiteX1" fmla="*/ 5141577 w 5403684"/>
              <a:gd name="connsiteY1" fmla="*/ 0 h 1572608"/>
              <a:gd name="connsiteX2" fmla="*/ 5403684 w 5403684"/>
              <a:gd name="connsiteY2" fmla="*/ 262107 h 1572608"/>
              <a:gd name="connsiteX3" fmla="*/ 5403684 w 5403684"/>
              <a:gd name="connsiteY3" fmla="*/ 1572608 h 1572608"/>
              <a:gd name="connsiteX4" fmla="*/ 0 w 5403684"/>
              <a:gd name="connsiteY4" fmla="*/ 1572608 h 1572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3684" h="1572608">
                <a:moveTo>
                  <a:pt x="0" y="0"/>
                </a:moveTo>
                <a:lnTo>
                  <a:pt x="5141577" y="0"/>
                </a:lnTo>
                <a:cubicBezTo>
                  <a:pt x="5286335" y="0"/>
                  <a:pt x="5403684" y="117349"/>
                  <a:pt x="5403684" y="262107"/>
                </a:cubicBezTo>
                <a:lnTo>
                  <a:pt x="5403684" y="1572608"/>
                </a:lnTo>
                <a:lnTo>
                  <a:pt x="0" y="1572608"/>
                </a:lnTo>
                <a:close/>
              </a:path>
            </a:pathLst>
          </a:custGeom>
        </p:spPr>
        <p:txBody>
          <a:bodyPr wrap="square">
            <a:noAutofit/>
          </a:bodyPr>
          <a:lstStyle>
            <a:lvl1pPr marL="0" indent="0">
              <a:buNone/>
              <a:defRPr sz="1050"/>
            </a:lvl1pPr>
          </a:lstStyle>
          <a:p>
            <a:r>
              <a:rPr lang="en-US"/>
              <a:t>Click icon to add picture</a:t>
            </a:r>
          </a:p>
        </p:txBody>
      </p:sp>
      <p:sp>
        <p:nvSpPr>
          <p:cNvPr id="30" name="Title 1">
            <a:extLst>
              <a:ext uri="{FF2B5EF4-FFF2-40B4-BE49-F238E27FC236}">
                <a16:creationId xmlns:a16="http://schemas.microsoft.com/office/drawing/2014/main" id="{F52ABCF0-0F8D-82C1-53AA-ED3504C63710}"/>
              </a:ext>
            </a:extLst>
          </p:cNvPr>
          <p:cNvSpPr>
            <a:spLocks noGrp="1"/>
          </p:cNvSpPr>
          <p:nvPr>
            <p:ph type="title"/>
          </p:nvPr>
        </p:nvSpPr>
        <p:spPr>
          <a:xfrm>
            <a:off x="428625" y="924246"/>
            <a:ext cx="3524251" cy="630936"/>
          </a:xfrm>
        </p:spPr>
        <p:txBody>
          <a:bodyPr/>
          <a:lstStyle/>
          <a:p>
            <a:r>
              <a:rPr lang="en-US"/>
              <a:t>Click to edit Master title style</a:t>
            </a:r>
          </a:p>
        </p:txBody>
      </p:sp>
      <p:sp>
        <p:nvSpPr>
          <p:cNvPr id="40" name="Text Placeholder 11">
            <a:extLst>
              <a:ext uri="{FF2B5EF4-FFF2-40B4-BE49-F238E27FC236}">
                <a16:creationId xmlns:a16="http://schemas.microsoft.com/office/drawing/2014/main" id="{DD7FD1ED-F16A-B697-16F7-D41D3060C301}"/>
              </a:ext>
            </a:extLst>
          </p:cNvPr>
          <p:cNvSpPr>
            <a:spLocks noGrp="1"/>
          </p:cNvSpPr>
          <p:nvPr>
            <p:ph type="body" sz="quarter" idx="35"/>
          </p:nvPr>
        </p:nvSpPr>
        <p:spPr>
          <a:xfrm>
            <a:off x="428625" y="1714500"/>
            <a:ext cx="3524250" cy="342900"/>
          </a:xfrm>
        </p:spPr>
        <p:txBody>
          <a:bodyPr/>
          <a:lstStyle>
            <a:lvl1pPr marL="0" indent="0">
              <a:lnSpc>
                <a:spcPct val="90000"/>
              </a:lnSpc>
              <a:buNone/>
              <a:defRPr sz="1050"/>
            </a:lvl1pPr>
            <a:lvl2pPr marL="170259" indent="0">
              <a:buNone/>
              <a:defRPr/>
            </a:lvl2pPr>
            <a:lvl3pPr marL="345281" indent="0">
              <a:buNone/>
              <a:defRPr/>
            </a:lvl3pPr>
            <a:lvl4pPr marL="469106" indent="0">
              <a:buNone/>
              <a:defRPr/>
            </a:lvl4pPr>
            <a:lvl5pPr marL="598885" indent="0">
              <a:buNone/>
              <a:defRPr/>
            </a:lvl5pPr>
          </a:lstStyle>
          <a:p>
            <a:pPr lvl="0"/>
            <a:r>
              <a:rPr lang="en-US"/>
              <a:t>Click to edit Master text styles</a:t>
            </a:r>
          </a:p>
        </p:txBody>
      </p:sp>
      <p:sp>
        <p:nvSpPr>
          <p:cNvPr id="32" name="Text Placeholder 34">
            <a:extLst>
              <a:ext uri="{FF2B5EF4-FFF2-40B4-BE49-F238E27FC236}">
                <a16:creationId xmlns:a16="http://schemas.microsoft.com/office/drawing/2014/main" id="{4E47228C-5915-0FE3-0377-2D713CBC7338}"/>
              </a:ext>
            </a:extLst>
          </p:cNvPr>
          <p:cNvSpPr>
            <a:spLocks noGrp="1"/>
          </p:cNvSpPr>
          <p:nvPr>
            <p:ph type="body" sz="quarter" idx="30" hasCustomPrompt="1"/>
          </p:nvPr>
        </p:nvSpPr>
        <p:spPr>
          <a:xfrm>
            <a:off x="428625" y="2216719"/>
            <a:ext cx="2110513" cy="146654"/>
          </a:xfrm>
        </p:spPr>
        <p:txBody>
          <a:bodyPr anchor="b"/>
          <a:lstStyle>
            <a:lvl1pPr marL="0" indent="0">
              <a:lnSpc>
                <a:spcPct val="100000"/>
              </a:lnSpc>
              <a:buNone/>
              <a:defRPr sz="750" b="1"/>
            </a:lvl1pPr>
            <a:lvl2pPr marL="170259" indent="0">
              <a:buNone/>
              <a:defRPr sz="675"/>
            </a:lvl2pPr>
            <a:lvl3pPr marL="345281" indent="0">
              <a:buNone/>
              <a:defRPr sz="675"/>
            </a:lvl3pPr>
            <a:lvl4pPr marL="469106" indent="0">
              <a:buNone/>
              <a:defRPr sz="675"/>
            </a:lvl4pPr>
            <a:lvl5pPr marL="598885" indent="0">
              <a:buNone/>
              <a:defRPr sz="675"/>
            </a:lvl5pPr>
          </a:lstStyle>
          <a:p>
            <a:pPr lvl="0"/>
            <a:r>
              <a:rPr lang="en-US"/>
              <a:t>Why</a:t>
            </a:r>
          </a:p>
        </p:txBody>
      </p:sp>
      <p:sp>
        <p:nvSpPr>
          <p:cNvPr id="35" name="Text Placeholder 44">
            <a:extLst>
              <a:ext uri="{FF2B5EF4-FFF2-40B4-BE49-F238E27FC236}">
                <a16:creationId xmlns:a16="http://schemas.microsoft.com/office/drawing/2014/main" id="{625A3377-53FB-6855-BDCA-183857C094D6}"/>
              </a:ext>
            </a:extLst>
          </p:cNvPr>
          <p:cNvSpPr>
            <a:spLocks noGrp="1"/>
          </p:cNvSpPr>
          <p:nvPr>
            <p:ph type="body" sz="quarter" idx="23"/>
          </p:nvPr>
        </p:nvSpPr>
        <p:spPr>
          <a:xfrm>
            <a:off x="428623" y="2497378"/>
            <a:ext cx="2110513" cy="1749443"/>
          </a:xfrm>
        </p:spPr>
        <p:txBody>
          <a:bodyPr/>
          <a:lstStyle>
            <a:lvl1pPr marL="85725" indent="-85725">
              <a:spcBef>
                <a:spcPts val="0"/>
              </a:spcBef>
              <a:defRPr sz="750"/>
            </a:lvl1pPr>
            <a:lvl2pPr marL="257175" indent="-86916">
              <a:spcBef>
                <a:spcPts val="0"/>
              </a:spcBef>
              <a:defRPr sz="750"/>
            </a:lvl2pPr>
            <a:lvl3pPr marL="428625" indent="-83344">
              <a:spcBef>
                <a:spcPts val="0"/>
              </a:spcBef>
              <a:defRPr sz="750"/>
            </a:lvl3pPr>
            <a:lvl4pPr marL="560785" indent="-91679">
              <a:spcBef>
                <a:spcPts val="0"/>
              </a:spcBef>
              <a:defRPr sz="750"/>
            </a:lvl4pPr>
            <a:lvl5pPr marL="685800" indent="-86916">
              <a:spcBef>
                <a:spcPts val="0"/>
              </a:spcBef>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 name="Text Placeholder 34">
            <a:extLst>
              <a:ext uri="{FF2B5EF4-FFF2-40B4-BE49-F238E27FC236}">
                <a16:creationId xmlns:a16="http://schemas.microsoft.com/office/drawing/2014/main" id="{DCFEDDC6-F8EC-0D1A-7A95-4857D03A9E6C}"/>
              </a:ext>
            </a:extLst>
          </p:cNvPr>
          <p:cNvSpPr>
            <a:spLocks noGrp="1"/>
          </p:cNvSpPr>
          <p:nvPr>
            <p:ph type="body" sz="quarter" idx="31" hasCustomPrompt="1"/>
          </p:nvPr>
        </p:nvSpPr>
        <p:spPr>
          <a:xfrm>
            <a:off x="3252988" y="2216719"/>
            <a:ext cx="2110513" cy="146654"/>
          </a:xfrm>
        </p:spPr>
        <p:txBody>
          <a:bodyPr anchor="b"/>
          <a:lstStyle>
            <a:lvl1pPr marL="0" indent="0">
              <a:lnSpc>
                <a:spcPct val="100000"/>
              </a:lnSpc>
              <a:buNone/>
              <a:defRPr sz="750" b="1"/>
            </a:lvl1pPr>
            <a:lvl2pPr marL="170259" indent="0">
              <a:buNone/>
              <a:defRPr sz="675"/>
            </a:lvl2pPr>
            <a:lvl3pPr marL="345281" indent="0">
              <a:buNone/>
              <a:defRPr sz="675"/>
            </a:lvl3pPr>
            <a:lvl4pPr marL="469106" indent="0">
              <a:buNone/>
              <a:defRPr sz="675"/>
            </a:lvl4pPr>
            <a:lvl5pPr marL="598885" indent="0">
              <a:buNone/>
              <a:defRPr sz="675"/>
            </a:lvl5pPr>
          </a:lstStyle>
          <a:p>
            <a:pPr lvl="0"/>
            <a:r>
              <a:rPr lang="en-US"/>
              <a:t>What</a:t>
            </a:r>
          </a:p>
        </p:txBody>
      </p:sp>
      <p:sp>
        <p:nvSpPr>
          <p:cNvPr id="37" name="Text Placeholder 44">
            <a:extLst>
              <a:ext uri="{FF2B5EF4-FFF2-40B4-BE49-F238E27FC236}">
                <a16:creationId xmlns:a16="http://schemas.microsoft.com/office/drawing/2014/main" id="{95D00069-6290-0029-DA84-7D4F4C201387}"/>
              </a:ext>
            </a:extLst>
          </p:cNvPr>
          <p:cNvSpPr>
            <a:spLocks noGrp="1"/>
          </p:cNvSpPr>
          <p:nvPr>
            <p:ph type="body" sz="quarter" idx="33"/>
          </p:nvPr>
        </p:nvSpPr>
        <p:spPr>
          <a:xfrm>
            <a:off x="3252988" y="2497378"/>
            <a:ext cx="2110513" cy="2217497"/>
          </a:xfrm>
        </p:spPr>
        <p:txBody>
          <a:bodyPr/>
          <a:lstStyle>
            <a:lvl1pPr marL="85725" indent="-85725">
              <a:spcBef>
                <a:spcPts val="0"/>
              </a:spcBef>
              <a:defRPr sz="750"/>
            </a:lvl1pPr>
            <a:lvl2pPr marL="257175" indent="-86916">
              <a:spcBef>
                <a:spcPts val="0"/>
              </a:spcBef>
              <a:defRPr sz="750"/>
            </a:lvl2pPr>
            <a:lvl3pPr marL="428625" indent="-83344">
              <a:spcBef>
                <a:spcPts val="0"/>
              </a:spcBef>
              <a:defRPr sz="750"/>
            </a:lvl3pPr>
            <a:lvl4pPr marL="560785" indent="-91679">
              <a:spcBef>
                <a:spcPts val="0"/>
              </a:spcBef>
              <a:defRPr sz="750"/>
            </a:lvl4pPr>
            <a:lvl5pPr marL="685800" indent="-86916">
              <a:spcBef>
                <a:spcPts val="0"/>
              </a:spcBef>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Text Placeholder 34">
            <a:extLst>
              <a:ext uri="{FF2B5EF4-FFF2-40B4-BE49-F238E27FC236}">
                <a16:creationId xmlns:a16="http://schemas.microsoft.com/office/drawing/2014/main" id="{99E42E70-6B26-F41D-4C4C-973CF011A7CD}"/>
              </a:ext>
            </a:extLst>
          </p:cNvPr>
          <p:cNvSpPr>
            <a:spLocks noGrp="1"/>
          </p:cNvSpPr>
          <p:nvPr>
            <p:ph type="body" sz="quarter" idx="32" hasCustomPrompt="1"/>
          </p:nvPr>
        </p:nvSpPr>
        <p:spPr>
          <a:xfrm>
            <a:off x="6074246" y="2216719"/>
            <a:ext cx="2110513" cy="146654"/>
          </a:xfrm>
        </p:spPr>
        <p:txBody>
          <a:bodyPr anchor="b"/>
          <a:lstStyle>
            <a:lvl1pPr marL="0" indent="0">
              <a:lnSpc>
                <a:spcPct val="100000"/>
              </a:lnSpc>
              <a:buNone/>
              <a:defRPr sz="750" b="1"/>
            </a:lvl1pPr>
            <a:lvl2pPr marL="170259" indent="0">
              <a:buNone/>
              <a:defRPr sz="675"/>
            </a:lvl2pPr>
            <a:lvl3pPr marL="345281" indent="0">
              <a:buNone/>
              <a:defRPr sz="675"/>
            </a:lvl3pPr>
            <a:lvl4pPr marL="469106" indent="0">
              <a:buNone/>
              <a:defRPr sz="675"/>
            </a:lvl4pPr>
            <a:lvl5pPr marL="598885" indent="0">
              <a:buNone/>
              <a:defRPr sz="675"/>
            </a:lvl5pPr>
          </a:lstStyle>
          <a:p>
            <a:pPr lvl="0"/>
            <a:r>
              <a:rPr lang="en-US"/>
              <a:t>Wow</a:t>
            </a:r>
          </a:p>
        </p:txBody>
      </p:sp>
      <p:sp>
        <p:nvSpPr>
          <p:cNvPr id="38" name="Text Placeholder 44">
            <a:extLst>
              <a:ext uri="{FF2B5EF4-FFF2-40B4-BE49-F238E27FC236}">
                <a16:creationId xmlns:a16="http://schemas.microsoft.com/office/drawing/2014/main" id="{5F1C306B-6778-A862-057F-A596F5708323}"/>
              </a:ext>
            </a:extLst>
          </p:cNvPr>
          <p:cNvSpPr>
            <a:spLocks noGrp="1"/>
          </p:cNvSpPr>
          <p:nvPr>
            <p:ph type="body" sz="quarter" idx="34"/>
          </p:nvPr>
        </p:nvSpPr>
        <p:spPr>
          <a:xfrm>
            <a:off x="6074246" y="2497378"/>
            <a:ext cx="2110513" cy="2217497"/>
          </a:xfrm>
        </p:spPr>
        <p:txBody>
          <a:bodyPr/>
          <a:lstStyle>
            <a:lvl1pPr marL="85725" indent="-85725">
              <a:spcBef>
                <a:spcPts val="0"/>
              </a:spcBef>
              <a:defRPr sz="750"/>
            </a:lvl1pPr>
            <a:lvl2pPr marL="257175" indent="-86916">
              <a:spcBef>
                <a:spcPts val="0"/>
              </a:spcBef>
              <a:defRPr sz="750"/>
            </a:lvl2pPr>
            <a:lvl3pPr marL="428625" indent="-83344">
              <a:spcBef>
                <a:spcPts val="0"/>
              </a:spcBef>
              <a:defRPr sz="750"/>
            </a:lvl3pPr>
            <a:lvl4pPr marL="560785" indent="-91679">
              <a:spcBef>
                <a:spcPts val="0"/>
              </a:spcBef>
              <a:defRPr sz="750"/>
            </a:lvl4pPr>
            <a:lvl5pPr marL="685800" indent="-86916">
              <a:spcBef>
                <a:spcPts val="0"/>
              </a:spcBef>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9" name="Text Placeholder 34">
            <a:extLst>
              <a:ext uri="{FF2B5EF4-FFF2-40B4-BE49-F238E27FC236}">
                <a16:creationId xmlns:a16="http://schemas.microsoft.com/office/drawing/2014/main" id="{C41AABE2-EE86-8EE5-B351-2F0D94AC111B}"/>
              </a:ext>
            </a:extLst>
          </p:cNvPr>
          <p:cNvSpPr>
            <a:spLocks noGrp="1"/>
          </p:cNvSpPr>
          <p:nvPr>
            <p:ph type="body" sz="quarter" idx="17"/>
          </p:nvPr>
        </p:nvSpPr>
        <p:spPr>
          <a:xfrm>
            <a:off x="428625" y="4409700"/>
            <a:ext cx="1673351" cy="305175"/>
          </a:xfrm>
        </p:spPr>
        <p:txBody>
          <a:bodyPr/>
          <a:lstStyle>
            <a:lvl1pPr marL="0" indent="0">
              <a:buNone/>
              <a:defRPr sz="750"/>
            </a:lvl1pPr>
            <a:lvl2pPr marL="170259" indent="0">
              <a:buNone/>
              <a:defRPr sz="675"/>
            </a:lvl2pPr>
            <a:lvl3pPr marL="345281" indent="0">
              <a:buNone/>
              <a:defRPr sz="675"/>
            </a:lvl3pPr>
            <a:lvl4pPr marL="469106" indent="0">
              <a:buNone/>
              <a:defRPr sz="675"/>
            </a:lvl4pPr>
            <a:lvl5pPr marL="598885" indent="0">
              <a:buNone/>
              <a:defRPr sz="675"/>
            </a:lvl5pPr>
          </a:lstStyle>
          <a:p>
            <a:pPr lvl="0"/>
            <a:r>
              <a:rPr lang="en-US"/>
              <a:t>Click to edit Master text styles</a:t>
            </a:r>
          </a:p>
        </p:txBody>
      </p:sp>
      <p:sp>
        <p:nvSpPr>
          <p:cNvPr id="3" name="Footer Placeholder 2">
            <a:extLst>
              <a:ext uri="{FF2B5EF4-FFF2-40B4-BE49-F238E27FC236}">
                <a16:creationId xmlns:a16="http://schemas.microsoft.com/office/drawing/2014/main" id="{0D75BED6-89F2-2FE6-C8BB-DCF2CF86042E}"/>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0B703584-C487-B34F-2B5C-F9A9969CD5E8}"/>
              </a:ext>
              <a:ext uri="{C183D7F6-B498-43B3-948B-1728B52AA6E4}">
                <adec:decorative xmlns:adec="http://schemas.microsoft.com/office/drawing/2017/decorative" val="1"/>
              </a:ext>
            </a:extLst>
          </p:cNvPr>
          <p:cNvSpPr>
            <a:spLocks noGrp="1"/>
          </p:cNvSpPr>
          <p:nvPr>
            <p:ph type="dt" sz="half" idx="11"/>
          </p:nvPr>
        </p:nvSpPr>
        <p:spPr/>
        <p:txBody>
          <a:bodyPr/>
          <a:lstStyle/>
          <a:p>
            <a:fld id="{C99E96F2-1A31-48EF-9DB9-7D559E5AC5CD}" type="datetimeyyyy">
              <a:rPr lang="en-US" smtClean="0"/>
              <a:t>2026</a:t>
            </a:fld>
            <a:endParaRPr lang="en-US"/>
          </a:p>
        </p:txBody>
      </p:sp>
      <p:sp>
        <p:nvSpPr>
          <p:cNvPr id="5" name="Slide Number Placeholder 4">
            <a:extLst>
              <a:ext uri="{FF2B5EF4-FFF2-40B4-BE49-F238E27FC236}">
                <a16:creationId xmlns:a16="http://schemas.microsoft.com/office/drawing/2014/main" id="{9BEFD26E-5268-A28D-B7DC-884BB2EB825F}"/>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158029330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sultant Profile">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E4F88508-6093-78DA-EC40-1090B8A18CE5}"/>
              </a:ext>
              <a:ext uri="{C183D7F6-B498-43B3-948B-1728B52AA6E4}">
                <adec:decorative xmlns:adec="http://schemas.microsoft.com/office/drawing/2017/decorative" val="1"/>
              </a:ext>
            </a:extLst>
          </p:cNvPr>
          <p:cNvSpPr>
            <a:spLocks noGrp="1"/>
          </p:cNvSpPr>
          <p:nvPr>
            <p:ph type="pic" sz="quarter" idx="13"/>
          </p:nvPr>
        </p:nvSpPr>
        <p:spPr>
          <a:xfrm>
            <a:off x="428626" y="428625"/>
            <a:ext cx="1399032" cy="1399032"/>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a:lvl1pPr>
          </a:lstStyle>
          <a:p>
            <a:r>
              <a:rPr lang="en-US"/>
              <a:t>Click icon to add picture</a:t>
            </a:r>
          </a:p>
        </p:txBody>
      </p:sp>
      <p:cxnSp>
        <p:nvCxnSpPr>
          <p:cNvPr id="12" name="Straight Connector 11">
            <a:extLst>
              <a:ext uri="{FF2B5EF4-FFF2-40B4-BE49-F238E27FC236}">
                <a16:creationId xmlns:a16="http://schemas.microsoft.com/office/drawing/2014/main" id="{448F380C-D9F2-AC7E-CC4B-ACF105A8DA0F}"/>
              </a:ext>
              <a:ext uri="{C183D7F6-B498-43B3-948B-1728B52AA6E4}">
                <adec:decorative xmlns:adec="http://schemas.microsoft.com/office/drawing/2017/decorative" val="1"/>
              </a:ext>
            </a:extLst>
          </p:cNvPr>
          <p:cNvCxnSpPr>
            <a:cxnSpLocks/>
          </p:cNvCxnSpPr>
          <p:nvPr userDrawn="1"/>
        </p:nvCxnSpPr>
        <p:spPr>
          <a:xfrm flipH="1">
            <a:off x="7477124" y="1033262"/>
            <a:ext cx="1238250"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2A2DB5DF-F1EF-1BD1-2308-31D13FF94952}"/>
              </a:ext>
              <a:ext uri="{C183D7F6-B498-43B3-948B-1728B52AA6E4}">
                <adec:decorative xmlns:adec="http://schemas.microsoft.com/office/drawing/2017/decorative" val="1"/>
              </a:ext>
            </a:extLst>
          </p:cNvPr>
          <p:cNvCxnSpPr>
            <a:cxnSpLocks/>
          </p:cNvCxnSpPr>
          <p:nvPr userDrawn="1"/>
        </p:nvCxnSpPr>
        <p:spPr>
          <a:xfrm flipH="1">
            <a:off x="3954396" y="1031154"/>
            <a:ext cx="2824834" cy="1"/>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6E54A77A-3D12-63EA-66F3-ED1B3850380D}"/>
              </a:ext>
            </a:extLst>
          </p:cNvPr>
          <p:cNvSpPr>
            <a:spLocks noGrp="1"/>
          </p:cNvSpPr>
          <p:nvPr>
            <p:ph type="title" hasCustomPrompt="1"/>
          </p:nvPr>
        </p:nvSpPr>
        <p:spPr>
          <a:xfrm>
            <a:off x="425957" y="2055896"/>
            <a:ext cx="2805686" cy="742950"/>
          </a:xfrm>
        </p:spPr>
        <p:txBody>
          <a:bodyPr anchor="b"/>
          <a:lstStyle>
            <a:lvl1pPr>
              <a:defRPr/>
            </a:lvl1pPr>
          </a:lstStyle>
          <a:p>
            <a:r>
              <a:rPr lang="en-US" err="1"/>
              <a:t>Firstname</a:t>
            </a:r>
            <a:r>
              <a:rPr lang="en-US"/>
              <a:t> </a:t>
            </a:r>
            <a:r>
              <a:rPr lang="en-US" err="1"/>
              <a:t>Lastname</a:t>
            </a:r>
            <a:endParaRPr lang="en-US"/>
          </a:p>
        </p:txBody>
      </p:sp>
      <p:sp>
        <p:nvSpPr>
          <p:cNvPr id="21" name="Text Placeholder 20">
            <a:extLst>
              <a:ext uri="{FF2B5EF4-FFF2-40B4-BE49-F238E27FC236}">
                <a16:creationId xmlns:a16="http://schemas.microsoft.com/office/drawing/2014/main" id="{1188EF8E-2193-0355-E7DC-3D4D323EB293}"/>
              </a:ext>
            </a:extLst>
          </p:cNvPr>
          <p:cNvSpPr>
            <a:spLocks noGrp="1"/>
          </p:cNvSpPr>
          <p:nvPr>
            <p:ph type="body" sz="quarter" idx="14"/>
          </p:nvPr>
        </p:nvSpPr>
        <p:spPr>
          <a:xfrm>
            <a:off x="428625" y="2943223"/>
            <a:ext cx="2805686" cy="16287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25">
            <a:extLst>
              <a:ext uri="{FF2B5EF4-FFF2-40B4-BE49-F238E27FC236}">
                <a16:creationId xmlns:a16="http://schemas.microsoft.com/office/drawing/2014/main" id="{EA1F67B3-9AE4-394F-690C-1A721AF84FDE}"/>
              </a:ext>
            </a:extLst>
          </p:cNvPr>
          <p:cNvSpPr>
            <a:spLocks noGrp="1"/>
          </p:cNvSpPr>
          <p:nvPr>
            <p:ph type="body" sz="quarter" idx="17" hasCustomPrompt="1"/>
          </p:nvPr>
        </p:nvSpPr>
        <p:spPr>
          <a:xfrm>
            <a:off x="3954395" y="428625"/>
            <a:ext cx="2817880" cy="466521"/>
          </a:xfrm>
        </p:spPr>
        <p:txBody>
          <a:bodyPr anchor="b"/>
          <a:lstStyle>
            <a:lvl1pPr marL="0" indent="0">
              <a:buNone/>
              <a:defRPr sz="900" b="1" cap="all" spc="113" baseline="0">
                <a:solidFill>
                  <a:schemeClr val="accent1"/>
                </a:solidFill>
              </a:defRPr>
            </a:lvl1pPr>
            <a:lvl2pPr marL="170259" indent="0">
              <a:buNone/>
              <a:defRPr/>
            </a:lvl2pPr>
          </a:lstStyle>
          <a:p>
            <a:pPr lvl="0"/>
            <a:r>
              <a:rPr lang="en-US"/>
              <a:t>Relevant experience</a:t>
            </a:r>
          </a:p>
        </p:txBody>
      </p:sp>
      <p:sp>
        <p:nvSpPr>
          <p:cNvPr id="23" name="Text Placeholder 22">
            <a:extLst>
              <a:ext uri="{FF2B5EF4-FFF2-40B4-BE49-F238E27FC236}">
                <a16:creationId xmlns:a16="http://schemas.microsoft.com/office/drawing/2014/main" id="{B406DB24-9BAB-801B-17BA-45ECF4C90F9C}"/>
              </a:ext>
            </a:extLst>
          </p:cNvPr>
          <p:cNvSpPr>
            <a:spLocks noGrp="1"/>
          </p:cNvSpPr>
          <p:nvPr>
            <p:ph type="body" sz="quarter" idx="15"/>
          </p:nvPr>
        </p:nvSpPr>
        <p:spPr>
          <a:xfrm>
            <a:off x="3955257" y="1171575"/>
            <a:ext cx="2823973" cy="3400422"/>
          </a:xfrm>
        </p:spPr>
        <p:txBody>
          <a:bodyPr/>
          <a:lstStyle>
            <a:lvl1pPr marL="90488" indent="-90488">
              <a:defRPr sz="750"/>
            </a:lvl1pPr>
            <a:lvl2pPr marL="302419" indent="-132160">
              <a:defRPr sz="750"/>
            </a:lvl2pPr>
            <a:lvl3pPr>
              <a:defRPr sz="750"/>
            </a:lvl3pPr>
            <a:lvl4pPr>
              <a:defRPr sz="750"/>
            </a:lvl4pPr>
            <a:lvl5pP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Text Placeholder 25">
            <a:extLst>
              <a:ext uri="{FF2B5EF4-FFF2-40B4-BE49-F238E27FC236}">
                <a16:creationId xmlns:a16="http://schemas.microsoft.com/office/drawing/2014/main" id="{44272DFB-858B-3160-31AA-257667556531}"/>
              </a:ext>
            </a:extLst>
          </p:cNvPr>
          <p:cNvSpPr>
            <a:spLocks noGrp="1"/>
          </p:cNvSpPr>
          <p:nvPr>
            <p:ph type="body" sz="quarter" idx="18" hasCustomPrompt="1"/>
          </p:nvPr>
        </p:nvSpPr>
        <p:spPr>
          <a:xfrm>
            <a:off x="7488194" y="428625"/>
            <a:ext cx="1215200" cy="466517"/>
          </a:xfrm>
        </p:spPr>
        <p:txBody>
          <a:bodyPr anchor="b"/>
          <a:lstStyle>
            <a:lvl1pPr marL="0" indent="0">
              <a:buNone/>
              <a:defRPr sz="900" b="1" cap="all" spc="113" baseline="0">
                <a:solidFill>
                  <a:schemeClr val="accent1"/>
                </a:solidFill>
              </a:defRPr>
            </a:lvl1pPr>
            <a:lvl2pPr marL="170259" indent="0">
              <a:buNone/>
              <a:defRPr/>
            </a:lvl2pPr>
          </a:lstStyle>
          <a:p>
            <a:pPr lvl="0"/>
            <a:r>
              <a:rPr lang="en-US"/>
              <a:t>Skills</a:t>
            </a:r>
          </a:p>
        </p:txBody>
      </p:sp>
      <p:sp>
        <p:nvSpPr>
          <p:cNvPr id="24" name="Text Placeholder 22">
            <a:extLst>
              <a:ext uri="{FF2B5EF4-FFF2-40B4-BE49-F238E27FC236}">
                <a16:creationId xmlns:a16="http://schemas.microsoft.com/office/drawing/2014/main" id="{4CD92990-27E5-6EF1-B05C-48005CB63B1F}"/>
              </a:ext>
            </a:extLst>
          </p:cNvPr>
          <p:cNvSpPr>
            <a:spLocks noGrp="1"/>
          </p:cNvSpPr>
          <p:nvPr>
            <p:ph type="body" sz="quarter" idx="16"/>
          </p:nvPr>
        </p:nvSpPr>
        <p:spPr>
          <a:xfrm>
            <a:off x="7488194" y="1171575"/>
            <a:ext cx="1215200" cy="3400422"/>
          </a:xfrm>
        </p:spPr>
        <p:txBody>
          <a:bodyPr/>
          <a:lstStyle>
            <a:lvl1pPr marL="90488" indent="-90488">
              <a:defRPr sz="750"/>
            </a:lvl1pPr>
            <a:lvl2pPr marL="302419" indent="-132160">
              <a:defRPr sz="750"/>
            </a:lvl2pPr>
            <a:lvl3pPr>
              <a:defRPr sz="750"/>
            </a:lvl3pPr>
            <a:lvl4pPr>
              <a:defRPr sz="750"/>
            </a:lvl4pPr>
            <a:lvl5pP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75C91D87-AF4A-FFD7-017B-CA0304C1C907}"/>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2902595-FEAC-6B1C-4520-58B29666C7E0}"/>
              </a:ext>
              <a:ext uri="{C183D7F6-B498-43B3-948B-1728B52AA6E4}">
                <adec:decorative xmlns:adec="http://schemas.microsoft.com/office/drawing/2017/decorative" val="1"/>
              </a:ext>
            </a:extLst>
          </p:cNvPr>
          <p:cNvSpPr>
            <a:spLocks noGrp="1"/>
          </p:cNvSpPr>
          <p:nvPr>
            <p:ph type="dt" sz="half" idx="11"/>
          </p:nvPr>
        </p:nvSpPr>
        <p:spPr/>
        <p:txBody>
          <a:bodyPr/>
          <a:lstStyle/>
          <a:p>
            <a:fld id="{2A25A080-1792-4392-BE38-5E620E52C462}" type="datetimeyyyy">
              <a:rPr lang="en-US" smtClean="0"/>
              <a:t>2026</a:t>
            </a:fld>
            <a:endParaRPr lang="en-US"/>
          </a:p>
        </p:txBody>
      </p:sp>
      <p:sp>
        <p:nvSpPr>
          <p:cNvPr id="5" name="Slide Number Placeholder 4">
            <a:extLst>
              <a:ext uri="{FF2B5EF4-FFF2-40B4-BE49-F238E27FC236}">
                <a16:creationId xmlns:a16="http://schemas.microsoft.com/office/drawing/2014/main" id="{FB782E6F-431A-7665-4546-3ED0A1E01C19}"/>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171027637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wo image w/ square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23C273D-5BD8-E7E1-85A0-178676E45CC2}"/>
              </a:ext>
              <a:ext uri="{C183D7F6-B498-43B3-948B-1728B52AA6E4}">
                <adec:decorative xmlns:adec="http://schemas.microsoft.com/office/drawing/2017/decorative" val="1"/>
              </a:ext>
            </a:extLst>
          </p:cNvPr>
          <p:cNvSpPr/>
          <p:nvPr userDrawn="1"/>
        </p:nvSpPr>
        <p:spPr>
          <a:xfrm>
            <a:off x="0" y="0"/>
            <a:ext cx="4572000" cy="26717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8" name="Text Placeholder 16">
            <a:extLst>
              <a:ext uri="{FF2B5EF4-FFF2-40B4-BE49-F238E27FC236}">
                <a16:creationId xmlns:a16="http://schemas.microsoft.com/office/drawing/2014/main" id="{D098AB90-6E8A-85D3-32C9-317E798AFDFA}"/>
              </a:ext>
            </a:extLst>
          </p:cNvPr>
          <p:cNvSpPr>
            <a:spLocks noGrp="1"/>
          </p:cNvSpPr>
          <p:nvPr>
            <p:ph type="body" sz="quarter" idx="16"/>
          </p:nvPr>
        </p:nvSpPr>
        <p:spPr>
          <a:xfrm>
            <a:off x="962025" y="417878"/>
            <a:ext cx="2819400" cy="371263"/>
          </a:xfrm>
        </p:spPr>
        <p:txBody>
          <a:bodyPr anchor="b"/>
          <a:lstStyle>
            <a:lvl1pPr marL="0" indent="0">
              <a:lnSpc>
                <a:spcPct val="90000"/>
              </a:lnSpc>
              <a:buNone/>
              <a:defRPr sz="900" b="1" cap="all" spc="113" baseline="0">
                <a:solidFill>
                  <a:schemeClr val="bg1"/>
                </a:solidFill>
              </a:defRPr>
            </a:lvl1pPr>
          </a:lstStyle>
          <a:p>
            <a:pPr lvl="0"/>
            <a:r>
              <a:rPr lang="en-US"/>
              <a:t>Click to edit Master text styles</a:t>
            </a:r>
          </a:p>
        </p:txBody>
      </p:sp>
      <p:sp>
        <p:nvSpPr>
          <p:cNvPr id="17" name="Text Placeholder 16">
            <a:extLst>
              <a:ext uri="{FF2B5EF4-FFF2-40B4-BE49-F238E27FC236}">
                <a16:creationId xmlns:a16="http://schemas.microsoft.com/office/drawing/2014/main" id="{8AAD0F4C-FFBB-CC2D-83A4-15B41626479B}"/>
              </a:ext>
            </a:extLst>
          </p:cNvPr>
          <p:cNvSpPr>
            <a:spLocks noGrp="1"/>
          </p:cNvSpPr>
          <p:nvPr>
            <p:ph type="body" sz="quarter" idx="15"/>
          </p:nvPr>
        </p:nvSpPr>
        <p:spPr>
          <a:xfrm>
            <a:off x="962025" y="926275"/>
            <a:ext cx="2819400" cy="1131125"/>
          </a:xfrm>
        </p:spPr>
        <p:txBody>
          <a:bodyPr/>
          <a:lstStyle>
            <a:lvl1pPr marL="0" indent="0">
              <a:buNone/>
              <a:defRPr sz="1650">
                <a:solidFill>
                  <a:schemeClr val="bg1"/>
                </a:solidFill>
              </a:defRPr>
            </a:lvl1pPr>
          </a:lstStyle>
          <a:p>
            <a:pPr lvl="0"/>
            <a:r>
              <a:rPr lang="en-US"/>
              <a:t>Click to edit Master text styles</a:t>
            </a:r>
          </a:p>
        </p:txBody>
      </p:sp>
      <p:sp>
        <p:nvSpPr>
          <p:cNvPr id="15" name="Picture Placeholder 14">
            <a:extLst>
              <a:ext uri="{FF2B5EF4-FFF2-40B4-BE49-F238E27FC236}">
                <a16:creationId xmlns:a16="http://schemas.microsoft.com/office/drawing/2014/main" id="{297F2D4D-AB7F-7B88-CCF6-E5F697F5CAED}"/>
              </a:ext>
              <a:ext uri="{C183D7F6-B498-43B3-948B-1728B52AA6E4}">
                <adec:decorative xmlns:adec="http://schemas.microsoft.com/office/drawing/2017/decorative" val="0"/>
              </a:ext>
            </a:extLst>
          </p:cNvPr>
          <p:cNvSpPr>
            <a:spLocks noGrp="1"/>
          </p:cNvSpPr>
          <p:nvPr>
            <p:ph type="pic" sz="quarter" idx="14"/>
          </p:nvPr>
        </p:nvSpPr>
        <p:spPr>
          <a:xfrm>
            <a:off x="4572001" y="0"/>
            <a:ext cx="4576796" cy="2571750"/>
          </a:xfrm>
          <a:custGeom>
            <a:avLst/>
            <a:gdLst>
              <a:gd name="connsiteX0" fmla="*/ 0 w 6121605"/>
              <a:gd name="connsiteY0" fmla="*/ 0 h 3429000"/>
              <a:gd name="connsiteX1" fmla="*/ 6121605 w 6121605"/>
              <a:gd name="connsiteY1" fmla="*/ 0 h 3429000"/>
              <a:gd name="connsiteX2" fmla="*/ 6121605 w 6121605"/>
              <a:gd name="connsiteY2" fmla="*/ 2857489 h 3429000"/>
              <a:gd name="connsiteX3" fmla="*/ 5548895 w 6121605"/>
              <a:gd name="connsiteY3" fmla="*/ 3429000 h 3429000"/>
              <a:gd name="connsiteX4" fmla="*/ 0 w 6121605"/>
              <a:gd name="connsiteY4" fmla="*/ 3429000 h 3429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21605" h="3429000">
                <a:moveTo>
                  <a:pt x="0" y="0"/>
                </a:moveTo>
                <a:lnTo>
                  <a:pt x="6121605" y="0"/>
                </a:lnTo>
                <a:lnTo>
                  <a:pt x="6121605" y="2857489"/>
                </a:lnTo>
                <a:cubicBezTo>
                  <a:pt x="6121605" y="3173126"/>
                  <a:pt x="5865194" y="3429000"/>
                  <a:pt x="5548895" y="3429000"/>
                </a:cubicBezTo>
                <a:lnTo>
                  <a:pt x="0" y="3429000"/>
                </a:lnTo>
                <a:close/>
              </a:path>
            </a:pathLst>
          </a:custGeom>
        </p:spPr>
        <p:txBody>
          <a:bodyPr wrap="square">
            <a:noAutofit/>
          </a:bodyPr>
          <a:lstStyle/>
          <a:p>
            <a:r>
              <a:rPr lang="en-US"/>
              <a:t>Click icon to add picture</a:t>
            </a:r>
          </a:p>
        </p:txBody>
      </p:sp>
      <p:sp>
        <p:nvSpPr>
          <p:cNvPr id="12" name="Picture Placeholder 11">
            <a:extLst>
              <a:ext uri="{FF2B5EF4-FFF2-40B4-BE49-F238E27FC236}">
                <a16:creationId xmlns:a16="http://schemas.microsoft.com/office/drawing/2014/main" id="{B5409D05-3C98-D050-0D6F-2A2628CDF15A}"/>
              </a:ext>
              <a:ext uri="{C183D7F6-B498-43B3-948B-1728B52AA6E4}">
                <adec:decorative xmlns:adec="http://schemas.microsoft.com/office/drawing/2017/decorative" val="0"/>
              </a:ext>
            </a:extLst>
          </p:cNvPr>
          <p:cNvSpPr>
            <a:spLocks noGrp="1"/>
          </p:cNvSpPr>
          <p:nvPr>
            <p:ph type="pic" sz="quarter" idx="13"/>
          </p:nvPr>
        </p:nvSpPr>
        <p:spPr>
          <a:xfrm>
            <a:off x="0" y="2571750"/>
            <a:ext cx="4572000" cy="2577704"/>
          </a:xfrm>
        </p:spPr>
        <p:txBody>
          <a:bodyPr/>
          <a:lstStyle/>
          <a:p>
            <a:r>
              <a:rPr lang="en-US"/>
              <a:t>Click icon to add picture</a:t>
            </a:r>
          </a:p>
        </p:txBody>
      </p:sp>
      <p:sp>
        <p:nvSpPr>
          <p:cNvPr id="20" name="Text Placeholder 16">
            <a:extLst>
              <a:ext uri="{FF2B5EF4-FFF2-40B4-BE49-F238E27FC236}">
                <a16:creationId xmlns:a16="http://schemas.microsoft.com/office/drawing/2014/main" id="{4D365ABC-5996-98B8-0B33-725C6CAD5839}"/>
              </a:ext>
            </a:extLst>
          </p:cNvPr>
          <p:cNvSpPr>
            <a:spLocks noGrp="1"/>
          </p:cNvSpPr>
          <p:nvPr>
            <p:ph type="body" sz="quarter" idx="18"/>
          </p:nvPr>
        </p:nvSpPr>
        <p:spPr>
          <a:xfrm>
            <a:off x="5362575" y="3086100"/>
            <a:ext cx="2819400" cy="219124"/>
          </a:xfrm>
        </p:spPr>
        <p:txBody>
          <a:bodyPr anchor="b"/>
          <a:lstStyle>
            <a:lvl1pPr marL="0" indent="0">
              <a:lnSpc>
                <a:spcPct val="90000"/>
              </a:lnSpc>
              <a:buNone/>
              <a:defRPr sz="900" b="1" cap="all" spc="113" baseline="0">
                <a:solidFill>
                  <a:schemeClr val="accent1"/>
                </a:solidFill>
              </a:defRPr>
            </a:lvl1pPr>
          </a:lstStyle>
          <a:p>
            <a:pPr lvl="0"/>
            <a:r>
              <a:rPr lang="en-US"/>
              <a:t>Click to edit Master text styles</a:t>
            </a:r>
          </a:p>
        </p:txBody>
      </p:sp>
      <p:sp>
        <p:nvSpPr>
          <p:cNvPr id="19" name="Text Placeholder 16">
            <a:extLst>
              <a:ext uri="{FF2B5EF4-FFF2-40B4-BE49-F238E27FC236}">
                <a16:creationId xmlns:a16="http://schemas.microsoft.com/office/drawing/2014/main" id="{51D26A1B-AE8E-5DFA-85FE-D7D5C971C935}"/>
              </a:ext>
            </a:extLst>
          </p:cNvPr>
          <p:cNvSpPr>
            <a:spLocks noGrp="1"/>
          </p:cNvSpPr>
          <p:nvPr>
            <p:ph type="body" sz="quarter" idx="17"/>
          </p:nvPr>
        </p:nvSpPr>
        <p:spPr>
          <a:xfrm>
            <a:off x="5362575" y="3442359"/>
            <a:ext cx="2819400" cy="1272515"/>
          </a:xfrm>
        </p:spPr>
        <p:txBody>
          <a:bodyPr/>
          <a:lstStyle>
            <a:lvl1pPr marL="0" indent="0">
              <a:buNone/>
              <a:defRPr sz="1650"/>
            </a:lvl1pPr>
          </a:lstStyle>
          <a:p>
            <a:pPr lvl="0"/>
            <a:r>
              <a:rPr lang="en-US"/>
              <a:t>Click to edit Master text styles</a:t>
            </a:r>
          </a:p>
        </p:txBody>
      </p:sp>
      <p:sp>
        <p:nvSpPr>
          <p:cNvPr id="3" name="Footer Placeholder 2">
            <a:extLst>
              <a:ext uri="{FF2B5EF4-FFF2-40B4-BE49-F238E27FC236}">
                <a16:creationId xmlns:a16="http://schemas.microsoft.com/office/drawing/2014/main" id="{D109148D-2336-4FD5-7678-BEC7A9C269E4}"/>
              </a:ext>
              <a:ext uri="{C183D7F6-B498-43B3-948B-1728B52AA6E4}">
                <adec:decorative xmlns:adec="http://schemas.microsoft.com/office/drawing/2017/decorative" val="1"/>
              </a:ext>
            </a:extLst>
          </p:cNvPr>
          <p:cNvSpPr>
            <a:spLocks noGrp="1"/>
          </p:cNvSpPr>
          <p:nvPr>
            <p:ph type="ftr" sz="quarter" idx="10"/>
          </p:nvPr>
        </p:nvSpPr>
        <p:spPr>
          <a:xfrm>
            <a:off x="1233913" y="4877753"/>
            <a:ext cx="3017520" cy="102870"/>
          </a:xfrm>
        </p:spPr>
        <p:txBody>
          <a:bodyPr/>
          <a:lstStyle>
            <a:lvl1pPr>
              <a:defRPr>
                <a:solidFill>
                  <a:schemeClr val="tx2"/>
                </a:solidFill>
              </a:defRPr>
            </a:lvl1pPr>
          </a:lstStyle>
          <a:p>
            <a:r>
              <a:rPr lang="en-US"/>
              <a:t>Slalom. All Rights Reserved. Proprietary and Confidential.</a:t>
            </a:r>
          </a:p>
        </p:txBody>
      </p:sp>
      <p:sp>
        <p:nvSpPr>
          <p:cNvPr id="4" name="Date Placeholder 3">
            <a:extLst>
              <a:ext uri="{FF2B5EF4-FFF2-40B4-BE49-F238E27FC236}">
                <a16:creationId xmlns:a16="http://schemas.microsoft.com/office/drawing/2014/main" id="{9AE54A5D-BF91-532F-80BF-59D69DE99078}"/>
              </a:ext>
              <a:ext uri="{C183D7F6-B498-43B3-948B-1728B52AA6E4}">
                <adec:decorative xmlns:adec="http://schemas.microsoft.com/office/drawing/2017/decorative" val="1"/>
              </a:ext>
            </a:extLst>
          </p:cNvPr>
          <p:cNvSpPr>
            <a:spLocks noGrp="1"/>
          </p:cNvSpPr>
          <p:nvPr>
            <p:ph type="dt" sz="half" idx="11"/>
          </p:nvPr>
        </p:nvSpPr>
        <p:spPr/>
        <p:txBody>
          <a:bodyPr/>
          <a:lstStyle>
            <a:lvl1pPr>
              <a:defRPr>
                <a:solidFill>
                  <a:schemeClr val="tx2"/>
                </a:solidFill>
              </a:defRPr>
            </a:lvl1pPr>
          </a:lstStyle>
          <a:p>
            <a:fld id="{AC09F21D-86C0-48B1-8956-21A994161978}" type="datetimeyyyy">
              <a:rPr lang="en-US" smtClean="0"/>
              <a:t>2026</a:t>
            </a:fld>
            <a:endParaRPr lang="en-US"/>
          </a:p>
        </p:txBody>
      </p:sp>
      <p:sp>
        <p:nvSpPr>
          <p:cNvPr id="5" name="Slide Number Placeholder 4">
            <a:extLst>
              <a:ext uri="{FF2B5EF4-FFF2-40B4-BE49-F238E27FC236}">
                <a16:creationId xmlns:a16="http://schemas.microsoft.com/office/drawing/2014/main" id="{9B30DC17-FAF7-CEE9-ACB8-56A8FF40F77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7" name="Text Placeholder 28">
            <a:extLst>
              <a:ext uri="{FF2B5EF4-FFF2-40B4-BE49-F238E27FC236}">
                <a16:creationId xmlns:a16="http://schemas.microsoft.com/office/drawing/2014/main" id="{7E377AD8-A33C-6129-93D3-533202357423}"/>
              </a:ext>
              <a:ext uri="{C183D7F6-B498-43B3-948B-1728B52AA6E4}">
                <adec:decorative xmlns:adec="http://schemas.microsoft.com/office/drawing/2017/decorative" val="1"/>
              </a:ext>
            </a:extLst>
          </p:cNvPr>
          <p:cNvSpPr>
            <a:spLocks noGrp="1" noChangeAspect="1"/>
          </p:cNvSpPr>
          <p:nvPr>
            <p:ph type="body" sz="quarter" idx="21"/>
          </p:nvPr>
        </p:nvSpPr>
        <p:spPr>
          <a:xfrm>
            <a:off x="432054" y="4855464"/>
            <a:ext cx="421531" cy="109728"/>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accent1"/>
          </a:solidFill>
        </p:spPr>
        <p:txBody>
          <a:bodyPr wrap="square">
            <a:noAutofit/>
          </a:bodyPr>
          <a:lstStyle>
            <a:lvl1pPr marL="0" indent="0">
              <a:buNone/>
              <a:defRPr sz="300">
                <a:noFill/>
              </a:defRPr>
            </a:lvl1pPr>
            <a:lvl2pPr marL="170259" indent="0">
              <a:buNone/>
              <a:defRPr sz="450"/>
            </a:lvl2pPr>
            <a:lvl3pPr marL="345281" indent="0">
              <a:buNone/>
              <a:defRPr sz="450"/>
            </a:lvl3pPr>
            <a:lvl4pPr marL="469106" indent="0">
              <a:buNone/>
              <a:defRPr sz="450"/>
            </a:lvl4pPr>
            <a:lvl5pPr marL="598885" indent="0">
              <a:buNone/>
              <a:defRPr sz="450"/>
            </a:lvl5pPr>
          </a:lstStyle>
          <a:p>
            <a:pPr lvl="0"/>
            <a:r>
              <a:rPr lang="en-US"/>
              <a:t>Click to edit Master text styles</a:t>
            </a:r>
          </a:p>
        </p:txBody>
      </p:sp>
      <p:sp>
        <p:nvSpPr>
          <p:cNvPr id="8" name="Rectangle 7">
            <a:extLst>
              <a:ext uri="{FF2B5EF4-FFF2-40B4-BE49-F238E27FC236}">
                <a16:creationId xmlns:a16="http://schemas.microsoft.com/office/drawing/2014/main" id="{3437B129-6BBC-D2D2-F9EC-A1CFFCC7B68C}"/>
              </a:ext>
              <a:ext uri="{C183D7F6-B498-43B3-948B-1728B52AA6E4}">
                <adec:decorative xmlns:adec="http://schemas.microsoft.com/office/drawing/2017/decorative" val="1"/>
              </a:ext>
            </a:extLst>
          </p:cNvPr>
          <p:cNvSpPr/>
          <p:nvPr userDrawn="1"/>
        </p:nvSpPr>
        <p:spPr>
          <a:xfrm>
            <a:off x="9332989" y="0"/>
            <a:ext cx="2308073" cy="51434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8580" rtlCol="0" anchor="t"/>
          <a:lstStyle/>
          <a:p>
            <a:pPr>
              <a:spcBef>
                <a:spcPts val="900"/>
              </a:spcBef>
            </a:pPr>
            <a:r>
              <a:rPr lang="en-US" sz="750" b="1" cap="all">
                <a:solidFill>
                  <a:schemeClr val="bg1"/>
                </a:solidFill>
              </a:rPr>
              <a:t>IMAGE Layout INSTRUCTIONS</a:t>
            </a:r>
          </a:p>
          <a:p>
            <a:pPr marL="130969" indent="-130969">
              <a:spcBef>
                <a:spcPts val="900"/>
              </a:spcBef>
              <a:buFont typeface="Avenir Next LT Pro" panose="020B0504020202020204" pitchFamily="34" charset="0"/>
              <a:buChar char="•"/>
            </a:pPr>
            <a:r>
              <a:rPr lang="en-US" sz="750">
                <a:solidFill>
                  <a:schemeClr val="bg1"/>
                </a:solidFill>
              </a:rPr>
              <a:t>Click the image icon. </a:t>
            </a:r>
            <a:br>
              <a:rPr lang="en-US" sz="750">
                <a:solidFill>
                  <a:schemeClr val="bg1"/>
                </a:solidFill>
              </a:rPr>
            </a:br>
            <a:r>
              <a:rPr lang="en-US" sz="750">
                <a:solidFill>
                  <a:schemeClr val="bg1"/>
                </a:solidFill>
              </a:rPr>
              <a:t>Find and insert your image. </a:t>
            </a:r>
          </a:p>
          <a:p>
            <a:pPr marL="130969" indent="-130969">
              <a:spcBef>
                <a:spcPts val="900"/>
              </a:spcBef>
              <a:buFont typeface="Avenir Next LT Pro" panose="020B0504020202020204" pitchFamily="34" charset="0"/>
              <a:buChar char="•"/>
            </a:pPr>
            <a:r>
              <a:rPr lang="en-US" sz="750">
                <a:solidFill>
                  <a:schemeClr val="bg1"/>
                </a:solidFill>
              </a:rPr>
              <a:t>The Slalom logo, copyright symbol, date and footer text should be easy to read over your image. If it is hard to see, select the logo and </a:t>
            </a:r>
            <a:br>
              <a:rPr lang="en-US" sz="750">
                <a:solidFill>
                  <a:schemeClr val="bg1"/>
                </a:solidFill>
              </a:rPr>
            </a:br>
            <a:r>
              <a:rPr lang="en-US" sz="750">
                <a:solidFill>
                  <a:schemeClr val="bg1"/>
                </a:solidFill>
              </a:rPr>
              <a:t>change the color fill.</a:t>
            </a:r>
          </a:p>
          <a:p>
            <a:pPr marL="130969" indent="-130969">
              <a:spcBef>
                <a:spcPts val="900"/>
              </a:spcBef>
              <a:buFont typeface="Avenir Next LT Pro" panose="020B0504020202020204" pitchFamily="34" charset="0"/>
              <a:buChar char="•"/>
            </a:pPr>
            <a:r>
              <a:rPr lang="en-US" sz="750">
                <a:solidFill>
                  <a:schemeClr val="bg1"/>
                </a:solidFill>
              </a:rPr>
              <a:t>The logo should always be either </a:t>
            </a:r>
            <a:br>
              <a:rPr lang="en-US" sz="750">
                <a:solidFill>
                  <a:schemeClr val="bg1"/>
                </a:solidFill>
              </a:rPr>
            </a:br>
            <a:r>
              <a:rPr lang="en-US" sz="750">
                <a:solidFill>
                  <a:schemeClr val="bg1"/>
                </a:solidFill>
              </a:rPr>
              <a:t>Dark Gray, Text 1, White, Background 1 </a:t>
            </a:r>
            <a:br>
              <a:rPr lang="en-US" sz="750">
                <a:solidFill>
                  <a:schemeClr val="bg1"/>
                </a:solidFill>
              </a:rPr>
            </a:br>
            <a:r>
              <a:rPr lang="en-US" sz="750">
                <a:solidFill>
                  <a:schemeClr val="bg1"/>
                </a:solidFill>
              </a:rPr>
              <a:t>or Blue, Accent 1.</a:t>
            </a:r>
          </a:p>
          <a:p>
            <a:pPr marL="130969" indent="-130969">
              <a:spcBef>
                <a:spcPts val="900"/>
              </a:spcBef>
              <a:buFont typeface="Avenir Next LT Pro" panose="020B0504020202020204" pitchFamily="34" charset="0"/>
              <a:buChar char="•"/>
            </a:pPr>
            <a:r>
              <a:rPr lang="en-US" sz="750">
                <a:solidFill>
                  <a:schemeClr val="bg1"/>
                </a:solidFill>
              </a:rPr>
              <a:t>The copyright symbol, date and footer text should always be either White, Background 1 or Gray, Text 2.</a:t>
            </a:r>
          </a:p>
        </p:txBody>
      </p:sp>
      <p:sp>
        <p:nvSpPr>
          <p:cNvPr id="28" name="Text Placeholder 27">
            <a:extLst>
              <a:ext uri="{FF2B5EF4-FFF2-40B4-BE49-F238E27FC236}">
                <a16:creationId xmlns:a16="http://schemas.microsoft.com/office/drawing/2014/main" id="{8C82ECBB-508A-C0BD-C854-09FC9EE69CAD}"/>
              </a:ext>
              <a:ext uri="{C183D7F6-B498-43B3-948B-1728B52AA6E4}">
                <adec:decorative xmlns:adec="http://schemas.microsoft.com/office/drawing/2017/decorative" val="1"/>
              </a:ext>
            </a:extLst>
          </p:cNvPr>
          <p:cNvSpPr>
            <a:spLocks noGrp="1"/>
          </p:cNvSpPr>
          <p:nvPr>
            <p:ph type="body" sz="quarter" idx="22"/>
          </p:nvPr>
        </p:nvSpPr>
        <p:spPr>
          <a:xfrm>
            <a:off x="973836" y="4904824"/>
            <a:ext cx="59703" cy="59089"/>
          </a:xfrm>
          <a:custGeom>
            <a:avLst/>
            <a:gdLst>
              <a:gd name="connsiteX0" fmla="*/ 40876 w 79604"/>
              <a:gd name="connsiteY0" fmla="*/ 15295 h 78785"/>
              <a:gd name="connsiteX1" fmla="*/ 50545 w 79604"/>
              <a:gd name="connsiteY1" fmla="*/ 17495 h 78785"/>
              <a:gd name="connsiteX2" fmla="*/ 57810 w 79604"/>
              <a:gd name="connsiteY2" fmla="*/ 23583 h 78785"/>
              <a:gd name="connsiteX3" fmla="*/ 52387 w 79604"/>
              <a:gd name="connsiteY3" fmla="*/ 27778 h 78785"/>
              <a:gd name="connsiteX4" fmla="*/ 47808 w 79604"/>
              <a:gd name="connsiteY4" fmla="*/ 23532 h 78785"/>
              <a:gd name="connsiteX5" fmla="*/ 41081 w 79604"/>
              <a:gd name="connsiteY5" fmla="*/ 21588 h 78785"/>
              <a:gd name="connsiteX6" fmla="*/ 34098 w 79604"/>
              <a:gd name="connsiteY6" fmla="*/ 22995 h 78785"/>
              <a:gd name="connsiteX7" fmla="*/ 28854 w 79604"/>
              <a:gd name="connsiteY7" fmla="*/ 26806 h 78785"/>
              <a:gd name="connsiteX8" fmla="*/ 25554 w 79604"/>
              <a:gd name="connsiteY8" fmla="*/ 32306 h 78785"/>
              <a:gd name="connsiteX9" fmla="*/ 24403 w 79604"/>
              <a:gd name="connsiteY9" fmla="*/ 38880 h 78785"/>
              <a:gd name="connsiteX10" fmla="*/ 25503 w 79604"/>
              <a:gd name="connsiteY10" fmla="*/ 45454 h 78785"/>
              <a:gd name="connsiteX11" fmla="*/ 28751 w 79604"/>
              <a:gd name="connsiteY11" fmla="*/ 51005 h 78785"/>
              <a:gd name="connsiteX12" fmla="*/ 33944 w 79604"/>
              <a:gd name="connsiteY12" fmla="*/ 54842 h 78785"/>
              <a:gd name="connsiteX13" fmla="*/ 40876 w 79604"/>
              <a:gd name="connsiteY13" fmla="*/ 56274 h 78785"/>
              <a:gd name="connsiteX14" fmla="*/ 47450 w 79604"/>
              <a:gd name="connsiteY14" fmla="*/ 54688 h 78785"/>
              <a:gd name="connsiteX15" fmla="*/ 53206 w 79604"/>
              <a:gd name="connsiteY15" fmla="*/ 49470 h 78785"/>
              <a:gd name="connsiteX16" fmla="*/ 58680 w 79604"/>
              <a:gd name="connsiteY16" fmla="*/ 53000 h 78785"/>
              <a:gd name="connsiteX17" fmla="*/ 51671 w 79604"/>
              <a:gd name="connsiteY17" fmla="*/ 59727 h 78785"/>
              <a:gd name="connsiteX18" fmla="*/ 40876 w 79604"/>
              <a:gd name="connsiteY18" fmla="*/ 62567 h 78785"/>
              <a:gd name="connsiteX19" fmla="*/ 31360 w 79604"/>
              <a:gd name="connsiteY19" fmla="*/ 60776 h 78785"/>
              <a:gd name="connsiteX20" fmla="*/ 23866 w 79604"/>
              <a:gd name="connsiteY20" fmla="*/ 55839 h 78785"/>
              <a:gd name="connsiteX21" fmla="*/ 18954 w 79604"/>
              <a:gd name="connsiteY21" fmla="*/ 48344 h 78785"/>
              <a:gd name="connsiteX22" fmla="*/ 17189 w 79604"/>
              <a:gd name="connsiteY22" fmla="*/ 38880 h 78785"/>
              <a:gd name="connsiteX23" fmla="*/ 18954 w 79604"/>
              <a:gd name="connsiteY23" fmla="*/ 29415 h 78785"/>
              <a:gd name="connsiteX24" fmla="*/ 23866 w 79604"/>
              <a:gd name="connsiteY24" fmla="*/ 21997 h 78785"/>
              <a:gd name="connsiteX25" fmla="*/ 31360 w 79604"/>
              <a:gd name="connsiteY25" fmla="*/ 17086 h 78785"/>
              <a:gd name="connsiteX26" fmla="*/ 40876 w 79604"/>
              <a:gd name="connsiteY26" fmla="*/ 15295 h 78785"/>
              <a:gd name="connsiteX27" fmla="*/ 39904 w 79604"/>
              <a:gd name="connsiteY27" fmla="*/ 5883 h 78785"/>
              <a:gd name="connsiteX28" fmla="*/ 26858 w 79604"/>
              <a:gd name="connsiteY28" fmla="*/ 8543 h 78785"/>
              <a:gd name="connsiteX29" fmla="*/ 16166 w 79604"/>
              <a:gd name="connsiteY29" fmla="*/ 15757 h 78785"/>
              <a:gd name="connsiteX30" fmla="*/ 8953 w 79604"/>
              <a:gd name="connsiteY30" fmla="*/ 26449 h 78785"/>
              <a:gd name="connsiteX31" fmla="*/ 6292 w 79604"/>
              <a:gd name="connsiteY31" fmla="*/ 39495 h 78785"/>
              <a:gd name="connsiteX32" fmla="*/ 8953 w 79604"/>
              <a:gd name="connsiteY32" fmla="*/ 52489 h 78785"/>
              <a:gd name="connsiteX33" fmla="*/ 16166 w 79604"/>
              <a:gd name="connsiteY33" fmla="*/ 63131 h 78785"/>
              <a:gd name="connsiteX34" fmla="*/ 26858 w 79604"/>
              <a:gd name="connsiteY34" fmla="*/ 70293 h 78785"/>
              <a:gd name="connsiteX35" fmla="*/ 39904 w 79604"/>
              <a:gd name="connsiteY35" fmla="*/ 72902 h 78785"/>
              <a:gd name="connsiteX36" fmla="*/ 52899 w 79604"/>
              <a:gd name="connsiteY36" fmla="*/ 70293 h 78785"/>
              <a:gd name="connsiteX37" fmla="*/ 63540 w 79604"/>
              <a:gd name="connsiteY37" fmla="*/ 63131 h 78785"/>
              <a:gd name="connsiteX38" fmla="*/ 70728 w 79604"/>
              <a:gd name="connsiteY38" fmla="*/ 52489 h 78785"/>
              <a:gd name="connsiteX39" fmla="*/ 73363 w 79604"/>
              <a:gd name="connsiteY39" fmla="*/ 39495 h 78785"/>
              <a:gd name="connsiteX40" fmla="*/ 70728 w 79604"/>
              <a:gd name="connsiteY40" fmla="*/ 26449 h 78785"/>
              <a:gd name="connsiteX41" fmla="*/ 63540 w 79604"/>
              <a:gd name="connsiteY41" fmla="*/ 15757 h 78785"/>
              <a:gd name="connsiteX42" fmla="*/ 52899 w 79604"/>
              <a:gd name="connsiteY42" fmla="*/ 8543 h 78785"/>
              <a:gd name="connsiteX43" fmla="*/ 39904 w 79604"/>
              <a:gd name="connsiteY43" fmla="*/ 5883 h 78785"/>
              <a:gd name="connsiteX44" fmla="*/ 39904 w 79604"/>
              <a:gd name="connsiteY44" fmla="*/ 0 h 78785"/>
              <a:gd name="connsiteX45" fmla="*/ 55329 w 79604"/>
              <a:gd name="connsiteY45" fmla="*/ 3095 h 78785"/>
              <a:gd name="connsiteX46" fmla="*/ 67965 w 79604"/>
              <a:gd name="connsiteY46" fmla="*/ 11536 h 78785"/>
              <a:gd name="connsiteX47" fmla="*/ 76483 w 79604"/>
              <a:gd name="connsiteY47" fmla="*/ 24045 h 78785"/>
              <a:gd name="connsiteX48" fmla="*/ 79604 w 79604"/>
              <a:gd name="connsiteY48" fmla="*/ 39495 h 78785"/>
              <a:gd name="connsiteX49" fmla="*/ 76483 w 79604"/>
              <a:gd name="connsiteY49" fmla="*/ 54843 h 78785"/>
              <a:gd name="connsiteX50" fmla="*/ 67965 w 79604"/>
              <a:gd name="connsiteY50" fmla="*/ 67351 h 78785"/>
              <a:gd name="connsiteX51" fmla="*/ 55329 w 79604"/>
              <a:gd name="connsiteY51" fmla="*/ 75741 h 78785"/>
              <a:gd name="connsiteX52" fmla="*/ 39904 w 79604"/>
              <a:gd name="connsiteY52" fmla="*/ 78785 h 78785"/>
              <a:gd name="connsiteX53" fmla="*/ 24352 w 79604"/>
              <a:gd name="connsiteY53" fmla="*/ 75741 h 78785"/>
              <a:gd name="connsiteX54" fmla="*/ 11690 w 79604"/>
              <a:gd name="connsiteY54" fmla="*/ 67351 h 78785"/>
              <a:gd name="connsiteX55" fmla="*/ 3146 w 79604"/>
              <a:gd name="connsiteY55" fmla="*/ 54843 h 78785"/>
              <a:gd name="connsiteX56" fmla="*/ 0 w 79604"/>
              <a:gd name="connsiteY56" fmla="*/ 39495 h 78785"/>
              <a:gd name="connsiteX57" fmla="*/ 3146 w 79604"/>
              <a:gd name="connsiteY57" fmla="*/ 24045 h 78785"/>
              <a:gd name="connsiteX58" fmla="*/ 11690 w 79604"/>
              <a:gd name="connsiteY58" fmla="*/ 11536 h 78785"/>
              <a:gd name="connsiteX59" fmla="*/ 24352 w 79604"/>
              <a:gd name="connsiteY59" fmla="*/ 3095 h 78785"/>
              <a:gd name="connsiteX60" fmla="*/ 39904 w 79604"/>
              <a:gd name="connsiteY60" fmla="*/ 0 h 78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79604" h="78785">
                <a:moveTo>
                  <a:pt x="40876" y="15295"/>
                </a:moveTo>
                <a:cubicBezTo>
                  <a:pt x="44219" y="15295"/>
                  <a:pt x="47442" y="16029"/>
                  <a:pt x="50545" y="17495"/>
                </a:cubicBezTo>
                <a:cubicBezTo>
                  <a:pt x="53649" y="18962"/>
                  <a:pt x="56071" y="20991"/>
                  <a:pt x="57810" y="23583"/>
                </a:cubicBezTo>
                <a:lnTo>
                  <a:pt x="52387" y="27778"/>
                </a:lnTo>
                <a:cubicBezTo>
                  <a:pt x="51398" y="26243"/>
                  <a:pt x="49872" y="24828"/>
                  <a:pt x="47808" y="23532"/>
                </a:cubicBezTo>
                <a:cubicBezTo>
                  <a:pt x="45745" y="22236"/>
                  <a:pt x="43502" y="21588"/>
                  <a:pt x="41081" y="21588"/>
                </a:cubicBezTo>
                <a:cubicBezTo>
                  <a:pt x="38489" y="21588"/>
                  <a:pt x="36161" y="22057"/>
                  <a:pt x="34098" y="22995"/>
                </a:cubicBezTo>
                <a:cubicBezTo>
                  <a:pt x="32034" y="23933"/>
                  <a:pt x="30286" y="25203"/>
                  <a:pt x="28854" y="26806"/>
                </a:cubicBezTo>
                <a:cubicBezTo>
                  <a:pt x="27421" y="28409"/>
                  <a:pt x="26321" y="30242"/>
                  <a:pt x="25554" y="32306"/>
                </a:cubicBezTo>
                <a:cubicBezTo>
                  <a:pt x="24786" y="34369"/>
                  <a:pt x="24403" y="36561"/>
                  <a:pt x="24403" y="38880"/>
                </a:cubicBezTo>
                <a:cubicBezTo>
                  <a:pt x="24403" y="41165"/>
                  <a:pt x="24769" y="43356"/>
                  <a:pt x="25503" y="45454"/>
                </a:cubicBezTo>
                <a:cubicBezTo>
                  <a:pt x="26236" y="47551"/>
                  <a:pt x="27319" y="49402"/>
                  <a:pt x="28751" y="51005"/>
                </a:cubicBezTo>
                <a:cubicBezTo>
                  <a:pt x="30184" y="52608"/>
                  <a:pt x="31915" y="53887"/>
                  <a:pt x="33944" y="54842"/>
                </a:cubicBezTo>
                <a:cubicBezTo>
                  <a:pt x="35973" y="55797"/>
                  <a:pt x="38284" y="56274"/>
                  <a:pt x="40876" y="56274"/>
                </a:cubicBezTo>
                <a:cubicBezTo>
                  <a:pt x="43093" y="56274"/>
                  <a:pt x="45284" y="55746"/>
                  <a:pt x="47450" y="54688"/>
                </a:cubicBezTo>
                <a:cubicBezTo>
                  <a:pt x="49616" y="53631"/>
                  <a:pt x="51534" y="51891"/>
                  <a:pt x="53206" y="49470"/>
                </a:cubicBezTo>
                <a:lnTo>
                  <a:pt x="58680" y="53000"/>
                </a:lnTo>
                <a:cubicBezTo>
                  <a:pt x="57009" y="55592"/>
                  <a:pt x="54672" y="57835"/>
                  <a:pt x="51671" y="59727"/>
                </a:cubicBezTo>
                <a:cubicBezTo>
                  <a:pt x="48670" y="61620"/>
                  <a:pt x="45071" y="62567"/>
                  <a:pt x="40876" y="62567"/>
                </a:cubicBezTo>
                <a:cubicBezTo>
                  <a:pt x="37431" y="62567"/>
                  <a:pt x="34260" y="61970"/>
                  <a:pt x="31360" y="60776"/>
                </a:cubicBezTo>
                <a:cubicBezTo>
                  <a:pt x="28461" y="59583"/>
                  <a:pt x="25963" y="57937"/>
                  <a:pt x="23866" y="55839"/>
                </a:cubicBezTo>
                <a:cubicBezTo>
                  <a:pt x="21768" y="53742"/>
                  <a:pt x="20131" y="51243"/>
                  <a:pt x="18954" y="48344"/>
                </a:cubicBezTo>
                <a:cubicBezTo>
                  <a:pt x="17778" y="45445"/>
                  <a:pt x="17189" y="42291"/>
                  <a:pt x="17189" y="38880"/>
                </a:cubicBezTo>
                <a:cubicBezTo>
                  <a:pt x="17189" y="35435"/>
                  <a:pt x="17778" y="32280"/>
                  <a:pt x="18954" y="29415"/>
                </a:cubicBezTo>
                <a:cubicBezTo>
                  <a:pt x="20131" y="26550"/>
                  <a:pt x="21768" y="24078"/>
                  <a:pt x="23866" y="21997"/>
                </a:cubicBezTo>
                <a:cubicBezTo>
                  <a:pt x="25963" y="19917"/>
                  <a:pt x="28461" y="18280"/>
                  <a:pt x="31360" y="17086"/>
                </a:cubicBezTo>
                <a:cubicBezTo>
                  <a:pt x="34260" y="15892"/>
                  <a:pt x="37431" y="15295"/>
                  <a:pt x="40876" y="15295"/>
                </a:cubicBezTo>
                <a:close/>
                <a:moveTo>
                  <a:pt x="39904" y="5883"/>
                </a:moveTo>
                <a:cubicBezTo>
                  <a:pt x="35300" y="5883"/>
                  <a:pt x="30951" y="6770"/>
                  <a:pt x="26858" y="8543"/>
                </a:cubicBezTo>
                <a:cubicBezTo>
                  <a:pt x="22766" y="10317"/>
                  <a:pt x="19202" y="12721"/>
                  <a:pt x="16166" y="15757"/>
                </a:cubicBezTo>
                <a:cubicBezTo>
                  <a:pt x="13131" y="18792"/>
                  <a:pt x="10726" y="22356"/>
                  <a:pt x="8953" y="26449"/>
                </a:cubicBezTo>
                <a:cubicBezTo>
                  <a:pt x="7179" y="30542"/>
                  <a:pt x="6292" y="34890"/>
                  <a:pt x="6292" y="39495"/>
                </a:cubicBezTo>
                <a:cubicBezTo>
                  <a:pt x="6292" y="44099"/>
                  <a:pt x="7179" y="48431"/>
                  <a:pt x="8953" y="52489"/>
                </a:cubicBezTo>
                <a:cubicBezTo>
                  <a:pt x="10726" y="56548"/>
                  <a:pt x="13131" y="60095"/>
                  <a:pt x="16166" y="63131"/>
                </a:cubicBezTo>
                <a:cubicBezTo>
                  <a:pt x="19202" y="66166"/>
                  <a:pt x="22766" y="68554"/>
                  <a:pt x="26858" y="70293"/>
                </a:cubicBezTo>
                <a:cubicBezTo>
                  <a:pt x="30951" y="72032"/>
                  <a:pt x="35300" y="72902"/>
                  <a:pt x="39904" y="72902"/>
                </a:cubicBezTo>
                <a:cubicBezTo>
                  <a:pt x="44509" y="72902"/>
                  <a:pt x="48840" y="72032"/>
                  <a:pt x="52899" y="70293"/>
                </a:cubicBezTo>
                <a:cubicBezTo>
                  <a:pt x="56957" y="68554"/>
                  <a:pt x="60504" y="66166"/>
                  <a:pt x="63540" y="63131"/>
                </a:cubicBezTo>
                <a:cubicBezTo>
                  <a:pt x="66575" y="60095"/>
                  <a:pt x="68971" y="56548"/>
                  <a:pt x="70728" y="52489"/>
                </a:cubicBezTo>
                <a:cubicBezTo>
                  <a:pt x="72484" y="48431"/>
                  <a:pt x="73363" y="44099"/>
                  <a:pt x="73363" y="39495"/>
                </a:cubicBezTo>
                <a:cubicBezTo>
                  <a:pt x="73363" y="34890"/>
                  <a:pt x="72484" y="30542"/>
                  <a:pt x="70728" y="26449"/>
                </a:cubicBezTo>
                <a:cubicBezTo>
                  <a:pt x="68971" y="22356"/>
                  <a:pt x="66575" y="18792"/>
                  <a:pt x="63540" y="15757"/>
                </a:cubicBezTo>
                <a:cubicBezTo>
                  <a:pt x="60504" y="12721"/>
                  <a:pt x="56957" y="10317"/>
                  <a:pt x="52899" y="8543"/>
                </a:cubicBezTo>
                <a:cubicBezTo>
                  <a:pt x="48840" y="6770"/>
                  <a:pt x="44509" y="5883"/>
                  <a:pt x="39904" y="5883"/>
                </a:cubicBezTo>
                <a:close/>
                <a:moveTo>
                  <a:pt x="39904" y="0"/>
                </a:moveTo>
                <a:cubicBezTo>
                  <a:pt x="45361" y="0"/>
                  <a:pt x="50503" y="1031"/>
                  <a:pt x="55329" y="3095"/>
                </a:cubicBezTo>
                <a:cubicBezTo>
                  <a:pt x="60155" y="5158"/>
                  <a:pt x="64367" y="7972"/>
                  <a:pt x="67965" y="11536"/>
                </a:cubicBezTo>
                <a:cubicBezTo>
                  <a:pt x="71563" y="15100"/>
                  <a:pt x="74403" y="19270"/>
                  <a:pt x="76483" y="24045"/>
                </a:cubicBezTo>
                <a:cubicBezTo>
                  <a:pt x="78564" y="28819"/>
                  <a:pt x="79604" y="33970"/>
                  <a:pt x="79604" y="39495"/>
                </a:cubicBezTo>
                <a:cubicBezTo>
                  <a:pt x="79604" y="44952"/>
                  <a:pt x="78564" y="50068"/>
                  <a:pt x="76483" y="54843"/>
                </a:cubicBezTo>
                <a:cubicBezTo>
                  <a:pt x="74403" y="59618"/>
                  <a:pt x="71563" y="63787"/>
                  <a:pt x="67965" y="67351"/>
                </a:cubicBezTo>
                <a:cubicBezTo>
                  <a:pt x="64367" y="70915"/>
                  <a:pt x="60155" y="73712"/>
                  <a:pt x="55329" y="75741"/>
                </a:cubicBezTo>
                <a:cubicBezTo>
                  <a:pt x="50503" y="77771"/>
                  <a:pt x="45361" y="78785"/>
                  <a:pt x="39904" y="78785"/>
                </a:cubicBezTo>
                <a:cubicBezTo>
                  <a:pt x="34379" y="78785"/>
                  <a:pt x="29195" y="77771"/>
                  <a:pt x="24352" y="75741"/>
                </a:cubicBezTo>
                <a:cubicBezTo>
                  <a:pt x="19508" y="73712"/>
                  <a:pt x="15288" y="70915"/>
                  <a:pt x="11690" y="67351"/>
                </a:cubicBezTo>
                <a:cubicBezTo>
                  <a:pt x="8091" y="63787"/>
                  <a:pt x="5243" y="59618"/>
                  <a:pt x="3146" y="54843"/>
                </a:cubicBezTo>
                <a:cubicBezTo>
                  <a:pt x="1048" y="50068"/>
                  <a:pt x="0" y="44952"/>
                  <a:pt x="0" y="39495"/>
                </a:cubicBezTo>
                <a:cubicBezTo>
                  <a:pt x="0" y="33970"/>
                  <a:pt x="1048" y="28819"/>
                  <a:pt x="3146" y="24045"/>
                </a:cubicBezTo>
                <a:cubicBezTo>
                  <a:pt x="5243" y="19270"/>
                  <a:pt x="8091" y="15100"/>
                  <a:pt x="11690" y="11536"/>
                </a:cubicBezTo>
                <a:cubicBezTo>
                  <a:pt x="15288" y="7972"/>
                  <a:pt x="19508" y="5158"/>
                  <a:pt x="24352" y="3095"/>
                </a:cubicBezTo>
                <a:cubicBezTo>
                  <a:pt x="29195" y="1031"/>
                  <a:pt x="34379" y="0"/>
                  <a:pt x="39904" y="0"/>
                </a:cubicBezTo>
                <a:close/>
              </a:path>
            </a:pathLst>
          </a:custGeom>
          <a:solidFill>
            <a:schemeClr val="tx2"/>
          </a:solidFill>
        </p:spPr>
        <p:txBody>
          <a:bodyPr wrap="square">
            <a:noAutofit/>
          </a:bodyPr>
          <a:lstStyle>
            <a:lvl1pPr marL="0" indent="0">
              <a:buNone/>
              <a:defRPr sz="100">
                <a:noFill/>
              </a:defRPr>
            </a:lvl1pPr>
            <a:lvl2pPr marL="170259" indent="0">
              <a:buNone/>
              <a:defRPr sz="300"/>
            </a:lvl2pPr>
            <a:lvl3pPr marL="345281" indent="0">
              <a:buNone/>
              <a:defRPr sz="300"/>
            </a:lvl3pPr>
            <a:lvl4pPr marL="469106" indent="0">
              <a:buNone/>
              <a:defRPr sz="300"/>
            </a:lvl4pPr>
            <a:lvl5pPr marL="598885" indent="0">
              <a:buNone/>
              <a:defRPr sz="300"/>
            </a:lvl5pPr>
          </a:lstStyle>
          <a:p>
            <a:pPr lvl="0"/>
            <a:r>
              <a:rPr lang="en-US"/>
              <a:t>Click to edit Master text styles</a:t>
            </a:r>
          </a:p>
        </p:txBody>
      </p:sp>
    </p:spTree>
    <p:extLst>
      <p:ext uri="{BB962C8B-B14F-4D97-AF65-F5344CB8AC3E}">
        <p14:creationId xmlns:p14="http://schemas.microsoft.com/office/powerpoint/2010/main" val="2328792847"/>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7A8DF4D-2C25-47CD-B972-F229DD600E7A}"/>
              </a:ext>
              <a:ext uri="{C183D7F6-B498-43B3-948B-1728B52AA6E4}">
                <adec:decorative xmlns:adec="http://schemas.microsoft.com/office/drawing/2017/decorative" val="1"/>
              </a:ext>
            </a:extLst>
          </p:cNvPr>
          <p:cNvSpPr>
            <a:spLocks noGrp="1"/>
          </p:cNvSpPr>
          <p:nvPr>
            <p:ph type="dt" sz="half" idx="10"/>
          </p:nvPr>
        </p:nvSpPr>
        <p:spPr/>
        <p:txBody>
          <a:bodyPr/>
          <a:lstStyle/>
          <a:p>
            <a:fld id="{1A5677DA-750D-4E26-A317-2E82EE9A7E3B}" type="datetimeyyyy">
              <a:rPr lang="en-US" smtClean="0"/>
              <a:t>2026</a:t>
            </a:fld>
            <a:endParaRPr lang="en-US"/>
          </a:p>
        </p:txBody>
      </p:sp>
      <p:sp>
        <p:nvSpPr>
          <p:cNvPr id="6" name="Footer Placeholder 5">
            <a:extLst>
              <a:ext uri="{FF2B5EF4-FFF2-40B4-BE49-F238E27FC236}">
                <a16:creationId xmlns:a16="http://schemas.microsoft.com/office/drawing/2014/main" id="{5BFD038B-25CD-4FF4-8116-1F3AAE140F2C}"/>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7" name="Slide Number Placeholder 6">
            <a:extLst>
              <a:ext uri="{FF2B5EF4-FFF2-40B4-BE49-F238E27FC236}">
                <a16:creationId xmlns:a16="http://schemas.microsoft.com/office/drawing/2014/main" id="{48248339-A58D-4E9B-ACEE-43A5709606F7}"/>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21954269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Blank 2">
    <p:bg>
      <p:bgPr>
        <a:solidFill>
          <a:schemeClr val="accent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7A8DF4D-2C25-47CD-B972-F229DD600E7A}"/>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tx1"/>
                </a:solidFill>
              </a:defRPr>
            </a:lvl1pPr>
          </a:lstStyle>
          <a:p>
            <a:fld id="{99004FBB-F6D2-4FB3-A70E-EF890FAC946B}" type="datetimeyyyy">
              <a:rPr lang="en-US" smtClean="0"/>
              <a:t>2026</a:t>
            </a:fld>
            <a:endParaRPr lang="en-US"/>
          </a:p>
        </p:txBody>
      </p:sp>
      <p:sp>
        <p:nvSpPr>
          <p:cNvPr id="6" name="Footer Placeholder 5">
            <a:extLst>
              <a:ext uri="{FF2B5EF4-FFF2-40B4-BE49-F238E27FC236}">
                <a16:creationId xmlns:a16="http://schemas.microsoft.com/office/drawing/2014/main" id="{5BFD038B-25CD-4FF4-8116-1F3AAE140F2C}"/>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Slalom. All Rights Reserved. Proprietary and Confidential.</a:t>
            </a:r>
          </a:p>
        </p:txBody>
      </p:sp>
      <p:sp>
        <p:nvSpPr>
          <p:cNvPr id="7" name="Slide Number Placeholder 6">
            <a:extLst>
              <a:ext uri="{FF2B5EF4-FFF2-40B4-BE49-F238E27FC236}">
                <a16:creationId xmlns:a16="http://schemas.microsoft.com/office/drawing/2014/main" id="{48248339-A58D-4E9B-ACEE-43A5709606F7}"/>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tx1"/>
                </a:solidFill>
              </a:defRPr>
            </a:lvl1pPr>
          </a:lstStyle>
          <a:p>
            <a:fld id="{B2643E34-DC33-45ED-8E33-EC0D5991E9A4}" type="slidenum">
              <a:rPr lang="en-US" smtClean="0"/>
              <a:pPr/>
              <a:t>‹#›</a:t>
            </a:fld>
            <a:endParaRPr lang="en-US"/>
          </a:p>
        </p:txBody>
      </p:sp>
      <p:pic>
        <p:nvPicPr>
          <p:cNvPr id="2" name="Picture 9">
            <a:extLst>
              <a:ext uri="{FF2B5EF4-FFF2-40B4-BE49-F238E27FC236}">
                <a16:creationId xmlns:a16="http://schemas.microsoft.com/office/drawing/2014/main" id="{05664DA5-6A87-E42D-982F-335EC8227279}"/>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428626" y="4854090"/>
            <a:ext cx="421925" cy="109388"/>
          </a:xfrm>
          <a:prstGeom prst="rect">
            <a:avLst/>
          </a:prstGeom>
        </p:spPr>
      </p:pic>
      <p:sp>
        <p:nvSpPr>
          <p:cNvPr id="3" name="Footer Placeholder 3">
            <a:extLst>
              <a:ext uri="{FF2B5EF4-FFF2-40B4-BE49-F238E27FC236}">
                <a16:creationId xmlns:a16="http://schemas.microsoft.com/office/drawing/2014/main" id="{B6102F70-12D2-5411-17DD-873A6F26A253}"/>
              </a:ext>
              <a:ext uri="{C183D7F6-B498-43B3-948B-1728B52AA6E4}">
                <adec:decorative xmlns:adec="http://schemas.microsoft.com/office/drawing/2017/decorative" val="1"/>
              </a:ext>
            </a:extLst>
          </p:cNvPr>
          <p:cNvSpPr txBox="1">
            <a:spLocks/>
          </p:cNvSpPr>
          <p:nvPr userDrawn="1"/>
        </p:nvSpPr>
        <p:spPr>
          <a:xfrm>
            <a:off x="974781" y="4877753"/>
            <a:ext cx="74315" cy="10287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600">
                <a:solidFill>
                  <a:schemeClr val="tx1"/>
                </a:solidFill>
              </a:rPr>
              <a:t>©</a:t>
            </a:r>
          </a:p>
        </p:txBody>
      </p:sp>
    </p:spTree>
    <p:extLst>
      <p:ext uri="{BB962C8B-B14F-4D97-AF65-F5344CB8AC3E}">
        <p14:creationId xmlns:p14="http://schemas.microsoft.com/office/powerpoint/2010/main" val="1870199498"/>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Cover + Section Divider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1D0389B-2D1F-4848-A9BB-0548CDA2FD89}"/>
              </a:ext>
              <a:ext uri="{C183D7F6-B498-43B3-948B-1728B52AA6E4}">
                <adec:decorative xmlns:adec="http://schemas.microsoft.com/office/drawing/2017/decorative" val="0"/>
              </a:ext>
            </a:extLst>
          </p:cNvPr>
          <p:cNvSpPr/>
          <p:nvPr/>
        </p:nvSpPr>
        <p:spPr>
          <a:xfrm>
            <a:off x="0" y="0"/>
            <a:ext cx="9144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n-US" sz="8625" b="1" cap="all" baseline="0"/>
              <a:t>Additional Cover slides and section divider slides</a:t>
            </a:r>
          </a:p>
        </p:txBody>
      </p:sp>
    </p:spTree>
    <p:extLst>
      <p:ext uri="{BB962C8B-B14F-4D97-AF65-F5344CB8AC3E}">
        <p14:creationId xmlns:p14="http://schemas.microsoft.com/office/powerpoint/2010/main" val="257647375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Cover Slide 2">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272A4299-D00F-3114-A9BF-21CB5BF68586}"/>
              </a:ext>
              <a:ext uri="{C183D7F6-B498-43B3-948B-1728B52AA6E4}">
                <adec:decorative xmlns:adec="http://schemas.microsoft.com/office/drawing/2017/decorative" val="1"/>
              </a:ext>
            </a:extLst>
          </p:cNvPr>
          <p:cNvGrpSpPr/>
          <p:nvPr userDrawn="1"/>
        </p:nvGrpSpPr>
        <p:grpSpPr>
          <a:xfrm rot="16200000" flipV="1">
            <a:off x="-2520315" y="2520315"/>
            <a:ext cx="5143500" cy="102870"/>
            <a:chOff x="0" y="6720840"/>
            <a:chExt cx="12192000" cy="137160"/>
          </a:xfrm>
        </p:grpSpPr>
        <p:sp>
          <p:nvSpPr>
            <p:cNvPr id="14" name="Rectangle 13">
              <a:extLst>
                <a:ext uri="{FF2B5EF4-FFF2-40B4-BE49-F238E27FC236}">
                  <a16:creationId xmlns:a16="http://schemas.microsoft.com/office/drawing/2014/main" id="{DF976F77-EEC7-5355-89D2-0EB4E2530869}"/>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5" name="Rectangle 14">
              <a:extLst>
                <a:ext uri="{FF2B5EF4-FFF2-40B4-BE49-F238E27FC236}">
                  <a16:creationId xmlns:a16="http://schemas.microsoft.com/office/drawing/2014/main" id="{EB0E43C2-3D05-E0D0-EDD0-9689729A969F}"/>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6" name="Rectangle 15">
              <a:extLst>
                <a:ext uri="{FF2B5EF4-FFF2-40B4-BE49-F238E27FC236}">
                  <a16:creationId xmlns:a16="http://schemas.microsoft.com/office/drawing/2014/main" id="{77612517-2554-7E7D-8B09-781034E16E32}"/>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7" name="Rectangle 16">
              <a:extLst>
                <a:ext uri="{FF2B5EF4-FFF2-40B4-BE49-F238E27FC236}">
                  <a16:creationId xmlns:a16="http://schemas.microsoft.com/office/drawing/2014/main" id="{EFCEEE22-BC7F-2CBA-4CA7-BD105D048DFA}"/>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8" name="Rectangle 17">
              <a:extLst>
                <a:ext uri="{FF2B5EF4-FFF2-40B4-BE49-F238E27FC236}">
                  <a16:creationId xmlns:a16="http://schemas.microsoft.com/office/drawing/2014/main" id="{A3F96DDF-28E7-25CC-F741-D82D5FDAC78E}"/>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grpSp>
      <p:pic>
        <p:nvPicPr>
          <p:cNvPr id="19" name="Picture 9">
            <a:extLst>
              <a:ext uri="{FF2B5EF4-FFF2-40B4-BE49-F238E27FC236}">
                <a16:creationId xmlns:a16="http://schemas.microsoft.com/office/drawing/2014/main" id="{0C24EA43-9656-0BCB-9154-2B793130BE24}"/>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7746023" y="365544"/>
            <a:ext cx="972441" cy="252115"/>
          </a:xfrm>
          <a:prstGeom prst="rect">
            <a:avLst/>
          </a:prstGeom>
        </p:spPr>
      </p:pic>
      <p:sp>
        <p:nvSpPr>
          <p:cNvPr id="21" name="Text Placeholder 4">
            <a:extLst>
              <a:ext uri="{FF2B5EF4-FFF2-40B4-BE49-F238E27FC236}">
                <a16:creationId xmlns:a16="http://schemas.microsoft.com/office/drawing/2014/main" id="{1F3966E0-AD6A-598F-4966-75FB735E7F71}"/>
              </a:ext>
              <a:ext uri="{C183D7F6-B498-43B3-948B-1728B52AA6E4}">
                <adec:decorative xmlns:adec="http://schemas.microsoft.com/office/drawing/2017/decorative" val="0"/>
              </a:ext>
            </a:extLst>
          </p:cNvPr>
          <p:cNvSpPr>
            <a:spLocks noGrp="1"/>
          </p:cNvSpPr>
          <p:nvPr>
            <p:ph type="body" sz="quarter" idx="14" hasCustomPrompt="1"/>
          </p:nvPr>
        </p:nvSpPr>
        <p:spPr>
          <a:xfrm>
            <a:off x="1133476" y="728857"/>
            <a:ext cx="6172199" cy="259061"/>
          </a:xfrm>
        </p:spPr>
        <p:txBody>
          <a:bodyPr anchor="ctr"/>
          <a:lstStyle>
            <a:lvl1pPr marL="0" indent="0">
              <a:buNone/>
              <a:defRPr sz="900" b="1" cap="all" spc="113" baseline="0"/>
            </a:lvl1pPr>
            <a:lvl2pPr>
              <a:defRPr sz="825"/>
            </a:lvl2pPr>
            <a:lvl3pPr>
              <a:defRPr sz="600"/>
            </a:lvl3pPr>
            <a:lvl4pPr>
              <a:defRPr sz="600"/>
            </a:lvl4pPr>
            <a:lvl5pPr>
              <a:defRPr sz="600"/>
            </a:lvl5pPr>
          </a:lstStyle>
          <a:p>
            <a:pPr lvl="0"/>
            <a:r>
              <a:rPr lang="en-US"/>
              <a:t>Deck type</a:t>
            </a:r>
          </a:p>
        </p:txBody>
      </p:sp>
      <p:sp>
        <p:nvSpPr>
          <p:cNvPr id="22" name="Text Placeholder 4">
            <a:extLst>
              <a:ext uri="{FF2B5EF4-FFF2-40B4-BE49-F238E27FC236}">
                <a16:creationId xmlns:a16="http://schemas.microsoft.com/office/drawing/2014/main" id="{1550FF99-51BD-82AD-6114-19DC0E899A92}"/>
              </a:ext>
              <a:ext uri="{C183D7F6-B498-43B3-948B-1728B52AA6E4}">
                <adec:decorative xmlns:adec="http://schemas.microsoft.com/office/drawing/2017/decorative" val="0"/>
              </a:ext>
            </a:extLst>
          </p:cNvPr>
          <p:cNvSpPr>
            <a:spLocks noGrp="1"/>
          </p:cNvSpPr>
          <p:nvPr>
            <p:ph type="body" sz="quarter" idx="15" hasCustomPrompt="1"/>
          </p:nvPr>
        </p:nvSpPr>
        <p:spPr>
          <a:xfrm>
            <a:off x="1133476" y="912514"/>
            <a:ext cx="6172199" cy="259061"/>
          </a:xfrm>
        </p:spPr>
        <p:txBody>
          <a:bodyPr anchor="ctr"/>
          <a:lstStyle>
            <a:lvl1pPr marL="0" indent="0">
              <a:buNone/>
              <a:defRPr sz="900" b="1" cap="all" spc="113" baseline="0"/>
            </a:lvl1pPr>
            <a:lvl2pPr>
              <a:defRPr sz="825"/>
            </a:lvl2pPr>
            <a:lvl3pPr>
              <a:defRPr sz="600"/>
            </a:lvl3pPr>
            <a:lvl4pPr>
              <a:defRPr sz="600"/>
            </a:lvl4pPr>
            <a:lvl5pPr>
              <a:defRPr sz="600"/>
            </a:lvl5pPr>
          </a:lstStyle>
          <a:p>
            <a:pPr lvl="0"/>
            <a:r>
              <a:rPr lang="en-US"/>
              <a:t>Date</a:t>
            </a:r>
          </a:p>
        </p:txBody>
      </p:sp>
      <p:sp>
        <p:nvSpPr>
          <p:cNvPr id="10" name="Title 1">
            <a:extLst>
              <a:ext uri="{FF2B5EF4-FFF2-40B4-BE49-F238E27FC236}">
                <a16:creationId xmlns:a16="http://schemas.microsoft.com/office/drawing/2014/main" id="{D731500D-571A-3F1C-B27F-E4A3E5BC72A3}"/>
              </a:ext>
            </a:extLst>
          </p:cNvPr>
          <p:cNvSpPr>
            <a:spLocks noGrp="1"/>
          </p:cNvSpPr>
          <p:nvPr>
            <p:ph type="ctrTitle"/>
          </p:nvPr>
        </p:nvSpPr>
        <p:spPr>
          <a:xfrm>
            <a:off x="1133475" y="1714499"/>
            <a:ext cx="6172200" cy="1371602"/>
          </a:xfrm>
        </p:spPr>
        <p:txBody>
          <a:bodyPr anchor="b"/>
          <a:lstStyle>
            <a:lvl1pPr algn="l">
              <a:defRPr sz="4950">
                <a:solidFill>
                  <a:schemeClr val="accent1"/>
                </a:solidFill>
              </a:defRPr>
            </a:lvl1pPr>
          </a:lstStyle>
          <a:p>
            <a:r>
              <a:rPr lang="en-US"/>
              <a:t>Click to edit Master title style</a:t>
            </a:r>
          </a:p>
        </p:txBody>
      </p:sp>
      <p:sp>
        <p:nvSpPr>
          <p:cNvPr id="24" name="Text Placeholder 4">
            <a:extLst>
              <a:ext uri="{FF2B5EF4-FFF2-40B4-BE49-F238E27FC236}">
                <a16:creationId xmlns:a16="http://schemas.microsoft.com/office/drawing/2014/main" id="{6576DBCF-A908-DA38-4357-C00877BCF6ED}"/>
              </a:ext>
            </a:extLst>
          </p:cNvPr>
          <p:cNvSpPr>
            <a:spLocks noGrp="1"/>
          </p:cNvSpPr>
          <p:nvPr>
            <p:ph type="body" sz="quarter" idx="13"/>
          </p:nvPr>
        </p:nvSpPr>
        <p:spPr>
          <a:xfrm>
            <a:off x="1133476" y="3449288"/>
            <a:ext cx="6172199" cy="377287"/>
          </a:xfrm>
        </p:spPr>
        <p:txBody>
          <a:bodyPr/>
          <a:lstStyle>
            <a:lvl1pPr marL="0" indent="0">
              <a:buNone/>
              <a:defRPr sz="1050"/>
            </a:lvl1pPr>
            <a:lvl2pPr>
              <a:defRPr sz="825"/>
            </a:lvl2pPr>
            <a:lvl3pPr>
              <a:defRPr sz="600"/>
            </a:lvl3pPr>
            <a:lvl4pPr>
              <a:defRPr sz="600"/>
            </a:lvl4pPr>
            <a:lvl5pPr>
              <a:defRPr sz="600"/>
            </a:lvl5pPr>
          </a:lstStyle>
          <a:p>
            <a:pPr lvl="0"/>
            <a:r>
              <a:rPr lang="en-US"/>
              <a:t>Click to edit Master text styles</a:t>
            </a:r>
          </a:p>
        </p:txBody>
      </p:sp>
      <p:sp>
        <p:nvSpPr>
          <p:cNvPr id="20" name="Picture Placeholder 5">
            <a:extLst>
              <a:ext uri="{FF2B5EF4-FFF2-40B4-BE49-F238E27FC236}">
                <a16:creationId xmlns:a16="http://schemas.microsoft.com/office/drawing/2014/main" id="{C2B27502-C2DC-9A63-9B23-BA9BE99318F2}"/>
              </a:ext>
              <a:ext uri="{C183D7F6-B498-43B3-948B-1728B52AA6E4}">
                <adec:decorative xmlns:adec="http://schemas.microsoft.com/office/drawing/2017/decorative" val="0"/>
              </a:ext>
            </a:extLst>
          </p:cNvPr>
          <p:cNvSpPr>
            <a:spLocks noGrp="1"/>
          </p:cNvSpPr>
          <p:nvPr>
            <p:ph type="pic" sz="quarter" idx="16" hasCustomPrompt="1"/>
          </p:nvPr>
        </p:nvSpPr>
        <p:spPr>
          <a:xfrm>
            <a:off x="1133475" y="4220762"/>
            <a:ext cx="2270717" cy="496368"/>
          </a:xfrm>
        </p:spPr>
        <p:txBody>
          <a:bodyPr anchor="ctr"/>
          <a:lstStyle>
            <a:lvl1pPr marL="0" indent="0" algn="ctr">
              <a:buNone/>
              <a:defRPr sz="675" b="1" cap="all" baseline="0"/>
            </a:lvl1pPr>
          </a:lstStyle>
          <a:p>
            <a:r>
              <a:rPr lang="en-US"/>
              <a:t>Click icon to insert Client logo</a:t>
            </a:r>
          </a:p>
        </p:txBody>
      </p:sp>
    </p:spTree>
    <p:extLst>
      <p:ext uri="{BB962C8B-B14F-4D97-AF65-F5344CB8AC3E}">
        <p14:creationId xmlns:p14="http://schemas.microsoft.com/office/powerpoint/2010/main" val="336003007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Cover Slide - Partner Logo">
    <p:bg>
      <p:bgPr>
        <a:solidFill>
          <a:schemeClr val="accent1"/>
        </a:solidFill>
        <a:effectLst/>
      </p:bgPr>
    </p:bg>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E508DAC0-BC9F-FB2B-9ECF-781051E35BF9}"/>
              </a:ext>
            </a:extLst>
          </p:cNvPr>
          <p:cNvCxnSpPr/>
          <p:nvPr userDrawn="1"/>
        </p:nvCxnSpPr>
        <p:spPr>
          <a:xfrm>
            <a:off x="6600825" y="296956"/>
            <a:ext cx="0" cy="388634"/>
          </a:xfrm>
          <a:prstGeom prst="line">
            <a:avLst/>
          </a:prstGeom>
          <a:ln w="9525" cap="flat">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21" name="Picture 9">
            <a:extLst>
              <a:ext uri="{FF2B5EF4-FFF2-40B4-BE49-F238E27FC236}">
                <a16:creationId xmlns:a16="http://schemas.microsoft.com/office/drawing/2014/main" id="{C02014B9-F4F4-8E0F-5847-F64008EAC75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5330642" y="364885"/>
            <a:ext cx="974978" cy="252773"/>
          </a:xfrm>
          <a:prstGeom prst="rect">
            <a:avLst/>
          </a:prstGeom>
        </p:spPr>
      </p:pic>
      <p:grpSp>
        <p:nvGrpSpPr>
          <p:cNvPr id="24" name="Group 23">
            <a:extLst>
              <a:ext uri="{FF2B5EF4-FFF2-40B4-BE49-F238E27FC236}">
                <a16:creationId xmlns:a16="http://schemas.microsoft.com/office/drawing/2014/main" id="{37B9B1A0-930E-F611-6293-BB9611BC6127}"/>
              </a:ext>
              <a:ext uri="{C183D7F6-B498-43B3-948B-1728B52AA6E4}">
                <adec:decorative xmlns:adec="http://schemas.microsoft.com/office/drawing/2017/decorative" val="1"/>
              </a:ext>
            </a:extLst>
          </p:cNvPr>
          <p:cNvGrpSpPr/>
          <p:nvPr userDrawn="1"/>
        </p:nvGrpSpPr>
        <p:grpSpPr>
          <a:xfrm rot="16200000" flipV="1">
            <a:off x="-2520315" y="2520315"/>
            <a:ext cx="5143500" cy="102870"/>
            <a:chOff x="0" y="6720840"/>
            <a:chExt cx="12192000" cy="137160"/>
          </a:xfrm>
        </p:grpSpPr>
        <p:sp>
          <p:nvSpPr>
            <p:cNvPr id="25" name="Rectangle 24">
              <a:extLst>
                <a:ext uri="{FF2B5EF4-FFF2-40B4-BE49-F238E27FC236}">
                  <a16:creationId xmlns:a16="http://schemas.microsoft.com/office/drawing/2014/main" id="{32B48BEB-0E70-AC50-D6E3-4377692B0ADB}"/>
                </a:ext>
              </a:extLst>
            </p:cNvPr>
            <p:cNvSpPr/>
            <p:nvPr/>
          </p:nvSpPr>
          <p:spPr>
            <a:xfrm>
              <a:off x="0" y="6720840"/>
              <a:ext cx="2442685"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26" name="Rectangle 25">
              <a:extLst>
                <a:ext uri="{FF2B5EF4-FFF2-40B4-BE49-F238E27FC236}">
                  <a16:creationId xmlns:a16="http://schemas.microsoft.com/office/drawing/2014/main" id="{11E2F345-BACE-BB10-1BFA-BFDDCD6E15A7}"/>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27" name="Rectangle 26">
              <a:extLst>
                <a:ext uri="{FF2B5EF4-FFF2-40B4-BE49-F238E27FC236}">
                  <a16:creationId xmlns:a16="http://schemas.microsoft.com/office/drawing/2014/main" id="{1A8C897E-2042-6F06-6844-38D47C67D196}"/>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28" name="Rectangle 27">
              <a:extLst>
                <a:ext uri="{FF2B5EF4-FFF2-40B4-BE49-F238E27FC236}">
                  <a16:creationId xmlns:a16="http://schemas.microsoft.com/office/drawing/2014/main" id="{34D4E0F9-F633-6A6E-3158-2D30A479CB08}"/>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29" name="Rectangle 28">
              <a:extLst>
                <a:ext uri="{FF2B5EF4-FFF2-40B4-BE49-F238E27FC236}">
                  <a16:creationId xmlns:a16="http://schemas.microsoft.com/office/drawing/2014/main" id="{C917D8D6-8AD3-F45E-EE54-5C0F159E2C96}"/>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grpSp>
      <p:sp>
        <p:nvSpPr>
          <p:cNvPr id="6" name="Picture Placeholder 5">
            <a:extLst>
              <a:ext uri="{FF2B5EF4-FFF2-40B4-BE49-F238E27FC236}">
                <a16:creationId xmlns:a16="http://schemas.microsoft.com/office/drawing/2014/main" id="{46CE2DE3-ABB9-9B32-E52C-5B71441C16BE}"/>
              </a:ext>
              <a:ext uri="{C183D7F6-B498-43B3-948B-1728B52AA6E4}">
                <adec:decorative xmlns:adec="http://schemas.microsoft.com/office/drawing/2017/decorative" val="0"/>
              </a:ext>
            </a:extLst>
          </p:cNvPr>
          <p:cNvSpPr>
            <a:spLocks noGrp="1"/>
          </p:cNvSpPr>
          <p:nvPr userDrawn="1">
            <p:ph type="pic" sz="quarter" idx="16" hasCustomPrompt="1"/>
          </p:nvPr>
        </p:nvSpPr>
        <p:spPr>
          <a:xfrm>
            <a:off x="6932461" y="296953"/>
            <a:ext cx="1777877" cy="388637"/>
          </a:xfrm>
        </p:spPr>
        <p:txBody>
          <a:bodyPr anchor="ctr"/>
          <a:lstStyle>
            <a:lvl1pPr marL="0" indent="0" algn="ctr">
              <a:buNone/>
              <a:defRPr sz="675" b="1" cap="all" baseline="0"/>
            </a:lvl1pPr>
          </a:lstStyle>
          <a:p>
            <a:r>
              <a:rPr lang="en-US"/>
              <a:t>Click icon to insert Partner logo</a:t>
            </a:r>
          </a:p>
        </p:txBody>
      </p:sp>
      <p:sp>
        <p:nvSpPr>
          <p:cNvPr id="37" name="Text Placeholder 4">
            <a:extLst>
              <a:ext uri="{FF2B5EF4-FFF2-40B4-BE49-F238E27FC236}">
                <a16:creationId xmlns:a16="http://schemas.microsoft.com/office/drawing/2014/main" id="{DBC706B5-DD0D-21FC-8DFC-D9B4B0C03970}"/>
              </a:ext>
              <a:ext uri="{C183D7F6-B498-43B3-948B-1728B52AA6E4}">
                <adec:decorative xmlns:adec="http://schemas.microsoft.com/office/drawing/2017/decorative" val="0"/>
              </a:ext>
            </a:extLst>
          </p:cNvPr>
          <p:cNvSpPr>
            <a:spLocks noGrp="1"/>
          </p:cNvSpPr>
          <p:nvPr userDrawn="1">
            <p:ph type="body" sz="quarter" idx="14" hasCustomPrompt="1"/>
          </p:nvPr>
        </p:nvSpPr>
        <p:spPr>
          <a:xfrm>
            <a:off x="1133476" y="1323356"/>
            <a:ext cx="6172199" cy="259061"/>
          </a:xfrm>
        </p:spPr>
        <p:txBody>
          <a:bodyPr anchor="ctr"/>
          <a:lstStyle>
            <a:lvl1pPr marL="0" indent="0">
              <a:buNone/>
              <a:defRPr sz="900" b="1" cap="all" spc="113" baseline="0"/>
            </a:lvl1pPr>
            <a:lvl2pPr>
              <a:defRPr sz="825"/>
            </a:lvl2pPr>
            <a:lvl3pPr>
              <a:defRPr sz="600"/>
            </a:lvl3pPr>
            <a:lvl4pPr>
              <a:defRPr sz="600"/>
            </a:lvl4pPr>
            <a:lvl5pPr>
              <a:defRPr sz="600"/>
            </a:lvl5pPr>
          </a:lstStyle>
          <a:p>
            <a:pPr lvl="0"/>
            <a:r>
              <a:rPr lang="en-US"/>
              <a:t>Deck type</a:t>
            </a:r>
          </a:p>
        </p:txBody>
      </p:sp>
      <p:sp>
        <p:nvSpPr>
          <p:cNvPr id="38" name="Text Placeholder 4">
            <a:extLst>
              <a:ext uri="{FF2B5EF4-FFF2-40B4-BE49-F238E27FC236}">
                <a16:creationId xmlns:a16="http://schemas.microsoft.com/office/drawing/2014/main" id="{6C94BFD7-BDCD-196E-6E6A-314E0DFD6E80}"/>
              </a:ext>
              <a:ext uri="{C183D7F6-B498-43B3-948B-1728B52AA6E4}">
                <adec:decorative xmlns:adec="http://schemas.microsoft.com/office/drawing/2017/decorative" val="0"/>
              </a:ext>
            </a:extLst>
          </p:cNvPr>
          <p:cNvSpPr>
            <a:spLocks noGrp="1"/>
          </p:cNvSpPr>
          <p:nvPr userDrawn="1">
            <p:ph type="body" sz="quarter" idx="15" hasCustomPrompt="1"/>
          </p:nvPr>
        </p:nvSpPr>
        <p:spPr>
          <a:xfrm>
            <a:off x="1133476" y="1507014"/>
            <a:ext cx="6172199" cy="259061"/>
          </a:xfrm>
        </p:spPr>
        <p:txBody>
          <a:bodyPr anchor="ctr"/>
          <a:lstStyle>
            <a:lvl1pPr marL="0" indent="0">
              <a:buNone/>
              <a:defRPr sz="900" b="1" cap="all" spc="113" baseline="0"/>
            </a:lvl1pPr>
            <a:lvl2pPr>
              <a:defRPr sz="825"/>
            </a:lvl2pPr>
            <a:lvl3pPr>
              <a:defRPr sz="600"/>
            </a:lvl3pPr>
            <a:lvl4pPr>
              <a:defRPr sz="600"/>
            </a:lvl4pPr>
            <a:lvl5pPr>
              <a:defRPr sz="600"/>
            </a:lvl5pPr>
          </a:lstStyle>
          <a:p>
            <a:pPr lvl="0"/>
            <a:r>
              <a:rPr lang="en-US"/>
              <a:t>Date</a:t>
            </a:r>
          </a:p>
        </p:txBody>
      </p:sp>
      <p:sp>
        <p:nvSpPr>
          <p:cNvPr id="2" name="Title 1">
            <a:extLst>
              <a:ext uri="{FF2B5EF4-FFF2-40B4-BE49-F238E27FC236}">
                <a16:creationId xmlns:a16="http://schemas.microsoft.com/office/drawing/2014/main" id="{3176A2F6-09EE-411D-ABA1-2E989674E940}"/>
              </a:ext>
            </a:extLst>
          </p:cNvPr>
          <p:cNvSpPr>
            <a:spLocks noGrp="1"/>
          </p:cNvSpPr>
          <p:nvPr userDrawn="1">
            <p:ph type="ctrTitle"/>
          </p:nvPr>
        </p:nvSpPr>
        <p:spPr>
          <a:xfrm>
            <a:off x="1133475" y="2057401"/>
            <a:ext cx="6172200" cy="1771649"/>
          </a:xfrm>
        </p:spPr>
        <p:txBody>
          <a:bodyPr anchor="b"/>
          <a:lstStyle>
            <a:lvl1pPr algn="l">
              <a:defRPr sz="4950"/>
            </a:lvl1pPr>
          </a:lstStyle>
          <a:p>
            <a:r>
              <a:rPr lang="en-US"/>
              <a:t>Click to edit Master title style</a:t>
            </a:r>
          </a:p>
        </p:txBody>
      </p:sp>
      <p:sp>
        <p:nvSpPr>
          <p:cNvPr id="3" name="Subtitle 2">
            <a:extLst>
              <a:ext uri="{FF2B5EF4-FFF2-40B4-BE49-F238E27FC236}">
                <a16:creationId xmlns:a16="http://schemas.microsoft.com/office/drawing/2014/main" id="{56F8D719-2B49-447B-9B7B-DC72A26B3909}"/>
              </a:ext>
            </a:extLst>
          </p:cNvPr>
          <p:cNvSpPr>
            <a:spLocks noGrp="1"/>
          </p:cNvSpPr>
          <p:nvPr userDrawn="1">
            <p:ph type="subTitle" idx="1"/>
          </p:nvPr>
        </p:nvSpPr>
        <p:spPr>
          <a:xfrm>
            <a:off x="1133475" y="3988347"/>
            <a:ext cx="2819400" cy="210767"/>
          </a:xfrm>
        </p:spPr>
        <p:txBody>
          <a:bodyPr/>
          <a:lstStyle>
            <a:lvl1pPr marL="0" indent="0" algn="l">
              <a:spcBef>
                <a:spcPts val="0"/>
              </a:spcBef>
              <a:buNone/>
              <a:defRPr sz="1050" b="1"/>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5" name="Text Placeholder 4">
            <a:extLst>
              <a:ext uri="{FF2B5EF4-FFF2-40B4-BE49-F238E27FC236}">
                <a16:creationId xmlns:a16="http://schemas.microsoft.com/office/drawing/2014/main" id="{5B38B860-6BB0-B1A5-DE3D-941BE9A2840C}"/>
              </a:ext>
            </a:extLst>
          </p:cNvPr>
          <p:cNvSpPr>
            <a:spLocks noGrp="1"/>
          </p:cNvSpPr>
          <p:nvPr userDrawn="1">
            <p:ph type="body" sz="quarter" idx="13"/>
          </p:nvPr>
        </p:nvSpPr>
        <p:spPr>
          <a:xfrm>
            <a:off x="1133476" y="4221544"/>
            <a:ext cx="2819400" cy="493331"/>
          </a:xfrm>
        </p:spPr>
        <p:txBody>
          <a:bodyPr/>
          <a:lstStyle>
            <a:lvl1pPr marL="0" indent="0">
              <a:buNone/>
              <a:defRPr sz="1050"/>
            </a:lvl1pPr>
            <a:lvl2pPr>
              <a:defRPr sz="825"/>
            </a:lvl2pPr>
            <a:lvl3pPr>
              <a:defRPr sz="600"/>
            </a:lvl3pPr>
            <a:lvl4pPr>
              <a:defRPr sz="600"/>
            </a:lvl4pPr>
            <a:lvl5pPr>
              <a:defRPr sz="600"/>
            </a:lvl5pPr>
          </a:lstStyle>
          <a:p>
            <a:pPr lvl="0"/>
            <a:r>
              <a:rPr lang="en-US"/>
              <a:t>Click to edit Master text styles</a:t>
            </a:r>
          </a:p>
        </p:txBody>
      </p:sp>
    </p:spTree>
    <p:extLst>
      <p:ext uri="{BB962C8B-B14F-4D97-AF65-F5344CB8AC3E}">
        <p14:creationId xmlns:p14="http://schemas.microsoft.com/office/powerpoint/2010/main" val="4260394627"/>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over Slide 2 - Partner Logo">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272A4299-D00F-3114-A9BF-21CB5BF68586}"/>
              </a:ext>
              <a:ext uri="{C183D7F6-B498-43B3-948B-1728B52AA6E4}">
                <adec:decorative xmlns:adec="http://schemas.microsoft.com/office/drawing/2017/decorative" val="1"/>
              </a:ext>
            </a:extLst>
          </p:cNvPr>
          <p:cNvGrpSpPr/>
          <p:nvPr userDrawn="1"/>
        </p:nvGrpSpPr>
        <p:grpSpPr>
          <a:xfrm rot="16200000" flipV="1">
            <a:off x="-2520315" y="2520315"/>
            <a:ext cx="5143500" cy="102870"/>
            <a:chOff x="0" y="6720840"/>
            <a:chExt cx="12192000" cy="137160"/>
          </a:xfrm>
        </p:grpSpPr>
        <p:sp>
          <p:nvSpPr>
            <p:cNvPr id="14" name="Rectangle 13">
              <a:extLst>
                <a:ext uri="{FF2B5EF4-FFF2-40B4-BE49-F238E27FC236}">
                  <a16:creationId xmlns:a16="http://schemas.microsoft.com/office/drawing/2014/main" id="{DF976F77-EEC7-5355-89D2-0EB4E2530869}"/>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5" name="Rectangle 14">
              <a:extLst>
                <a:ext uri="{FF2B5EF4-FFF2-40B4-BE49-F238E27FC236}">
                  <a16:creationId xmlns:a16="http://schemas.microsoft.com/office/drawing/2014/main" id="{EB0E43C2-3D05-E0D0-EDD0-9689729A969F}"/>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6" name="Rectangle 15">
              <a:extLst>
                <a:ext uri="{FF2B5EF4-FFF2-40B4-BE49-F238E27FC236}">
                  <a16:creationId xmlns:a16="http://schemas.microsoft.com/office/drawing/2014/main" id="{77612517-2554-7E7D-8B09-781034E16E32}"/>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7" name="Rectangle 16">
              <a:extLst>
                <a:ext uri="{FF2B5EF4-FFF2-40B4-BE49-F238E27FC236}">
                  <a16:creationId xmlns:a16="http://schemas.microsoft.com/office/drawing/2014/main" id="{EFCEEE22-BC7F-2CBA-4CA7-BD105D048DFA}"/>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8" name="Rectangle 17">
              <a:extLst>
                <a:ext uri="{FF2B5EF4-FFF2-40B4-BE49-F238E27FC236}">
                  <a16:creationId xmlns:a16="http://schemas.microsoft.com/office/drawing/2014/main" id="{A3F96DDF-28E7-25CC-F741-D82D5FDAC78E}"/>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grpSp>
      <p:sp>
        <p:nvSpPr>
          <p:cNvPr id="3" name="Picture Placeholder 5">
            <a:extLst>
              <a:ext uri="{FF2B5EF4-FFF2-40B4-BE49-F238E27FC236}">
                <a16:creationId xmlns:a16="http://schemas.microsoft.com/office/drawing/2014/main" id="{2F818987-3005-3F2C-2E66-DC62D80EAC92}"/>
              </a:ext>
              <a:ext uri="{C183D7F6-B498-43B3-948B-1728B52AA6E4}">
                <adec:decorative xmlns:adec="http://schemas.microsoft.com/office/drawing/2017/decorative" val="0"/>
              </a:ext>
            </a:extLst>
          </p:cNvPr>
          <p:cNvSpPr>
            <a:spLocks noGrp="1"/>
          </p:cNvSpPr>
          <p:nvPr>
            <p:ph type="pic" sz="quarter" idx="16" hasCustomPrompt="1"/>
          </p:nvPr>
        </p:nvSpPr>
        <p:spPr>
          <a:xfrm>
            <a:off x="6932461" y="296953"/>
            <a:ext cx="1777877" cy="388637"/>
          </a:xfrm>
        </p:spPr>
        <p:txBody>
          <a:bodyPr anchor="ctr"/>
          <a:lstStyle>
            <a:lvl1pPr marL="0" indent="0" algn="ctr">
              <a:buNone/>
              <a:defRPr sz="675" b="1" cap="all" baseline="0"/>
            </a:lvl1pPr>
          </a:lstStyle>
          <a:p>
            <a:r>
              <a:rPr lang="en-US"/>
              <a:t>Click icon to insert Partner logo</a:t>
            </a:r>
          </a:p>
        </p:txBody>
      </p:sp>
      <p:sp>
        <p:nvSpPr>
          <p:cNvPr id="21" name="Text Placeholder 4">
            <a:extLst>
              <a:ext uri="{FF2B5EF4-FFF2-40B4-BE49-F238E27FC236}">
                <a16:creationId xmlns:a16="http://schemas.microsoft.com/office/drawing/2014/main" id="{1F3966E0-AD6A-598F-4966-75FB735E7F71}"/>
              </a:ext>
              <a:ext uri="{C183D7F6-B498-43B3-948B-1728B52AA6E4}">
                <adec:decorative xmlns:adec="http://schemas.microsoft.com/office/drawing/2017/decorative" val="0"/>
              </a:ext>
            </a:extLst>
          </p:cNvPr>
          <p:cNvSpPr>
            <a:spLocks noGrp="1"/>
          </p:cNvSpPr>
          <p:nvPr>
            <p:ph type="body" sz="quarter" idx="14" hasCustomPrompt="1"/>
          </p:nvPr>
        </p:nvSpPr>
        <p:spPr>
          <a:xfrm>
            <a:off x="1133476" y="1314450"/>
            <a:ext cx="6172199" cy="259061"/>
          </a:xfrm>
        </p:spPr>
        <p:txBody>
          <a:bodyPr anchor="ctr"/>
          <a:lstStyle>
            <a:lvl1pPr marL="0" indent="0">
              <a:buNone/>
              <a:defRPr sz="900" b="1" cap="all" spc="113" baseline="0"/>
            </a:lvl1pPr>
            <a:lvl2pPr>
              <a:defRPr sz="825"/>
            </a:lvl2pPr>
            <a:lvl3pPr>
              <a:defRPr sz="600"/>
            </a:lvl3pPr>
            <a:lvl4pPr>
              <a:defRPr sz="600"/>
            </a:lvl4pPr>
            <a:lvl5pPr>
              <a:defRPr sz="600"/>
            </a:lvl5pPr>
          </a:lstStyle>
          <a:p>
            <a:pPr lvl="0"/>
            <a:r>
              <a:rPr lang="en-US"/>
              <a:t>Deck type</a:t>
            </a:r>
          </a:p>
        </p:txBody>
      </p:sp>
      <p:sp>
        <p:nvSpPr>
          <p:cNvPr id="22" name="Text Placeholder 4">
            <a:extLst>
              <a:ext uri="{FF2B5EF4-FFF2-40B4-BE49-F238E27FC236}">
                <a16:creationId xmlns:a16="http://schemas.microsoft.com/office/drawing/2014/main" id="{1550FF99-51BD-82AD-6114-19DC0E899A92}"/>
              </a:ext>
              <a:ext uri="{C183D7F6-B498-43B3-948B-1728B52AA6E4}">
                <adec:decorative xmlns:adec="http://schemas.microsoft.com/office/drawing/2017/decorative" val="0"/>
              </a:ext>
            </a:extLst>
          </p:cNvPr>
          <p:cNvSpPr>
            <a:spLocks noGrp="1"/>
          </p:cNvSpPr>
          <p:nvPr>
            <p:ph type="body" sz="quarter" idx="15" hasCustomPrompt="1"/>
          </p:nvPr>
        </p:nvSpPr>
        <p:spPr>
          <a:xfrm>
            <a:off x="1133476" y="1498108"/>
            <a:ext cx="6172199" cy="259061"/>
          </a:xfrm>
        </p:spPr>
        <p:txBody>
          <a:bodyPr anchor="ctr"/>
          <a:lstStyle>
            <a:lvl1pPr marL="0" indent="0">
              <a:buNone/>
              <a:defRPr sz="900" b="1" cap="all" spc="113" baseline="0"/>
            </a:lvl1pPr>
            <a:lvl2pPr>
              <a:defRPr sz="825"/>
            </a:lvl2pPr>
            <a:lvl3pPr>
              <a:defRPr sz="600"/>
            </a:lvl3pPr>
            <a:lvl4pPr>
              <a:defRPr sz="600"/>
            </a:lvl4pPr>
            <a:lvl5pPr>
              <a:defRPr sz="600"/>
            </a:lvl5pPr>
          </a:lstStyle>
          <a:p>
            <a:pPr lvl="0"/>
            <a:r>
              <a:rPr lang="en-US"/>
              <a:t>Date</a:t>
            </a:r>
          </a:p>
        </p:txBody>
      </p:sp>
      <p:sp>
        <p:nvSpPr>
          <p:cNvPr id="10" name="Title 1">
            <a:extLst>
              <a:ext uri="{FF2B5EF4-FFF2-40B4-BE49-F238E27FC236}">
                <a16:creationId xmlns:a16="http://schemas.microsoft.com/office/drawing/2014/main" id="{D731500D-571A-3F1C-B27F-E4A3E5BC72A3}"/>
              </a:ext>
            </a:extLst>
          </p:cNvPr>
          <p:cNvSpPr>
            <a:spLocks noGrp="1"/>
          </p:cNvSpPr>
          <p:nvPr>
            <p:ph type="ctrTitle"/>
          </p:nvPr>
        </p:nvSpPr>
        <p:spPr>
          <a:xfrm>
            <a:off x="1133475" y="2056497"/>
            <a:ext cx="6172200" cy="1772554"/>
          </a:xfrm>
        </p:spPr>
        <p:txBody>
          <a:bodyPr anchor="b"/>
          <a:lstStyle>
            <a:lvl1pPr algn="l">
              <a:defRPr sz="4950">
                <a:solidFill>
                  <a:schemeClr val="accent1"/>
                </a:solidFill>
              </a:defRPr>
            </a:lvl1pPr>
          </a:lstStyle>
          <a:p>
            <a:r>
              <a:rPr lang="en-US"/>
              <a:t>Click to edit Master title style</a:t>
            </a:r>
          </a:p>
        </p:txBody>
      </p:sp>
      <p:sp>
        <p:nvSpPr>
          <p:cNvPr id="23" name="Subtitle 2">
            <a:extLst>
              <a:ext uri="{FF2B5EF4-FFF2-40B4-BE49-F238E27FC236}">
                <a16:creationId xmlns:a16="http://schemas.microsoft.com/office/drawing/2014/main" id="{223208DF-94D6-71EF-9D57-7E591ED72FA8}"/>
              </a:ext>
            </a:extLst>
          </p:cNvPr>
          <p:cNvSpPr>
            <a:spLocks noGrp="1"/>
          </p:cNvSpPr>
          <p:nvPr>
            <p:ph type="subTitle" idx="1"/>
          </p:nvPr>
        </p:nvSpPr>
        <p:spPr>
          <a:xfrm>
            <a:off x="1133475" y="3985043"/>
            <a:ext cx="2819400" cy="210767"/>
          </a:xfrm>
        </p:spPr>
        <p:txBody>
          <a:bodyPr/>
          <a:lstStyle>
            <a:lvl1pPr marL="0" indent="0" algn="l">
              <a:spcBef>
                <a:spcPts val="0"/>
              </a:spcBef>
              <a:buNone/>
              <a:defRPr sz="1050" b="1"/>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24" name="Text Placeholder 4">
            <a:extLst>
              <a:ext uri="{FF2B5EF4-FFF2-40B4-BE49-F238E27FC236}">
                <a16:creationId xmlns:a16="http://schemas.microsoft.com/office/drawing/2014/main" id="{6576DBCF-A908-DA38-4357-C00877BCF6ED}"/>
              </a:ext>
            </a:extLst>
          </p:cNvPr>
          <p:cNvSpPr>
            <a:spLocks noGrp="1"/>
          </p:cNvSpPr>
          <p:nvPr>
            <p:ph type="body" sz="quarter" idx="13"/>
          </p:nvPr>
        </p:nvSpPr>
        <p:spPr>
          <a:xfrm>
            <a:off x="1133476" y="4218240"/>
            <a:ext cx="2819400" cy="377287"/>
          </a:xfrm>
        </p:spPr>
        <p:txBody>
          <a:bodyPr/>
          <a:lstStyle>
            <a:lvl1pPr marL="0" indent="0">
              <a:buNone/>
              <a:defRPr sz="1050"/>
            </a:lvl1pPr>
            <a:lvl2pPr>
              <a:defRPr sz="825"/>
            </a:lvl2pPr>
            <a:lvl3pPr>
              <a:defRPr sz="600"/>
            </a:lvl3pPr>
            <a:lvl4pPr>
              <a:defRPr sz="600"/>
            </a:lvl4pPr>
            <a:lvl5pPr>
              <a:defRPr sz="600"/>
            </a:lvl5pPr>
          </a:lstStyle>
          <a:p>
            <a:pPr lvl="0"/>
            <a:r>
              <a:rPr lang="en-US"/>
              <a:t>Click to edit Master text styles</a:t>
            </a:r>
          </a:p>
        </p:txBody>
      </p:sp>
      <p:cxnSp>
        <p:nvCxnSpPr>
          <p:cNvPr id="2" name="Straight Connector 1">
            <a:extLst>
              <a:ext uri="{FF2B5EF4-FFF2-40B4-BE49-F238E27FC236}">
                <a16:creationId xmlns:a16="http://schemas.microsoft.com/office/drawing/2014/main" id="{2DFD3AA2-1F30-E14C-F3FB-9DA7C50EB84E}"/>
              </a:ext>
              <a:ext uri="{C183D7F6-B498-43B3-948B-1728B52AA6E4}">
                <adec:decorative xmlns:adec="http://schemas.microsoft.com/office/drawing/2017/decorative" val="1"/>
              </a:ext>
            </a:extLst>
          </p:cNvPr>
          <p:cNvCxnSpPr/>
          <p:nvPr userDrawn="1"/>
        </p:nvCxnSpPr>
        <p:spPr>
          <a:xfrm>
            <a:off x="6600825" y="296956"/>
            <a:ext cx="0" cy="388634"/>
          </a:xfrm>
          <a:prstGeom prst="line">
            <a:avLst/>
          </a:prstGeom>
          <a:ln w="9525" cap="flat">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30" name="Picture 9">
            <a:extLst>
              <a:ext uri="{FF2B5EF4-FFF2-40B4-BE49-F238E27FC236}">
                <a16:creationId xmlns:a16="http://schemas.microsoft.com/office/drawing/2014/main" id="{F8022471-4462-CE51-9317-A5E00E36CADC}"/>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5330641" y="364886"/>
            <a:ext cx="974980" cy="252773"/>
          </a:xfrm>
          <a:prstGeom prst="rect">
            <a:avLst/>
          </a:prstGeom>
        </p:spPr>
      </p:pic>
    </p:spTree>
    <p:extLst>
      <p:ext uri="{BB962C8B-B14F-4D97-AF65-F5344CB8AC3E}">
        <p14:creationId xmlns:p14="http://schemas.microsoft.com/office/powerpoint/2010/main" val="217165103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Section Divider 2">
    <p:bg>
      <p:bgPr>
        <a:solidFill>
          <a:schemeClr val="accent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272A4299-D00F-3114-A9BF-21CB5BF68586}"/>
              </a:ext>
              <a:ext uri="{C183D7F6-B498-43B3-948B-1728B52AA6E4}">
                <adec:decorative xmlns:adec="http://schemas.microsoft.com/office/drawing/2017/decorative" val="1"/>
              </a:ext>
            </a:extLst>
          </p:cNvPr>
          <p:cNvGrpSpPr/>
          <p:nvPr userDrawn="1"/>
        </p:nvGrpSpPr>
        <p:grpSpPr>
          <a:xfrm rot="16200000" flipV="1">
            <a:off x="-2520315" y="2520315"/>
            <a:ext cx="5143500" cy="102870"/>
            <a:chOff x="0" y="6720840"/>
            <a:chExt cx="12192000" cy="137160"/>
          </a:xfrm>
        </p:grpSpPr>
        <p:sp>
          <p:nvSpPr>
            <p:cNvPr id="14" name="Rectangle 13">
              <a:extLst>
                <a:ext uri="{FF2B5EF4-FFF2-40B4-BE49-F238E27FC236}">
                  <a16:creationId xmlns:a16="http://schemas.microsoft.com/office/drawing/2014/main" id="{DF976F77-EEC7-5355-89D2-0EB4E2530869}"/>
                </a:ext>
              </a:extLst>
            </p:cNvPr>
            <p:cNvSpPr/>
            <p:nvPr/>
          </p:nvSpPr>
          <p:spPr>
            <a:xfrm>
              <a:off x="0" y="6720840"/>
              <a:ext cx="2442685"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5" name="Rectangle 14">
              <a:extLst>
                <a:ext uri="{FF2B5EF4-FFF2-40B4-BE49-F238E27FC236}">
                  <a16:creationId xmlns:a16="http://schemas.microsoft.com/office/drawing/2014/main" id="{EB0E43C2-3D05-E0D0-EDD0-9689729A969F}"/>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6" name="Rectangle 15">
              <a:extLst>
                <a:ext uri="{FF2B5EF4-FFF2-40B4-BE49-F238E27FC236}">
                  <a16:creationId xmlns:a16="http://schemas.microsoft.com/office/drawing/2014/main" id="{77612517-2554-7E7D-8B09-781034E16E32}"/>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7" name="Rectangle 16">
              <a:extLst>
                <a:ext uri="{FF2B5EF4-FFF2-40B4-BE49-F238E27FC236}">
                  <a16:creationId xmlns:a16="http://schemas.microsoft.com/office/drawing/2014/main" id="{EFCEEE22-BC7F-2CBA-4CA7-BD105D048DFA}"/>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8" name="Rectangle 17">
              <a:extLst>
                <a:ext uri="{FF2B5EF4-FFF2-40B4-BE49-F238E27FC236}">
                  <a16:creationId xmlns:a16="http://schemas.microsoft.com/office/drawing/2014/main" id="{A3F96DDF-28E7-25CC-F741-D82D5FDAC78E}"/>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grpSp>
      <p:pic>
        <p:nvPicPr>
          <p:cNvPr id="19" name="Picture 9">
            <a:extLst>
              <a:ext uri="{FF2B5EF4-FFF2-40B4-BE49-F238E27FC236}">
                <a16:creationId xmlns:a16="http://schemas.microsoft.com/office/drawing/2014/main" id="{0C24EA43-9656-0BCB-9154-2B793130BE24}"/>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7746023" y="365544"/>
            <a:ext cx="972441" cy="252115"/>
          </a:xfrm>
          <a:prstGeom prst="rect">
            <a:avLst/>
          </a:prstGeom>
        </p:spPr>
      </p:pic>
      <p:sp>
        <p:nvSpPr>
          <p:cNvPr id="10" name="Title 1">
            <a:extLst>
              <a:ext uri="{FF2B5EF4-FFF2-40B4-BE49-F238E27FC236}">
                <a16:creationId xmlns:a16="http://schemas.microsoft.com/office/drawing/2014/main" id="{D731500D-571A-3F1C-B27F-E4A3E5BC72A3}"/>
              </a:ext>
            </a:extLst>
          </p:cNvPr>
          <p:cNvSpPr>
            <a:spLocks noGrp="1"/>
          </p:cNvSpPr>
          <p:nvPr>
            <p:ph type="ctrTitle"/>
          </p:nvPr>
        </p:nvSpPr>
        <p:spPr>
          <a:xfrm>
            <a:off x="1133475" y="1314451"/>
            <a:ext cx="6172200" cy="2514600"/>
          </a:xfrm>
        </p:spPr>
        <p:txBody>
          <a:bodyPr anchor="t"/>
          <a:lstStyle>
            <a:lvl1pPr algn="l">
              <a:defRPr sz="4050">
                <a:solidFill>
                  <a:schemeClr val="tx1"/>
                </a:solidFill>
              </a:defRPr>
            </a:lvl1pPr>
          </a:lstStyle>
          <a:p>
            <a:r>
              <a:rPr lang="en-US"/>
              <a:t>Click to edit Master title style</a:t>
            </a:r>
          </a:p>
        </p:txBody>
      </p:sp>
      <p:sp>
        <p:nvSpPr>
          <p:cNvPr id="20" name="Text Placeholder 4">
            <a:extLst>
              <a:ext uri="{FF2B5EF4-FFF2-40B4-BE49-F238E27FC236}">
                <a16:creationId xmlns:a16="http://schemas.microsoft.com/office/drawing/2014/main" id="{8054F7FC-C80C-E0CC-59AE-79AAAD29A470}"/>
              </a:ext>
            </a:extLst>
          </p:cNvPr>
          <p:cNvSpPr>
            <a:spLocks noGrp="1"/>
          </p:cNvSpPr>
          <p:nvPr>
            <p:ph type="body" sz="quarter" idx="13" hasCustomPrompt="1"/>
          </p:nvPr>
        </p:nvSpPr>
        <p:spPr>
          <a:xfrm>
            <a:off x="1133475" y="4405123"/>
            <a:ext cx="1238250" cy="309753"/>
          </a:xfrm>
        </p:spPr>
        <p:txBody>
          <a:bodyPr/>
          <a:lstStyle>
            <a:lvl1pPr marL="0" indent="0">
              <a:lnSpc>
                <a:spcPct val="100000"/>
              </a:lnSpc>
              <a:buNone/>
              <a:defRPr sz="1050" b="1">
                <a:solidFill>
                  <a:schemeClr val="tx1"/>
                </a:solidFill>
              </a:defRPr>
            </a:lvl1pPr>
            <a:lvl2pPr>
              <a:defRPr sz="825"/>
            </a:lvl2pPr>
            <a:lvl3pPr>
              <a:defRPr sz="600"/>
            </a:lvl3pPr>
            <a:lvl4pPr>
              <a:defRPr sz="600"/>
            </a:lvl4pPr>
            <a:lvl5pPr>
              <a:defRPr sz="600"/>
            </a:lvl5pPr>
          </a:lstStyle>
          <a:p>
            <a:pPr lvl="0"/>
            <a:r>
              <a:rPr lang="en-US"/>
              <a:t>01. Section indicator</a:t>
            </a:r>
          </a:p>
        </p:txBody>
      </p:sp>
      <p:sp>
        <p:nvSpPr>
          <p:cNvPr id="21" name="Text Placeholder 4">
            <a:extLst>
              <a:ext uri="{FF2B5EF4-FFF2-40B4-BE49-F238E27FC236}">
                <a16:creationId xmlns:a16="http://schemas.microsoft.com/office/drawing/2014/main" id="{DC055F5E-0403-AE46-E374-BD2A8C1AAB09}"/>
              </a:ext>
            </a:extLst>
          </p:cNvPr>
          <p:cNvSpPr>
            <a:spLocks noGrp="1"/>
          </p:cNvSpPr>
          <p:nvPr>
            <p:ph type="body" sz="quarter" idx="15" hasCustomPrompt="1"/>
          </p:nvPr>
        </p:nvSpPr>
        <p:spPr>
          <a:xfrm>
            <a:off x="2543175" y="4405123"/>
            <a:ext cx="1238250" cy="309753"/>
          </a:xfrm>
        </p:spPr>
        <p:txBody>
          <a:bodyPr/>
          <a:lstStyle>
            <a:lvl1pPr marL="0" indent="0">
              <a:lnSpc>
                <a:spcPct val="100000"/>
              </a:lnSpc>
              <a:buNone/>
              <a:defRPr sz="1050" b="1">
                <a:solidFill>
                  <a:schemeClr val="tx1"/>
                </a:solidFill>
              </a:defRPr>
            </a:lvl1pPr>
            <a:lvl2pPr>
              <a:defRPr sz="825"/>
            </a:lvl2pPr>
            <a:lvl3pPr>
              <a:defRPr sz="600"/>
            </a:lvl3pPr>
            <a:lvl4pPr>
              <a:defRPr sz="600"/>
            </a:lvl4pPr>
            <a:lvl5pPr>
              <a:defRPr sz="600"/>
            </a:lvl5pPr>
          </a:lstStyle>
          <a:p>
            <a:pPr lvl="0"/>
            <a:r>
              <a:rPr lang="en-US"/>
              <a:t>02. Section indicator</a:t>
            </a:r>
          </a:p>
        </p:txBody>
      </p:sp>
      <p:sp>
        <p:nvSpPr>
          <p:cNvPr id="23" name="Text Placeholder 4">
            <a:extLst>
              <a:ext uri="{FF2B5EF4-FFF2-40B4-BE49-F238E27FC236}">
                <a16:creationId xmlns:a16="http://schemas.microsoft.com/office/drawing/2014/main" id="{10FABD76-3F00-0FAF-2469-1F2536153E4A}"/>
              </a:ext>
            </a:extLst>
          </p:cNvPr>
          <p:cNvSpPr>
            <a:spLocks noGrp="1"/>
          </p:cNvSpPr>
          <p:nvPr>
            <p:ph type="body" sz="quarter" idx="16" hasCustomPrompt="1"/>
          </p:nvPr>
        </p:nvSpPr>
        <p:spPr>
          <a:xfrm>
            <a:off x="3952876" y="4405123"/>
            <a:ext cx="1238249" cy="309753"/>
          </a:xfrm>
        </p:spPr>
        <p:txBody>
          <a:bodyPr/>
          <a:lstStyle>
            <a:lvl1pPr marL="0" indent="0">
              <a:lnSpc>
                <a:spcPct val="100000"/>
              </a:lnSpc>
              <a:buNone/>
              <a:defRPr sz="1050" b="1">
                <a:solidFill>
                  <a:schemeClr val="tx1"/>
                </a:solidFill>
              </a:defRPr>
            </a:lvl1pPr>
            <a:lvl2pPr>
              <a:defRPr sz="825"/>
            </a:lvl2pPr>
            <a:lvl3pPr>
              <a:defRPr sz="600"/>
            </a:lvl3pPr>
            <a:lvl4pPr>
              <a:defRPr sz="600"/>
            </a:lvl4pPr>
            <a:lvl5pPr>
              <a:defRPr sz="600"/>
            </a:lvl5pPr>
          </a:lstStyle>
          <a:p>
            <a:pPr lvl="0"/>
            <a:r>
              <a:rPr lang="en-US"/>
              <a:t>03. Section indicator</a:t>
            </a:r>
          </a:p>
        </p:txBody>
      </p:sp>
      <p:sp>
        <p:nvSpPr>
          <p:cNvPr id="25" name="Text Placeholder 4">
            <a:extLst>
              <a:ext uri="{FF2B5EF4-FFF2-40B4-BE49-F238E27FC236}">
                <a16:creationId xmlns:a16="http://schemas.microsoft.com/office/drawing/2014/main" id="{6EA5E727-161E-4C13-B53C-A18124F61C4E}"/>
              </a:ext>
            </a:extLst>
          </p:cNvPr>
          <p:cNvSpPr>
            <a:spLocks noGrp="1"/>
          </p:cNvSpPr>
          <p:nvPr>
            <p:ph type="body" sz="quarter" idx="17" hasCustomPrompt="1"/>
          </p:nvPr>
        </p:nvSpPr>
        <p:spPr>
          <a:xfrm>
            <a:off x="5362578" y="4405123"/>
            <a:ext cx="1238247" cy="309753"/>
          </a:xfrm>
        </p:spPr>
        <p:txBody>
          <a:bodyPr/>
          <a:lstStyle>
            <a:lvl1pPr marL="0" indent="0">
              <a:lnSpc>
                <a:spcPct val="100000"/>
              </a:lnSpc>
              <a:buNone/>
              <a:defRPr sz="1050" b="1">
                <a:solidFill>
                  <a:schemeClr val="tx1"/>
                </a:solidFill>
              </a:defRPr>
            </a:lvl1pPr>
            <a:lvl2pPr>
              <a:defRPr sz="825"/>
            </a:lvl2pPr>
            <a:lvl3pPr>
              <a:defRPr sz="600"/>
            </a:lvl3pPr>
            <a:lvl4pPr>
              <a:defRPr sz="600"/>
            </a:lvl4pPr>
            <a:lvl5pPr>
              <a:defRPr sz="600"/>
            </a:lvl5pPr>
          </a:lstStyle>
          <a:p>
            <a:pPr lvl="0"/>
            <a:r>
              <a:rPr lang="en-US"/>
              <a:t>04. Section indicator</a:t>
            </a:r>
          </a:p>
        </p:txBody>
      </p:sp>
      <p:sp>
        <p:nvSpPr>
          <p:cNvPr id="26" name="Text Placeholder 4">
            <a:extLst>
              <a:ext uri="{FF2B5EF4-FFF2-40B4-BE49-F238E27FC236}">
                <a16:creationId xmlns:a16="http://schemas.microsoft.com/office/drawing/2014/main" id="{FCC5001C-8747-ABB4-2ACA-EC2ADE747BFF}"/>
              </a:ext>
            </a:extLst>
          </p:cNvPr>
          <p:cNvSpPr>
            <a:spLocks noGrp="1"/>
          </p:cNvSpPr>
          <p:nvPr>
            <p:ph type="body" sz="quarter" idx="18" hasCustomPrompt="1"/>
          </p:nvPr>
        </p:nvSpPr>
        <p:spPr>
          <a:xfrm>
            <a:off x="6773124" y="4405123"/>
            <a:ext cx="1237401" cy="309753"/>
          </a:xfrm>
        </p:spPr>
        <p:txBody>
          <a:bodyPr/>
          <a:lstStyle>
            <a:lvl1pPr marL="0" indent="0">
              <a:lnSpc>
                <a:spcPct val="100000"/>
              </a:lnSpc>
              <a:buNone/>
              <a:defRPr sz="1050" b="1">
                <a:solidFill>
                  <a:schemeClr val="tx1"/>
                </a:solidFill>
              </a:defRPr>
            </a:lvl1pPr>
            <a:lvl2pPr>
              <a:defRPr sz="825"/>
            </a:lvl2pPr>
            <a:lvl3pPr>
              <a:defRPr sz="600"/>
            </a:lvl3pPr>
            <a:lvl4pPr>
              <a:defRPr sz="600"/>
            </a:lvl4pPr>
            <a:lvl5pPr>
              <a:defRPr sz="600"/>
            </a:lvl5pPr>
          </a:lstStyle>
          <a:p>
            <a:pPr lvl="0"/>
            <a:r>
              <a:rPr lang="en-US"/>
              <a:t>05. Section indicator</a:t>
            </a:r>
          </a:p>
        </p:txBody>
      </p:sp>
    </p:spTree>
    <p:extLst>
      <p:ext uri="{BB962C8B-B14F-4D97-AF65-F5344CB8AC3E}">
        <p14:creationId xmlns:p14="http://schemas.microsoft.com/office/powerpoint/2010/main" val="4160414614"/>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Section Divider 3">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61FF95A9-5EDA-B440-A493-7CDCA3BDACF6}"/>
              </a:ext>
              <a:ext uri="{C183D7F6-B498-43B3-948B-1728B52AA6E4}">
                <adec:decorative xmlns:adec="http://schemas.microsoft.com/office/drawing/2017/decorative" val="0"/>
              </a:ext>
            </a:extLst>
          </p:cNvPr>
          <p:cNvSpPr>
            <a:spLocks noGrp="1"/>
          </p:cNvSpPr>
          <p:nvPr>
            <p:ph type="pic" sz="quarter" idx="11"/>
          </p:nvPr>
        </p:nvSpPr>
        <p:spPr>
          <a:xfrm>
            <a:off x="102870" y="1"/>
            <a:ext cx="9041130" cy="5143500"/>
          </a:xfrm>
        </p:spPr>
        <p:txBody>
          <a:bodyPr/>
          <a:lstStyle>
            <a:lvl1pPr marL="0" indent="0">
              <a:buNone/>
              <a:defRPr/>
            </a:lvl1pPr>
          </a:lstStyle>
          <a:p>
            <a:r>
              <a:rPr lang="en-US"/>
              <a:t>Click icon to add picture</a:t>
            </a:r>
          </a:p>
        </p:txBody>
      </p:sp>
      <p:sp>
        <p:nvSpPr>
          <p:cNvPr id="29" name="Text Placeholder 28">
            <a:extLst>
              <a:ext uri="{FF2B5EF4-FFF2-40B4-BE49-F238E27FC236}">
                <a16:creationId xmlns:a16="http://schemas.microsoft.com/office/drawing/2014/main" id="{577E90E3-1997-9D82-5E31-3DFA5EDB0F05}"/>
              </a:ext>
              <a:ext uri="{C183D7F6-B498-43B3-948B-1728B52AA6E4}">
                <adec:decorative xmlns:adec="http://schemas.microsoft.com/office/drawing/2017/decorative" val="1"/>
              </a:ext>
            </a:extLst>
          </p:cNvPr>
          <p:cNvSpPr>
            <a:spLocks noGrp="1"/>
          </p:cNvSpPr>
          <p:nvPr>
            <p:ph type="body" sz="quarter" idx="10"/>
          </p:nvPr>
        </p:nvSpPr>
        <p:spPr>
          <a:xfrm>
            <a:off x="7746023" y="364524"/>
            <a:ext cx="972441" cy="253134"/>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accent1"/>
          </a:solidFill>
        </p:spPr>
        <p:txBody>
          <a:bodyPr wrap="square">
            <a:noAutofit/>
          </a:bodyPr>
          <a:lstStyle>
            <a:lvl1pPr marL="0" indent="0">
              <a:buNone/>
              <a:defRPr sz="300">
                <a:noFill/>
              </a:defRPr>
            </a:lvl1pPr>
            <a:lvl2pPr marL="170259" indent="0">
              <a:buNone/>
              <a:defRPr sz="450"/>
            </a:lvl2pPr>
            <a:lvl3pPr marL="345281" indent="0">
              <a:buNone/>
              <a:defRPr sz="450"/>
            </a:lvl3pPr>
            <a:lvl4pPr marL="469106" indent="0">
              <a:buNone/>
              <a:defRPr sz="450"/>
            </a:lvl4pPr>
            <a:lvl5pPr marL="598885" indent="0">
              <a:buNone/>
              <a:defRPr sz="450"/>
            </a:lvl5pPr>
          </a:lstStyle>
          <a:p>
            <a:pPr lvl="0"/>
            <a:r>
              <a:rPr lang="en-US"/>
              <a:t>Click to edit Master text styles</a:t>
            </a:r>
          </a:p>
        </p:txBody>
      </p:sp>
      <p:grpSp>
        <p:nvGrpSpPr>
          <p:cNvPr id="13" name="Group 12">
            <a:extLst>
              <a:ext uri="{FF2B5EF4-FFF2-40B4-BE49-F238E27FC236}">
                <a16:creationId xmlns:a16="http://schemas.microsoft.com/office/drawing/2014/main" id="{5B46D442-FEE4-5315-D46B-E7D0E1E26897}"/>
              </a:ext>
              <a:ext uri="{C183D7F6-B498-43B3-948B-1728B52AA6E4}">
                <adec:decorative xmlns:adec="http://schemas.microsoft.com/office/drawing/2017/decorative" val="1"/>
              </a:ext>
            </a:extLst>
          </p:cNvPr>
          <p:cNvGrpSpPr/>
          <p:nvPr userDrawn="1"/>
        </p:nvGrpSpPr>
        <p:grpSpPr>
          <a:xfrm rot="16200000" flipV="1">
            <a:off x="-2520315" y="2520315"/>
            <a:ext cx="5143500" cy="102870"/>
            <a:chOff x="0" y="6720840"/>
            <a:chExt cx="12192000" cy="137160"/>
          </a:xfrm>
        </p:grpSpPr>
        <p:sp>
          <p:nvSpPr>
            <p:cNvPr id="14" name="Rectangle 13">
              <a:extLst>
                <a:ext uri="{FF2B5EF4-FFF2-40B4-BE49-F238E27FC236}">
                  <a16:creationId xmlns:a16="http://schemas.microsoft.com/office/drawing/2014/main" id="{FA328DCD-641F-0DB1-4BF7-4CA3DE5CCADE}"/>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5" name="Rectangle 14">
              <a:extLst>
                <a:ext uri="{FF2B5EF4-FFF2-40B4-BE49-F238E27FC236}">
                  <a16:creationId xmlns:a16="http://schemas.microsoft.com/office/drawing/2014/main" id="{8538FCF0-958C-AA62-4179-4628EC0C20EA}"/>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6" name="Rectangle 15">
              <a:extLst>
                <a:ext uri="{FF2B5EF4-FFF2-40B4-BE49-F238E27FC236}">
                  <a16:creationId xmlns:a16="http://schemas.microsoft.com/office/drawing/2014/main" id="{3A66CFB0-A388-4BCA-13F2-15D91640A140}"/>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7" name="Rectangle 16">
              <a:extLst>
                <a:ext uri="{FF2B5EF4-FFF2-40B4-BE49-F238E27FC236}">
                  <a16:creationId xmlns:a16="http://schemas.microsoft.com/office/drawing/2014/main" id="{94BB5DDA-EC53-807C-3F18-F82A5B779BE3}"/>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8" name="Rectangle 17">
              <a:extLst>
                <a:ext uri="{FF2B5EF4-FFF2-40B4-BE49-F238E27FC236}">
                  <a16:creationId xmlns:a16="http://schemas.microsoft.com/office/drawing/2014/main" id="{54AE19E5-44AC-9FDE-1E06-2C169D18D2F1}"/>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grpSp>
      <p:sp>
        <p:nvSpPr>
          <p:cNvPr id="4" name="Rectangle 3">
            <a:extLst>
              <a:ext uri="{FF2B5EF4-FFF2-40B4-BE49-F238E27FC236}">
                <a16:creationId xmlns:a16="http://schemas.microsoft.com/office/drawing/2014/main" id="{775C3BF7-4D71-258C-E50C-26FE62CBF4F2}"/>
              </a:ext>
              <a:ext uri="{C183D7F6-B498-43B3-948B-1728B52AA6E4}">
                <adec:decorative xmlns:adec="http://schemas.microsoft.com/office/drawing/2017/decorative" val="1"/>
              </a:ext>
            </a:extLst>
          </p:cNvPr>
          <p:cNvSpPr/>
          <p:nvPr userDrawn="1"/>
        </p:nvSpPr>
        <p:spPr>
          <a:xfrm>
            <a:off x="9332989" y="0"/>
            <a:ext cx="2308073" cy="51434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8580" rtlCol="0" anchor="t"/>
          <a:lstStyle/>
          <a:p>
            <a:pPr>
              <a:spcBef>
                <a:spcPts val="900"/>
              </a:spcBef>
            </a:pPr>
            <a:r>
              <a:rPr lang="en-US" sz="750" b="1" cap="all">
                <a:solidFill>
                  <a:schemeClr val="bg1"/>
                </a:solidFill>
              </a:rPr>
              <a:t>IMAGE Layout INSTRUCTIONS</a:t>
            </a:r>
          </a:p>
          <a:p>
            <a:pPr marL="130969" indent="-130969">
              <a:spcBef>
                <a:spcPts val="900"/>
              </a:spcBef>
              <a:buFont typeface="Avenir Next LT Pro" panose="020B0504020202020204" pitchFamily="34" charset="0"/>
              <a:buChar char="•"/>
            </a:pPr>
            <a:r>
              <a:rPr lang="en-US" sz="750">
                <a:solidFill>
                  <a:schemeClr val="bg1"/>
                </a:solidFill>
              </a:rPr>
              <a:t>This layout is built in layers, with placeholders that should float over the image. </a:t>
            </a:r>
          </a:p>
          <a:p>
            <a:pPr marL="130969" indent="-130969">
              <a:spcBef>
                <a:spcPts val="900"/>
              </a:spcBef>
              <a:buFont typeface="Avenir Next LT Pro" panose="020B0504020202020204" pitchFamily="34" charset="0"/>
              <a:buChar char="•"/>
            </a:pPr>
            <a:r>
              <a:rPr lang="en-US" sz="750">
                <a:solidFill>
                  <a:schemeClr val="bg1"/>
                </a:solidFill>
              </a:rPr>
              <a:t>In order to add an image, click on the </a:t>
            </a:r>
            <a:br>
              <a:rPr lang="en-US" sz="750">
                <a:solidFill>
                  <a:schemeClr val="bg1"/>
                </a:solidFill>
              </a:rPr>
            </a:br>
            <a:r>
              <a:rPr lang="en-US" sz="750">
                <a:solidFill>
                  <a:schemeClr val="bg1"/>
                </a:solidFill>
              </a:rPr>
              <a:t>text box placeholder with the dotted line. </a:t>
            </a:r>
            <a:br>
              <a:rPr lang="en-US" sz="750">
                <a:solidFill>
                  <a:schemeClr val="bg1"/>
                </a:solidFill>
              </a:rPr>
            </a:br>
            <a:r>
              <a:rPr lang="en-US" sz="750">
                <a:solidFill>
                  <a:schemeClr val="bg1"/>
                </a:solidFill>
              </a:rPr>
              <a:t>Use Arrange &gt; Send to back.</a:t>
            </a:r>
          </a:p>
          <a:p>
            <a:pPr marL="130969" indent="-130969">
              <a:spcBef>
                <a:spcPts val="900"/>
              </a:spcBef>
              <a:buFont typeface="Avenir Next LT Pro" panose="020B0504020202020204" pitchFamily="34" charset="0"/>
              <a:buChar char="•"/>
            </a:pPr>
            <a:r>
              <a:rPr lang="en-US" sz="750">
                <a:solidFill>
                  <a:schemeClr val="bg1"/>
                </a:solidFill>
              </a:rPr>
              <a:t>Now the image icon will be clickable. </a:t>
            </a:r>
            <a:br>
              <a:rPr lang="en-US" sz="750">
                <a:solidFill>
                  <a:schemeClr val="bg1"/>
                </a:solidFill>
              </a:rPr>
            </a:br>
            <a:r>
              <a:rPr lang="en-US" sz="750">
                <a:solidFill>
                  <a:schemeClr val="bg1"/>
                </a:solidFill>
              </a:rPr>
              <a:t>Find and insert your image. </a:t>
            </a:r>
          </a:p>
          <a:p>
            <a:pPr marL="130969" indent="-130969">
              <a:spcBef>
                <a:spcPts val="900"/>
              </a:spcBef>
              <a:buFont typeface="Avenir Next LT Pro" panose="020B0504020202020204" pitchFamily="34" charset="0"/>
              <a:buChar char="•"/>
            </a:pPr>
            <a:r>
              <a:rPr lang="en-US" sz="750">
                <a:solidFill>
                  <a:schemeClr val="bg1"/>
                </a:solidFill>
              </a:rPr>
              <a:t>To correct the order, use the Reset button. </a:t>
            </a:r>
            <a:br>
              <a:rPr lang="en-US" sz="750">
                <a:solidFill>
                  <a:schemeClr val="bg1"/>
                </a:solidFill>
              </a:rPr>
            </a:br>
            <a:r>
              <a:rPr lang="en-US" sz="750">
                <a:solidFill>
                  <a:schemeClr val="bg1"/>
                </a:solidFill>
              </a:rPr>
              <a:t>If the Reset button upsets any cropping, </a:t>
            </a:r>
            <a:br>
              <a:rPr lang="en-US" sz="750">
                <a:solidFill>
                  <a:schemeClr val="bg1"/>
                </a:solidFill>
              </a:rPr>
            </a:br>
            <a:r>
              <a:rPr lang="en-US" sz="750">
                <a:solidFill>
                  <a:schemeClr val="bg1"/>
                </a:solidFill>
              </a:rPr>
              <a:t>use Arrange &gt; Send to back when selected </a:t>
            </a:r>
            <a:br>
              <a:rPr lang="en-US" sz="750">
                <a:solidFill>
                  <a:schemeClr val="bg1"/>
                </a:solidFill>
              </a:rPr>
            </a:br>
            <a:r>
              <a:rPr lang="en-US" sz="750">
                <a:solidFill>
                  <a:schemeClr val="bg1"/>
                </a:solidFill>
              </a:rPr>
              <a:t>on the image. </a:t>
            </a:r>
          </a:p>
          <a:p>
            <a:pPr marL="130969" indent="-130969">
              <a:spcBef>
                <a:spcPts val="900"/>
              </a:spcBef>
              <a:buFont typeface="Avenir Next LT Pro" panose="020B0504020202020204" pitchFamily="34" charset="0"/>
              <a:buChar char="•"/>
            </a:pPr>
            <a:r>
              <a:rPr lang="en-US" sz="750">
                <a:solidFill>
                  <a:schemeClr val="bg1"/>
                </a:solidFill>
              </a:rPr>
              <a:t>The Slalom logo should be easy to read over your image. If it is hard to see, select the logo and change the color fill.</a:t>
            </a:r>
          </a:p>
          <a:p>
            <a:pPr marL="130969" indent="-130969">
              <a:spcBef>
                <a:spcPts val="900"/>
              </a:spcBef>
              <a:buFont typeface="Avenir Next LT Pro" panose="020B0504020202020204" pitchFamily="34" charset="0"/>
              <a:buChar char="•"/>
            </a:pPr>
            <a:r>
              <a:rPr lang="en-US" sz="750">
                <a:solidFill>
                  <a:schemeClr val="bg1"/>
                </a:solidFill>
              </a:rPr>
              <a:t>The logo should always be either </a:t>
            </a:r>
            <a:br>
              <a:rPr lang="en-US" sz="750">
                <a:solidFill>
                  <a:schemeClr val="bg1"/>
                </a:solidFill>
              </a:rPr>
            </a:br>
            <a:r>
              <a:rPr lang="en-US" sz="750">
                <a:solidFill>
                  <a:schemeClr val="bg1"/>
                </a:solidFill>
              </a:rPr>
              <a:t>Dark Gray, Text 1, White, Background 1 </a:t>
            </a:r>
            <a:br>
              <a:rPr lang="en-US" sz="750">
                <a:solidFill>
                  <a:schemeClr val="bg1"/>
                </a:solidFill>
              </a:rPr>
            </a:br>
            <a:r>
              <a:rPr lang="en-US" sz="750">
                <a:solidFill>
                  <a:schemeClr val="bg1"/>
                </a:solidFill>
              </a:rPr>
              <a:t>or Blue, Accent 1.</a:t>
            </a:r>
          </a:p>
        </p:txBody>
      </p:sp>
      <p:sp>
        <p:nvSpPr>
          <p:cNvPr id="3" name="Text Placeholder 2">
            <a:extLst>
              <a:ext uri="{FF2B5EF4-FFF2-40B4-BE49-F238E27FC236}">
                <a16:creationId xmlns:a16="http://schemas.microsoft.com/office/drawing/2014/main" id="{69442782-C12F-41FC-B1C9-9F1C9D18331E}"/>
              </a:ext>
            </a:extLst>
          </p:cNvPr>
          <p:cNvSpPr>
            <a:spLocks noGrp="1"/>
          </p:cNvSpPr>
          <p:nvPr>
            <p:ph type="body" idx="1" hasCustomPrompt="1"/>
          </p:nvPr>
        </p:nvSpPr>
        <p:spPr>
          <a:xfrm>
            <a:off x="428625" y="1336138"/>
            <a:ext cx="1238250" cy="721262"/>
          </a:xfrm>
        </p:spPr>
        <p:txBody>
          <a:bodyPr/>
          <a:lstStyle>
            <a:lvl1pPr marL="0" indent="0" algn="r">
              <a:lnSpc>
                <a:spcPct val="80000"/>
              </a:lnSpc>
              <a:spcBef>
                <a:spcPts val="0"/>
              </a:spcBef>
              <a:buNone/>
              <a:defRPr sz="4050" b="1">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a:t>
            </a:r>
          </a:p>
        </p:txBody>
      </p:sp>
      <p:sp>
        <p:nvSpPr>
          <p:cNvPr id="2" name="Title 1">
            <a:extLst>
              <a:ext uri="{FF2B5EF4-FFF2-40B4-BE49-F238E27FC236}">
                <a16:creationId xmlns:a16="http://schemas.microsoft.com/office/drawing/2014/main" id="{903FD352-4A3C-497F-9D08-51185188FA7A}"/>
              </a:ext>
            </a:extLst>
          </p:cNvPr>
          <p:cNvSpPr>
            <a:spLocks noGrp="1"/>
          </p:cNvSpPr>
          <p:nvPr>
            <p:ph type="title"/>
          </p:nvPr>
        </p:nvSpPr>
        <p:spPr>
          <a:xfrm>
            <a:off x="1838325" y="1336138"/>
            <a:ext cx="5467350" cy="2492912"/>
          </a:xfrm>
        </p:spPr>
        <p:txBody>
          <a:bodyPr anchor="t"/>
          <a:lstStyle>
            <a:lvl1pPr>
              <a:lnSpc>
                <a:spcPct val="80000"/>
              </a:lnSpc>
              <a:defRPr sz="4050"/>
            </a:lvl1pPr>
          </a:lstStyle>
          <a:p>
            <a:r>
              <a:rPr lang="en-US"/>
              <a:t>Click to edit Master title style</a:t>
            </a:r>
          </a:p>
        </p:txBody>
      </p:sp>
    </p:spTree>
    <p:extLst>
      <p:ext uri="{BB962C8B-B14F-4D97-AF65-F5344CB8AC3E}">
        <p14:creationId xmlns:p14="http://schemas.microsoft.com/office/powerpoint/2010/main" val="149269613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Section Divider 4">
    <p:bg>
      <p:bgPr>
        <a:solidFill>
          <a:schemeClr val="accent1"/>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8B4D215-4806-93B4-4DFF-1266156D61D5}"/>
              </a:ext>
              <a:ext uri="{C183D7F6-B498-43B3-948B-1728B52AA6E4}">
                <adec:decorative xmlns:adec="http://schemas.microsoft.com/office/drawing/2017/decorative" val="0"/>
              </a:ext>
            </a:extLst>
          </p:cNvPr>
          <p:cNvSpPr>
            <a:spLocks noGrp="1"/>
          </p:cNvSpPr>
          <p:nvPr>
            <p:ph type="pic" sz="quarter" idx="13"/>
          </p:nvPr>
        </p:nvSpPr>
        <p:spPr>
          <a:xfrm>
            <a:off x="102870" y="1"/>
            <a:ext cx="9041130" cy="5143500"/>
          </a:xfrm>
          <a:custGeom>
            <a:avLst/>
            <a:gdLst>
              <a:gd name="connsiteX0" fmla="*/ 0 w 12054840"/>
              <a:gd name="connsiteY0" fmla="*/ 0 h 6858000"/>
              <a:gd name="connsiteX1" fmla="*/ 12054840 w 12054840"/>
              <a:gd name="connsiteY1" fmla="*/ 0 h 6858000"/>
              <a:gd name="connsiteX2" fmla="*/ 12054840 w 12054840"/>
              <a:gd name="connsiteY2" fmla="*/ 6858000 h 6858000"/>
              <a:gd name="connsiteX3" fmla="*/ 4904739 w 12054840"/>
              <a:gd name="connsiteY3" fmla="*/ 6858000 h 6858000"/>
              <a:gd name="connsiteX4" fmla="*/ 4904739 w 12054840"/>
              <a:gd name="connsiteY4" fmla="*/ 3393568 h 6858000"/>
              <a:gd name="connsiteX5" fmla="*/ 4253165 w 12054840"/>
              <a:gd name="connsiteY5" fmla="*/ 2741994 h 6858000"/>
              <a:gd name="connsiteX6" fmla="*/ 0 w 12054840"/>
              <a:gd name="connsiteY6" fmla="*/ 2741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54840" h="6858000">
                <a:moveTo>
                  <a:pt x="0" y="0"/>
                </a:moveTo>
                <a:lnTo>
                  <a:pt x="12054840" y="0"/>
                </a:lnTo>
                <a:lnTo>
                  <a:pt x="12054840" y="6858000"/>
                </a:lnTo>
                <a:lnTo>
                  <a:pt x="4904739" y="6858000"/>
                </a:lnTo>
                <a:lnTo>
                  <a:pt x="4904739" y="3393568"/>
                </a:lnTo>
                <a:cubicBezTo>
                  <a:pt x="4904739" y="3033714"/>
                  <a:pt x="4613019" y="2741994"/>
                  <a:pt x="4253165" y="2741994"/>
                </a:cubicBezTo>
                <a:lnTo>
                  <a:pt x="0" y="2741994"/>
                </a:lnTo>
                <a:close/>
              </a:path>
            </a:pathLst>
          </a:custGeom>
        </p:spPr>
        <p:txBody>
          <a:bodyPr wrap="square">
            <a:noAutofit/>
          </a:bodyPr>
          <a:lstStyle>
            <a:lvl1pPr marL="0" indent="0">
              <a:buNone/>
              <a:defRPr/>
            </a:lvl1pPr>
          </a:lstStyle>
          <a:p>
            <a:r>
              <a:rPr lang="en-US"/>
              <a:t>Click icon to add picture</a:t>
            </a:r>
          </a:p>
        </p:txBody>
      </p:sp>
      <p:sp>
        <p:nvSpPr>
          <p:cNvPr id="32" name="Text Placeholder 31">
            <a:extLst>
              <a:ext uri="{FF2B5EF4-FFF2-40B4-BE49-F238E27FC236}">
                <a16:creationId xmlns:a16="http://schemas.microsoft.com/office/drawing/2014/main" id="{1293365B-26EE-3B4E-F2B1-83D52CFC6686}"/>
              </a:ext>
              <a:ext uri="{C183D7F6-B498-43B3-948B-1728B52AA6E4}">
                <adec:decorative xmlns:adec="http://schemas.microsoft.com/office/drawing/2017/decorative" val="1"/>
              </a:ext>
            </a:extLst>
          </p:cNvPr>
          <p:cNvSpPr>
            <a:spLocks noGrp="1"/>
          </p:cNvSpPr>
          <p:nvPr>
            <p:ph type="body" sz="quarter" idx="10"/>
          </p:nvPr>
        </p:nvSpPr>
        <p:spPr>
          <a:xfrm>
            <a:off x="7746023" y="364524"/>
            <a:ext cx="972441" cy="253134"/>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bg1"/>
          </a:solidFill>
        </p:spPr>
        <p:txBody>
          <a:bodyPr wrap="square">
            <a:noAutofit/>
          </a:bodyPr>
          <a:lstStyle>
            <a:lvl1pPr marL="0" indent="0">
              <a:buNone/>
              <a:defRPr sz="300">
                <a:noFill/>
              </a:defRPr>
            </a:lvl1pPr>
            <a:lvl2pPr marL="170259" indent="0">
              <a:buNone/>
              <a:defRPr sz="450"/>
            </a:lvl2pPr>
            <a:lvl3pPr marL="345281" indent="0">
              <a:buNone/>
              <a:defRPr sz="450"/>
            </a:lvl3pPr>
            <a:lvl4pPr marL="469106" indent="0">
              <a:buNone/>
              <a:defRPr sz="450"/>
            </a:lvl4pPr>
            <a:lvl5pPr marL="598885" indent="0">
              <a:buNone/>
              <a:defRPr sz="450"/>
            </a:lvl5pPr>
          </a:lstStyle>
          <a:p>
            <a:pPr lvl="0"/>
            <a:r>
              <a:rPr lang="en-US"/>
              <a:t>Click to edit Master text styles</a:t>
            </a:r>
          </a:p>
        </p:txBody>
      </p:sp>
      <p:grpSp>
        <p:nvGrpSpPr>
          <p:cNvPr id="9" name="Group 8">
            <a:extLst>
              <a:ext uri="{FF2B5EF4-FFF2-40B4-BE49-F238E27FC236}">
                <a16:creationId xmlns:a16="http://schemas.microsoft.com/office/drawing/2014/main" id="{06CE415F-3D6F-824E-51E9-FE1F732CF8BE}"/>
              </a:ext>
              <a:ext uri="{C183D7F6-B498-43B3-948B-1728B52AA6E4}">
                <adec:decorative xmlns:adec="http://schemas.microsoft.com/office/drawing/2017/decorative" val="1"/>
              </a:ext>
            </a:extLst>
          </p:cNvPr>
          <p:cNvGrpSpPr/>
          <p:nvPr userDrawn="1"/>
        </p:nvGrpSpPr>
        <p:grpSpPr>
          <a:xfrm rot="16200000" flipV="1">
            <a:off x="-2520315" y="2520315"/>
            <a:ext cx="5143500" cy="102870"/>
            <a:chOff x="0" y="6720840"/>
            <a:chExt cx="12192000" cy="137160"/>
          </a:xfrm>
        </p:grpSpPr>
        <p:sp>
          <p:nvSpPr>
            <p:cNvPr id="10" name="Rectangle 9">
              <a:extLst>
                <a:ext uri="{FF2B5EF4-FFF2-40B4-BE49-F238E27FC236}">
                  <a16:creationId xmlns:a16="http://schemas.microsoft.com/office/drawing/2014/main" id="{1F867A1C-4573-24E2-A635-47EB736F9A65}"/>
                </a:ext>
              </a:extLst>
            </p:cNvPr>
            <p:cNvSpPr/>
            <p:nvPr/>
          </p:nvSpPr>
          <p:spPr>
            <a:xfrm>
              <a:off x="0" y="6720840"/>
              <a:ext cx="2442685"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1" name="Rectangle 10">
              <a:extLst>
                <a:ext uri="{FF2B5EF4-FFF2-40B4-BE49-F238E27FC236}">
                  <a16:creationId xmlns:a16="http://schemas.microsoft.com/office/drawing/2014/main" id="{219CB25B-046C-7BE4-92BB-777B0CE1ADE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2" name="Rectangle 11">
              <a:extLst>
                <a:ext uri="{FF2B5EF4-FFF2-40B4-BE49-F238E27FC236}">
                  <a16:creationId xmlns:a16="http://schemas.microsoft.com/office/drawing/2014/main" id="{C0B4F13E-E536-EA88-DDA6-4DFB984A29A1}"/>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3" name="Rectangle 12">
              <a:extLst>
                <a:ext uri="{FF2B5EF4-FFF2-40B4-BE49-F238E27FC236}">
                  <a16:creationId xmlns:a16="http://schemas.microsoft.com/office/drawing/2014/main" id="{2A129185-2A37-0B80-7867-8E6D5E36378B}"/>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4" name="Rectangle 13">
              <a:extLst>
                <a:ext uri="{FF2B5EF4-FFF2-40B4-BE49-F238E27FC236}">
                  <a16:creationId xmlns:a16="http://schemas.microsoft.com/office/drawing/2014/main" id="{C651329C-23BC-6C2C-8B66-8D305246585F}"/>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grpSp>
      <p:sp>
        <p:nvSpPr>
          <p:cNvPr id="20" name="Text Placeholder 18">
            <a:extLst>
              <a:ext uri="{FF2B5EF4-FFF2-40B4-BE49-F238E27FC236}">
                <a16:creationId xmlns:a16="http://schemas.microsoft.com/office/drawing/2014/main" id="{4E77FE82-F7EA-E6B3-C2C8-2FD2E1C23C45}"/>
              </a:ext>
            </a:extLst>
          </p:cNvPr>
          <p:cNvSpPr>
            <a:spLocks noGrp="1"/>
          </p:cNvSpPr>
          <p:nvPr>
            <p:ph type="body" sz="quarter" idx="15" hasCustomPrompt="1"/>
          </p:nvPr>
        </p:nvSpPr>
        <p:spPr>
          <a:xfrm>
            <a:off x="422563" y="2451327"/>
            <a:ext cx="2825462" cy="491898"/>
          </a:xfrm>
        </p:spPr>
        <p:txBody>
          <a:bodyPr anchor="b"/>
          <a:lstStyle>
            <a:lvl1pPr marL="0" indent="0">
              <a:lnSpc>
                <a:spcPct val="90000"/>
              </a:lnSpc>
              <a:buNone/>
              <a:defRPr sz="3300" b="1">
                <a:solidFill>
                  <a:schemeClr val="accent2"/>
                </a:solidFill>
              </a:defRPr>
            </a:lvl1pPr>
            <a:lvl2pPr marL="170259" indent="0">
              <a:lnSpc>
                <a:spcPct val="90000"/>
              </a:lnSpc>
              <a:buNone/>
              <a:defRPr sz="3300" b="1"/>
            </a:lvl2pPr>
          </a:lstStyle>
          <a:p>
            <a:pPr lvl="0"/>
            <a:r>
              <a:rPr lang="en-US"/>
              <a:t>##</a:t>
            </a:r>
          </a:p>
        </p:txBody>
      </p:sp>
      <p:sp>
        <p:nvSpPr>
          <p:cNvPr id="19" name="Text Placeholder 18">
            <a:extLst>
              <a:ext uri="{FF2B5EF4-FFF2-40B4-BE49-F238E27FC236}">
                <a16:creationId xmlns:a16="http://schemas.microsoft.com/office/drawing/2014/main" id="{A705CD95-1A5D-44DF-B377-E197B7DC9F4B}"/>
              </a:ext>
            </a:extLst>
          </p:cNvPr>
          <p:cNvSpPr>
            <a:spLocks noGrp="1"/>
          </p:cNvSpPr>
          <p:nvPr>
            <p:ph type="body" sz="quarter" idx="14"/>
          </p:nvPr>
        </p:nvSpPr>
        <p:spPr>
          <a:xfrm>
            <a:off x="422563" y="3086100"/>
            <a:ext cx="2825462" cy="1628777"/>
          </a:xfrm>
        </p:spPr>
        <p:txBody>
          <a:bodyPr/>
          <a:lstStyle>
            <a:lvl1pPr marL="0" indent="0">
              <a:lnSpc>
                <a:spcPct val="90000"/>
              </a:lnSpc>
              <a:buNone/>
              <a:defRPr sz="3300" b="1">
                <a:solidFill>
                  <a:schemeClr val="bg1"/>
                </a:solidFill>
              </a:defRPr>
            </a:lvl1pPr>
            <a:lvl2pPr marL="170259" indent="0">
              <a:lnSpc>
                <a:spcPct val="90000"/>
              </a:lnSpc>
              <a:buNone/>
              <a:defRPr sz="3300" b="1">
                <a:solidFill>
                  <a:schemeClr val="bg1"/>
                </a:solidFill>
              </a:defRPr>
            </a:lvl2pPr>
          </a:lstStyle>
          <a:p>
            <a:pPr lvl="0"/>
            <a:r>
              <a:rPr lang="en-US"/>
              <a:t>Click to edit Master text styles</a:t>
            </a:r>
          </a:p>
          <a:p>
            <a:pPr lvl="1"/>
            <a:r>
              <a:rPr lang="en-US"/>
              <a:t>Second level</a:t>
            </a:r>
          </a:p>
        </p:txBody>
      </p:sp>
      <p:sp>
        <p:nvSpPr>
          <p:cNvPr id="3" name="Rectangle 2">
            <a:extLst>
              <a:ext uri="{FF2B5EF4-FFF2-40B4-BE49-F238E27FC236}">
                <a16:creationId xmlns:a16="http://schemas.microsoft.com/office/drawing/2014/main" id="{FF1F3A0A-741D-4634-B260-DC2AC3B3B4A5}"/>
              </a:ext>
              <a:ext uri="{C183D7F6-B498-43B3-948B-1728B52AA6E4}">
                <adec:decorative xmlns:adec="http://schemas.microsoft.com/office/drawing/2017/decorative" val="1"/>
              </a:ext>
            </a:extLst>
          </p:cNvPr>
          <p:cNvSpPr/>
          <p:nvPr userDrawn="1"/>
        </p:nvSpPr>
        <p:spPr>
          <a:xfrm>
            <a:off x="9332989" y="0"/>
            <a:ext cx="2308073" cy="51434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8580" rtlCol="0" anchor="t"/>
          <a:lstStyle/>
          <a:p>
            <a:pPr>
              <a:spcBef>
                <a:spcPts val="900"/>
              </a:spcBef>
            </a:pPr>
            <a:r>
              <a:rPr lang="en-US" sz="750" b="1" cap="all">
                <a:solidFill>
                  <a:schemeClr val="bg1"/>
                </a:solidFill>
              </a:rPr>
              <a:t>IMAGE Layout INSTRUCTIONS</a:t>
            </a:r>
          </a:p>
          <a:p>
            <a:pPr marL="130969" indent="-130969">
              <a:spcBef>
                <a:spcPts val="900"/>
              </a:spcBef>
              <a:buFont typeface="Avenir Next LT Pro" panose="020B0504020202020204" pitchFamily="34" charset="0"/>
              <a:buChar char="•"/>
            </a:pPr>
            <a:r>
              <a:rPr lang="en-US" sz="750">
                <a:solidFill>
                  <a:schemeClr val="bg1"/>
                </a:solidFill>
              </a:rPr>
              <a:t>Click the image icon. </a:t>
            </a:r>
            <a:br>
              <a:rPr lang="en-US" sz="750">
                <a:solidFill>
                  <a:schemeClr val="bg1"/>
                </a:solidFill>
              </a:rPr>
            </a:br>
            <a:r>
              <a:rPr lang="en-US" sz="750">
                <a:solidFill>
                  <a:schemeClr val="bg1"/>
                </a:solidFill>
              </a:rPr>
              <a:t>Find and insert your image. </a:t>
            </a:r>
          </a:p>
          <a:p>
            <a:pPr marL="130969" indent="-130969">
              <a:spcBef>
                <a:spcPts val="900"/>
              </a:spcBef>
              <a:buFont typeface="Avenir Next LT Pro" panose="020B0504020202020204" pitchFamily="34" charset="0"/>
              <a:buChar char="•"/>
            </a:pPr>
            <a:r>
              <a:rPr lang="en-US" sz="750">
                <a:solidFill>
                  <a:schemeClr val="bg1"/>
                </a:solidFill>
              </a:rPr>
              <a:t>The Slalom logo should be easy to read over your image. If it is hard to see, select the logo and change the color fill.</a:t>
            </a:r>
          </a:p>
          <a:p>
            <a:pPr marL="130969" indent="-130969">
              <a:spcBef>
                <a:spcPts val="900"/>
              </a:spcBef>
              <a:buFont typeface="Avenir Next LT Pro" panose="020B0504020202020204" pitchFamily="34" charset="0"/>
              <a:buChar char="•"/>
            </a:pPr>
            <a:r>
              <a:rPr lang="en-US" sz="750">
                <a:solidFill>
                  <a:schemeClr val="bg1"/>
                </a:solidFill>
              </a:rPr>
              <a:t>The logo should always be either </a:t>
            </a:r>
            <a:br>
              <a:rPr lang="en-US" sz="750">
                <a:solidFill>
                  <a:schemeClr val="bg1"/>
                </a:solidFill>
              </a:rPr>
            </a:br>
            <a:r>
              <a:rPr lang="en-US" sz="750">
                <a:solidFill>
                  <a:schemeClr val="bg1"/>
                </a:solidFill>
              </a:rPr>
              <a:t>Dark Gray, Text 1, White, Background 1 </a:t>
            </a:r>
            <a:br>
              <a:rPr lang="en-US" sz="750">
                <a:solidFill>
                  <a:schemeClr val="bg1"/>
                </a:solidFill>
              </a:rPr>
            </a:br>
            <a:r>
              <a:rPr lang="en-US" sz="750">
                <a:solidFill>
                  <a:schemeClr val="bg1"/>
                </a:solidFill>
              </a:rPr>
              <a:t>or Blue, Accent 1.</a:t>
            </a:r>
          </a:p>
        </p:txBody>
      </p:sp>
    </p:spTree>
    <p:extLst>
      <p:ext uri="{BB962C8B-B14F-4D97-AF65-F5344CB8AC3E}">
        <p14:creationId xmlns:p14="http://schemas.microsoft.com/office/powerpoint/2010/main" val="423757796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Section Divider 5">
    <p:bg>
      <p:bgPr>
        <a:solidFill>
          <a:schemeClr val="accent3"/>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8B4D215-4806-93B4-4DFF-1266156D61D5}"/>
              </a:ext>
              <a:ext uri="{C183D7F6-B498-43B3-948B-1728B52AA6E4}">
                <adec:decorative xmlns:adec="http://schemas.microsoft.com/office/drawing/2017/decorative" val="0"/>
              </a:ext>
            </a:extLst>
          </p:cNvPr>
          <p:cNvSpPr>
            <a:spLocks noGrp="1"/>
          </p:cNvSpPr>
          <p:nvPr>
            <p:ph type="pic" sz="quarter" idx="13"/>
          </p:nvPr>
        </p:nvSpPr>
        <p:spPr>
          <a:xfrm>
            <a:off x="102870" y="1"/>
            <a:ext cx="9041130" cy="5143500"/>
          </a:xfrm>
          <a:custGeom>
            <a:avLst/>
            <a:gdLst>
              <a:gd name="connsiteX0" fmla="*/ 0 w 12054840"/>
              <a:gd name="connsiteY0" fmla="*/ 0 h 6858000"/>
              <a:gd name="connsiteX1" fmla="*/ 12054840 w 12054840"/>
              <a:gd name="connsiteY1" fmla="*/ 0 h 6858000"/>
              <a:gd name="connsiteX2" fmla="*/ 12054840 w 12054840"/>
              <a:gd name="connsiteY2" fmla="*/ 6858000 h 6858000"/>
              <a:gd name="connsiteX3" fmla="*/ 4904739 w 12054840"/>
              <a:gd name="connsiteY3" fmla="*/ 6858000 h 6858000"/>
              <a:gd name="connsiteX4" fmla="*/ 4904739 w 12054840"/>
              <a:gd name="connsiteY4" fmla="*/ 3393568 h 6858000"/>
              <a:gd name="connsiteX5" fmla="*/ 4253165 w 12054840"/>
              <a:gd name="connsiteY5" fmla="*/ 2741994 h 6858000"/>
              <a:gd name="connsiteX6" fmla="*/ 0 w 12054840"/>
              <a:gd name="connsiteY6" fmla="*/ 2741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54840" h="6858000">
                <a:moveTo>
                  <a:pt x="0" y="0"/>
                </a:moveTo>
                <a:lnTo>
                  <a:pt x="12054840" y="0"/>
                </a:lnTo>
                <a:lnTo>
                  <a:pt x="12054840" y="6858000"/>
                </a:lnTo>
                <a:lnTo>
                  <a:pt x="4904739" y="6858000"/>
                </a:lnTo>
                <a:lnTo>
                  <a:pt x="4904739" y="3393568"/>
                </a:lnTo>
                <a:cubicBezTo>
                  <a:pt x="4904739" y="3033714"/>
                  <a:pt x="4613019" y="2741994"/>
                  <a:pt x="4253165" y="2741994"/>
                </a:cubicBezTo>
                <a:lnTo>
                  <a:pt x="0" y="2741994"/>
                </a:lnTo>
                <a:close/>
              </a:path>
            </a:pathLst>
          </a:custGeom>
        </p:spPr>
        <p:txBody>
          <a:bodyPr wrap="square">
            <a:noAutofit/>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06CE415F-3D6F-824E-51E9-FE1F732CF8BE}"/>
              </a:ext>
              <a:ext uri="{C183D7F6-B498-43B3-948B-1728B52AA6E4}">
                <adec:decorative xmlns:adec="http://schemas.microsoft.com/office/drawing/2017/decorative" val="1"/>
              </a:ext>
            </a:extLst>
          </p:cNvPr>
          <p:cNvGrpSpPr/>
          <p:nvPr userDrawn="1"/>
        </p:nvGrpSpPr>
        <p:grpSpPr>
          <a:xfrm rot="16200000" flipV="1">
            <a:off x="-2520315" y="2520315"/>
            <a:ext cx="5143500" cy="102870"/>
            <a:chOff x="0" y="6720840"/>
            <a:chExt cx="12192000" cy="137160"/>
          </a:xfrm>
        </p:grpSpPr>
        <p:sp>
          <p:nvSpPr>
            <p:cNvPr id="10" name="Rectangle 9">
              <a:extLst>
                <a:ext uri="{FF2B5EF4-FFF2-40B4-BE49-F238E27FC236}">
                  <a16:creationId xmlns:a16="http://schemas.microsoft.com/office/drawing/2014/main" id="{1F867A1C-4573-24E2-A635-47EB736F9A65}"/>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1" name="Rectangle 10">
              <a:extLst>
                <a:ext uri="{FF2B5EF4-FFF2-40B4-BE49-F238E27FC236}">
                  <a16:creationId xmlns:a16="http://schemas.microsoft.com/office/drawing/2014/main" id="{219CB25B-046C-7BE4-92BB-777B0CE1ADE2}"/>
                </a:ext>
              </a:extLst>
            </p:cNvPr>
            <p:cNvSpPr/>
            <p:nvPr/>
          </p:nvSpPr>
          <p:spPr>
            <a:xfrm>
              <a:off x="2437329" y="6720840"/>
              <a:ext cx="2442685" cy="137160"/>
            </a:xfrm>
            <a:prstGeom prst="rect">
              <a:avLst/>
            </a:prstGeom>
            <a:solidFill>
              <a:srgbClr val="00BA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2" name="Rectangle 11">
              <a:extLst>
                <a:ext uri="{FF2B5EF4-FFF2-40B4-BE49-F238E27FC236}">
                  <a16:creationId xmlns:a16="http://schemas.microsoft.com/office/drawing/2014/main" id="{C0B4F13E-E536-EA88-DDA6-4DFB984A29A1}"/>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3" name="Rectangle 12">
              <a:extLst>
                <a:ext uri="{FF2B5EF4-FFF2-40B4-BE49-F238E27FC236}">
                  <a16:creationId xmlns:a16="http://schemas.microsoft.com/office/drawing/2014/main" id="{2A129185-2A37-0B80-7867-8E6D5E36378B}"/>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4" name="Rectangle 13">
              <a:extLst>
                <a:ext uri="{FF2B5EF4-FFF2-40B4-BE49-F238E27FC236}">
                  <a16:creationId xmlns:a16="http://schemas.microsoft.com/office/drawing/2014/main" id="{C651329C-23BC-6C2C-8B66-8D305246585F}"/>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grpSp>
      <p:sp>
        <p:nvSpPr>
          <p:cNvPr id="32" name="Text Placeholder 31">
            <a:extLst>
              <a:ext uri="{FF2B5EF4-FFF2-40B4-BE49-F238E27FC236}">
                <a16:creationId xmlns:a16="http://schemas.microsoft.com/office/drawing/2014/main" id="{1293365B-26EE-3B4E-F2B1-83D52CFC6686}"/>
              </a:ext>
              <a:ext uri="{C183D7F6-B498-43B3-948B-1728B52AA6E4}">
                <adec:decorative xmlns:adec="http://schemas.microsoft.com/office/drawing/2017/decorative" val="1"/>
              </a:ext>
            </a:extLst>
          </p:cNvPr>
          <p:cNvSpPr>
            <a:spLocks noGrp="1"/>
          </p:cNvSpPr>
          <p:nvPr>
            <p:ph type="body" sz="quarter" idx="10"/>
          </p:nvPr>
        </p:nvSpPr>
        <p:spPr>
          <a:xfrm>
            <a:off x="7746023" y="364524"/>
            <a:ext cx="972442" cy="253134"/>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bg1"/>
          </a:solidFill>
        </p:spPr>
        <p:txBody>
          <a:bodyPr wrap="square">
            <a:noAutofit/>
          </a:bodyPr>
          <a:lstStyle>
            <a:lvl1pPr marL="0" indent="0">
              <a:buNone/>
              <a:defRPr sz="300">
                <a:noFill/>
              </a:defRPr>
            </a:lvl1pPr>
            <a:lvl2pPr marL="170259" indent="0">
              <a:buNone/>
              <a:defRPr sz="450"/>
            </a:lvl2pPr>
            <a:lvl3pPr marL="345281" indent="0">
              <a:buNone/>
              <a:defRPr sz="450"/>
            </a:lvl3pPr>
            <a:lvl4pPr marL="469106" indent="0">
              <a:buNone/>
              <a:defRPr sz="450"/>
            </a:lvl4pPr>
            <a:lvl5pPr marL="598885" indent="0">
              <a:buNone/>
              <a:defRPr sz="450"/>
            </a:lvl5pPr>
          </a:lstStyle>
          <a:p>
            <a:pPr lvl="0"/>
            <a:r>
              <a:rPr lang="en-US"/>
              <a:t>Click to edit Master text styles</a:t>
            </a:r>
          </a:p>
        </p:txBody>
      </p:sp>
      <p:sp>
        <p:nvSpPr>
          <p:cNvPr id="20" name="Text Placeholder 18">
            <a:extLst>
              <a:ext uri="{FF2B5EF4-FFF2-40B4-BE49-F238E27FC236}">
                <a16:creationId xmlns:a16="http://schemas.microsoft.com/office/drawing/2014/main" id="{4E77FE82-F7EA-E6B3-C2C8-2FD2E1C23C45}"/>
              </a:ext>
            </a:extLst>
          </p:cNvPr>
          <p:cNvSpPr>
            <a:spLocks noGrp="1"/>
          </p:cNvSpPr>
          <p:nvPr>
            <p:ph type="body" sz="quarter" idx="15" hasCustomPrompt="1"/>
          </p:nvPr>
        </p:nvSpPr>
        <p:spPr>
          <a:xfrm>
            <a:off x="422563" y="2451327"/>
            <a:ext cx="2825462" cy="491898"/>
          </a:xfrm>
        </p:spPr>
        <p:txBody>
          <a:bodyPr anchor="b"/>
          <a:lstStyle>
            <a:lvl1pPr marL="0" indent="0">
              <a:lnSpc>
                <a:spcPct val="90000"/>
              </a:lnSpc>
              <a:buNone/>
              <a:defRPr sz="3300" b="1">
                <a:solidFill>
                  <a:srgbClr val="00BAD6"/>
                </a:solidFill>
              </a:defRPr>
            </a:lvl1pPr>
            <a:lvl2pPr marL="170259" indent="0">
              <a:lnSpc>
                <a:spcPct val="90000"/>
              </a:lnSpc>
              <a:buNone/>
              <a:defRPr sz="3300" b="1"/>
            </a:lvl2pPr>
          </a:lstStyle>
          <a:p>
            <a:pPr lvl="0"/>
            <a:r>
              <a:rPr lang="en-US"/>
              <a:t>##</a:t>
            </a:r>
          </a:p>
        </p:txBody>
      </p:sp>
      <p:sp>
        <p:nvSpPr>
          <p:cNvPr id="19" name="Text Placeholder 18">
            <a:extLst>
              <a:ext uri="{FF2B5EF4-FFF2-40B4-BE49-F238E27FC236}">
                <a16:creationId xmlns:a16="http://schemas.microsoft.com/office/drawing/2014/main" id="{A705CD95-1A5D-44DF-B377-E197B7DC9F4B}"/>
              </a:ext>
            </a:extLst>
          </p:cNvPr>
          <p:cNvSpPr>
            <a:spLocks noGrp="1"/>
          </p:cNvSpPr>
          <p:nvPr>
            <p:ph type="body" sz="quarter" idx="14"/>
          </p:nvPr>
        </p:nvSpPr>
        <p:spPr>
          <a:xfrm>
            <a:off x="422563" y="3086100"/>
            <a:ext cx="2825462" cy="1628777"/>
          </a:xfrm>
        </p:spPr>
        <p:txBody>
          <a:bodyPr/>
          <a:lstStyle>
            <a:lvl1pPr marL="0" indent="0">
              <a:lnSpc>
                <a:spcPct val="90000"/>
              </a:lnSpc>
              <a:buNone/>
              <a:defRPr sz="3300" b="1">
                <a:solidFill>
                  <a:schemeClr val="tx1"/>
                </a:solidFill>
              </a:defRPr>
            </a:lvl1pPr>
            <a:lvl2pPr marL="170259" indent="0">
              <a:lnSpc>
                <a:spcPct val="90000"/>
              </a:lnSpc>
              <a:buNone/>
              <a:defRPr sz="3300" b="1">
                <a:solidFill>
                  <a:schemeClr val="bg1"/>
                </a:solidFill>
              </a:defRPr>
            </a:lvl2pPr>
          </a:lstStyle>
          <a:p>
            <a:pPr lvl="0"/>
            <a:r>
              <a:rPr lang="en-US"/>
              <a:t>Click to edit Master text styles</a:t>
            </a:r>
          </a:p>
          <a:p>
            <a:pPr lvl="1"/>
            <a:r>
              <a:rPr lang="en-US"/>
              <a:t>Second level</a:t>
            </a:r>
          </a:p>
        </p:txBody>
      </p:sp>
      <p:sp>
        <p:nvSpPr>
          <p:cNvPr id="3" name="Rectangle 2">
            <a:extLst>
              <a:ext uri="{FF2B5EF4-FFF2-40B4-BE49-F238E27FC236}">
                <a16:creationId xmlns:a16="http://schemas.microsoft.com/office/drawing/2014/main" id="{9D65C71B-4FCE-CBB0-293A-AA672621E81E}"/>
              </a:ext>
              <a:ext uri="{C183D7F6-B498-43B3-948B-1728B52AA6E4}">
                <adec:decorative xmlns:adec="http://schemas.microsoft.com/office/drawing/2017/decorative" val="1"/>
              </a:ext>
            </a:extLst>
          </p:cNvPr>
          <p:cNvSpPr/>
          <p:nvPr userDrawn="1"/>
        </p:nvSpPr>
        <p:spPr>
          <a:xfrm>
            <a:off x="9332989" y="0"/>
            <a:ext cx="2308073" cy="51434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8580" rtlCol="0" anchor="t"/>
          <a:lstStyle/>
          <a:p>
            <a:pPr>
              <a:spcBef>
                <a:spcPts val="900"/>
              </a:spcBef>
            </a:pPr>
            <a:r>
              <a:rPr lang="en-US" sz="750" b="1" cap="all">
                <a:solidFill>
                  <a:schemeClr val="bg1"/>
                </a:solidFill>
              </a:rPr>
              <a:t>IMAGE Layout INSTRUCTIONS</a:t>
            </a:r>
          </a:p>
          <a:p>
            <a:pPr marL="130969" indent="-130969">
              <a:spcBef>
                <a:spcPts val="900"/>
              </a:spcBef>
              <a:buFont typeface="Avenir Next LT Pro" panose="020B0504020202020204" pitchFamily="34" charset="0"/>
              <a:buChar char="•"/>
            </a:pPr>
            <a:r>
              <a:rPr lang="en-US" sz="750">
                <a:solidFill>
                  <a:schemeClr val="bg1"/>
                </a:solidFill>
              </a:rPr>
              <a:t>Click the image icon. </a:t>
            </a:r>
            <a:br>
              <a:rPr lang="en-US" sz="750">
                <a:solidFill>
                  <a:schemeClr val="bg1"/>
                </a:solidFill>
              </a:rPr>
            </a:br>
            <a:r>
              <a:rPr lang="en-US" sz="750">
                <a:solidFill>
                  <a:schemeClr val="bg1"/>
                </a:solidFill>
              </a:rPr>
              <a:t>Find and insert your image. </a:t>
            </a:r>
          </a:p>
          <a:p>
            <a:pPr marL="130969" indent="-130969">
              <a:spcBef>
                <a:spcPts val="900"/>
              </a:spcBef>
              <a:buFont typeface="Avenir Next LT Pro" panose="020B0504020202020204" pitchFamily="34" charset="0"/>
              <a:buChar char="•"/>
            </a:pPr>
            <a:r>
              <a:rPr lang="en-US" sz="750">
                <a:solidFill>
                  <a:schemeClr val="bg1"/>
                </a:solidFill>
              </a:rPr>
              <a:t>The Slalom logo should be easy to read over your image. If it is hard to see, select the logo and change the color fill.</a:t>
            </a:r>
          </a:p>
          <a:p>
            <a:pPr marL="130969" indent="-130969">
              <a:spcBef>
                <a:spcPts val="900"/>
              </a:spcBef>
              <a:buFont typeface="Avenir Next LT Pro" panose="020B0504020202020204" pitchFamily="34" charset="0"/>
              <a:buChar char="•"/>
            </a:pPr>
            <a:r>
              <a:rPr lang="en-US" sz="750">
                <a:solidFill>
                  <a:schemeClr val="bg1"/>
                </a:solidFill>
              </a:rPr>
              <a:t>The logo should always be either </a:t>
            </a:r>
            <a:br>
              <a:rPr lang="en-US" sz="750">
                <a:solidFill>
                  <a:schemeClr val="bg1"/>
                </a:solidFill>
              </a:rPr>
            </a:br>
            <a:r>
              <a:rPr lang="en-US" sz="750">
                <a:solidFill>
                  <a:schemeClr val="bg1"/>
                </a:solidFill>
              </a:rPr>
              <a:t>Dark Gray, Text 1, White, Background 1 </a:t>
            </a:r>
            <a:br>
              <a:rPr lang="en-US" sz="750">
                <a:solidFill>
                  <a:schemeClr val="bg1"/>
                </a:solidFill>
              </a:rPr>
            </a:br>
            <a:r>
              <a:rPr lang="en-US" sz="750">
                <a:solidFill>
                  <a:schemeClr val="bg1"/>
                </a:solidFill>
              </a:rPr>
              <a:t>or Blue, Accent 1.</a:t>
            </a:r>
          </a:p>
        </p:txBody>
      </p:sp>
    </p:spTree>
    <p:extLst>
      <p:ext uri="{BB962C8B-B14F-4D97-AF65-F5344CB8AC3E}">
        <p14:creationId xmlns:p14="http://schemas.microsoft.com/office/powerpoint/2010/main" val="52570899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Section Divider 6">
    <p:bg>
      <p:bgPr>
        <a:solidFill>
          <a:schemeClr val="accent4"/>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8B4D215-4806-93B4-4DFF-1266156D61D5}"/>
              </a:ext>
              <a:ext uri="{C183D7F6-B498-43B3-948B-1728B52AA6E4}">
                <adec:decorative xmlns:adec="http://schemas.microsoft.com/office/drawing/2017/decorative" val="0"/>
              </a:ext>
            </a:extLst>
          </p:cNvPr>
          <p:cNvSpPr>
            <a:spLocks noGrp="1"/>
          </p:cNvSpPr>
          <p:nvPr>
            <p:ph type="pic" sz="quarter" idx="13"/>
          </p:nvPr>
        </p:nvSpPr>
        <p:spPr>
          <a:xfrm>
            <a:off x="102870" y="1"/>
            <a:ext cx="9041130" cy="5143500"/>
          </a:xfrm>
          <a:custGeom>
            <a:avLst/>
            <a:gdLst>
              <a:gd name="connsiteX0" fmla="*/ 0 w 12054840"/>
              <a:gd name="connsiteY0" fmla="*/ 0 h 6858000"/>
              <a:gd name="connsiteX1" fmla="*/ 12054840 w 12054840"/>
              <a:gd name="connsiteY1" fmla="*/ 0 h 6858000"/>
              <a:gd name="connsiteX2" fmla="*/ 12054840 w 12054840"/>
              <a:gd name="connsiteY2" fmla="*/ 6858000 h 6858000"/>
              <a:gd name="connsiteX3" fmla="*/ 4904739 w 12054840"/>
              <a:gd name="connsiteY3" fmla="*/ 6858000 h 6858000"/>
              <a:gd name="connsiteX4" fmla="*/ 4904739 w 12054840"/>
              <a:gd name="connsiteY4" fmla="*/ 3393568 h 6858000"/>
              <a:gd name="connsiteX5" fmla="*/ 4253165 w 12054840"/>
              <a:gd name="connsiteY5" fmla="*/ 2741994 h 6858000"/>
              <a:gd name="connsiteX6" fmla="*/ 0 w 12054840"/>
              <a:gd name="connsiteY6" fmla="*/ 2741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54840" h="6858000">
                <a:moveTo>
                  <a:pt x="0" y="0"/>
                </a:moveTo>
                <a:lnTo>
                  <a:pt x="12054840" y="0"/>
                </a:lnTo>
                <a:lnTo>
                  <a:pt x="12054840" y="6858000"/>
                </a:lnTo>
                <a:lnTo>
                  <a:pt x="4904739" y="6858000"/>
                </a:lnTo>
                <a:lnTo>
                  <a:pt x="4904739" y="3393568"/>
                </a:lnTo>
                <a:cubicBezTo>
                  <a:pt x="4904739" y="3033714"/>
                  <a:pt x="4613019" y="2741994"/>
                  <a:pt x="4253165" y="2741994"/>
                </a:cubicBezTo>
                <a:lnTo>
                  <a:pt x="0" y="2741994"/>
                </a:lnTo>
                <a:close/>
              </a:path>
            </a:pathLst>
          </a:custGeom>
        </p:spPr>
        <p:txBody>
          <a:bodyPr wrap="square">
            <a:noAutofit/>
          </a:bodyPr>
          <a:lstStyle>
            <a:lvl1pPr marL="0" indent="0">
              <a:buNone/>
              <a:defRPr/>
            </a:lvl1pPr>
          </a:lstStyle>
          <a:p>
            <a:r>
              <a:rPr lang="en-US"/>
              <a:t>Click icon to add picture</a:t>
            </a:r>
          </a:p>
        </p:txBody>
      </p:sp>
      <p:sp>
        <p:nvSpPr>
          <p:cNvPr id="32" name="Text Placeholder 31">
            <a:extLst>
              <a:ext uri="{FF2B5EF4-FFF2-40B4-BE49-F238E27FC236}">
                <a16:creationId xmlns:a16="http://schemas.microsoft.com/office/drawing/2014/main" id="{1293365B-26EE-3B4E-F2B1-83D52CFC6686}"/>
              </a:ext>
              <a:ext uri="{C183D7F6-B498-43B3-948B-1728B52AA6E4}">
                <adec:decorative xmlns:adec="http://schemas.microsoft.com/office/drawing/2017/decorative" val="1"/>
              </a:ext>
            </a:extLst>
          </p:cNvPr>
          <p:cNvSpPr>
            <a:spLocks noGrp="1"/>
          </p:cNvSpPr>
          <p:nvPr>
            <p:ph type="body" sz="quarter" idx="10"/>
          </p:nvPr>
        </p:nvSpPr>
        <p:spPr>
          <a:xfrm>
            <a:off x="7746023" y="364524"/>
            <a:ext cx="972442" cy="253134"/>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bg1"/>
          </a:solidFill>
        </p:spPr>
        <p:txBody>
          <a:bodyPr wrap="square">
            <a:noAutofit/>
          </a:bodyPr>
          <a:lstStyle>
            <a:lvl1pPr marL="0" indent="0">
              <a:buNone/>
              <a:defRPr sz="300">
                <a:noFill/>
              </a:defRPr>
            </a:lvl1pPr>
            <a:lvl2pPr marL="170259" indent="0">
              <a:buNone/>
              <a:defRPr sz="450"/>
            </a:lvl2pPr>
            <a:lvl3pPr marL="345281" indent="0">
              <a:buNone/>
              <a:defRPr sz="450"/>
            </a:lvl3pPr>
            <a:lvl4pPr marL="469106" indent="0">
              <a:buNone/>
              <a:defRPr sz="450"/>
            </a:lvl4pPr>
            <a:lvl5pPr marL="598885" indent="0">
              <a:buNone/>
              <a:defRPr sz="450"/>
            </a:lvl5pPr>
          </a:lstStyle>
          <a:p>
            <a:pPr lvl="0"/>
            <a:r>
              <a:rPr lang="en-US"/>
              <a:t>Click to edit Master text styles</a:t>
            </a:r>
          </a:p>
        </p:txBody>
      </p:sp>
      <p:grpSp>
        <p:nvGrpSpPr>
          <p:cNvPr id="9" name="Group 8">
            <a:extLst>
              <a:ext uri="{FF2B5EF4-FFF2-40B4-BE49-F238E27FC236}">
                <a16:creationId xmlns:a16="http://schemas.microsoft.com/office/drawing/2014/main" id="{06CE415F-3D6F-824E-51E9-FE1F732CF8BE}"/>
              </a:ext>
              <a:ext uri="{C183D7F6-B498-43B3-948B-1728B52AA6E4}">
                <adec:decorative xmlns:adec="http://schemas.microsoft.com/office/drawing/2017/decorative" val="1"/>
              </a:ext>
            </a:extLst>
          </p:cNvPr>
          <p:cNvGrpSpPr/>
          <p:nvPr userDrawn="1"/>
        </p:nvGrpSpPr>
        <p:grpSpPr>
          <a:xfrm rot="16200000" flipV="1">
            <a:off x="-2520315" y="2520315"/>
            <a:ext cx="5143500" cy="102870"/>
            <a:chOff x="0" y="6720840"/>
            <a:chExt cx="12192000" cy="137160"/>
          </a:xfrm>
        </p:grpSpPr>
        <p:sp>
          <p:nvSpPr>
            <p:cNvPr id="10" name="Rectangle 9">
              <a:extLst>
                <a:ext uri="{FF2B5EF4-FFF2-40B4-BE49-F238E27FC236}">
                  <a16:creationId xmlns:a16="http://schemas.microsoft.com/office/drawing/2014/main" id="{1F867A1C-4573-24E2-A635-47EB736F9A65}"/>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1" name="Rectangle 10">
              <a:extLst>
                <a:ext uri="{FF2B5EF4-FFF2-40B4-BE49-F238E27FC236}">
                  <a16:creationId xmlns:a16="http://schemas.microsoft.com/office/drawing/2014/main" id="{219CB25B-046C-7BE4-92BB-777B0CE1ADE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2" name="Rectangle 11">
              <a:extLst>
                <a:ext uri="{FF2B5EF4-FFF2-40B4-BE49-F238E27FC236}">
                  <a16:creationId xmlns:a16="http://schemas.microsoft.com/office/drawing/2014/main" id="{C0B4F13E-E536-EA88-DDA6-4DFB984A29A1}"/>
                </a:ext>
              </a:extLst>
            </p:cNvPr>
            <p:cNvSpPr/>
            <p:nvPr/>
          </p:nvSpPr>
          <p:spPr>
            <a:xfrm>
              <a:off x="4874657" y="6720840"/>
              <a:ext cx="2442685" cy="137160"/>
            </a:xfrm>
            <a:prstGeom prst="rect">
              <a:avLst/>
            </a:prstGeom>
            <a:solidFill>
              <a:srgbClr val="E615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3" name="Rectangle 12">
              <a:extLst>
                <a:ext uri="{FF2B5EF4-FFF2-40B4-BE49-F238E27FC236}">
                  <a16:creationId xmlns:a16="http://schemas.microsoft.com/office/drawing/2014/main" id="{2A129185-2A37-0B80-7867-8E6D5E36378B}"/>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4" name="Rectangle 13">
              <a:extLst>
                <a:ext uri="{FF2B5EF4-FFF2-40B4-BE49-F238E27FC236}">
                  <a16:creationId xmlns:a16="http://schemas.microsoft.com/office/drawing/2014/main" id="{C651329C-23BC-6C2C-8B66-8D305246585F}"/>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grpSp>
      <p:sp>
        <p:nvSpPr>
          <p:cNvPr id="20" name="Text Placeholder 18">
            <a:extLst>
              <a:ext uri="{FF2B5EF4-FFF2-40B4-BE49-F238E27FC236}">
                <a16:creationId xmlns:a16="http://schemas.microsoft.com/office/drawing/2014/main" id="{4E77FE82-F7EA-E6B3-C2C8-2FD2E1C23C45}"/>
              </a:ext>
            </a:extLst>
          </p:cNvPr>
          <p:cNvSpPr>
            <a:spLocks noGrp="1"/>
          </p:cNvSpPr>
          <p:nvPr>
            <p:ph type="body" sz="quarter" idx="15" hasCustomPrompt="1"/>
          </p:nvPr>
        </p:nvSpPr>
        <p:spPr>
          <a:xfrm>
            <a:off x="422563" y="2451327"/>
            <a:ext cx="2825462" cy="491898"/>
          </a:xfrm>
        </p:spPr>
        <p:txBody>
          <a:bodyPr anchor="b"/>
          <a:lstStyle>
            <a:lvl1pPr marL="0" indent="0">
              <a:lnSpc>
                <a:spcPct val="90000"/>
              </a:lnSpc>
              <a:buNone/>
              <a:defRPr sz="3300" b="1">
                <a:solidFill>
                  <a:srgbClr val="E6154A"/>
                </a:solidFill>
              </a:defRPr>
            </a:lvl1pPr>
            <a:lvl2pPr marL="170259" indent="0">
              <a:lnSpc>
                <a:spcPct val="90000"/>
              </a:lnSpc>
              <a:buNone/>
              <a:defRPr sz="3300" b="1"/>
            </a:lvl2pPr>
          </a:lstStyle>
          <a:p>
            <a:pPr lvl="0"/>
            <a:r>
              <a:rPr lang="en-US"/>
              <a:t>##</a:t>
            </a:r>
          </a:p>
        </p:txBody>
      </p:sp>
      <p:sp>
        <p:nvSpPr>
          <p:cNvPr id="19" name="Text Placeholder 18">
            <a:extLst>
              <a:ext uri="{FF2B5EF4-FFF2-40B4-BE49-F238E27FC236}">
                <a16:creationId xmlns:a16="http://schemas.microsoft.com/office/drawing/2014/main" id="{A705CD95-1A5D-44DF-B377-E197B7DC9F4B}"/>
              </a:ext>
            </a:extLst>
          </p:cNvPr>
          <p:cNvSpPr>
            <a:spLocks noGrp="1"/>
          </p:cNvSpPr>
          <p:nvPr>
            <p:ph type="body" sz="quarter" idx="14"/>
          </p:nvPr>
        </p:nvSpPr>
        <p:spPr>
          <a:xfrm>
            <a:off x="422563" y="3086100"/>
            <a:ext cx="2825462" cy="1628777"/>
          </a:xfrm>
        </p:spPr>
        <p:txBody>
          <a:bodyPr/>
          <a:lstStyle>
            <a:lvl1pPr marL="0" indent="0">
              <a:lnSpc>
                <a:spcPct val="90000"/>
              </a:lnSpc>
              <a:buNone/>
              <a:defRPr sz="3300" b="1">
                <a:solidFill>
                  <a:schemeClr val="tx1"/>
                </a:solidFill>
              </a:defRPr>
            </a:lvl1pPr>
            <a:lvl2pPr marL="170259" indent="0">
              <a:lnSpc>
                <a:spcPct val="90000"/>
              </a:lnSpc>
              <a:buNone/>
              <a:defRPr sz="3300" b="1">
                <a:solidFill>
                  <a:schemeClr val="tx1"/>
                </a:solidFill>
              </a:defRPr>
            </a:lvl2pPr>
          </a:lstStyle>
          <a:p>
            <a:pPr lvl="0"/>
            <a:r>
              <a:rPr lang="en-US"/>
              <a:t>Click to edit Master text styles</a:t>
            </a:r>
          </a:p>
          <a:p>
            <a:pPr lvl="1"/>
            <a:r>
              <a:rPr lang="en-US"/>
              <a:t>Second level</a:t>
            </a:r>
          </a:p>
        </p:txBody>
      </p:sp>
      <p:sp>
        <p:nvSpPr>
          <p:cNvPr id="3" name="Rectangle 2">
            <a:extLst>
              <a:ext uri="{FF2B5EF4-FFF2-40B4-BE49-F238E27FC236}">
                <a16:creationId xmlns:a16="http://schemas.microsoft.com/office/drawing/2014/main" id="{56C00429-0DB9-D129-A63A-156A3D854FB6}"/>
              </a:ext>
              <a:ext uri="{C183D7F6-B498-43B3-948B-1728B52AA6E4}">
                <adec:decorative xmlns:adec="http://schemas.microsoft.com/office/drawing/2017/decorative" val="1"/>
              </a:ext>
            </a:extLst>
          </p:cNvPr>
          <p:cNvSpPr/>
          <p:nvPr userDrawn="1"/>
        </p:nvSpPr>
        <p:spPr>
          <a:xfrm>
            <a:off x="9332989" y="0"/>
            <a:ext cx="2308073" cy="51434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8580" rtlCol="0" anchor="t"/>
          <a:lstStyle/>
          <a:p>
            <a:pPr>
              <a:spcBef>
                <a:spcPts val="900"/>
              </a:spcBef>
            </a:pPr>
            <a:r>
              <a:rPr lang="en-US" sz="750" b="1" cap="all">
                <a:solidFill>
                  <a:schemeClr val="bg1"/>
                </a:solidFill>
              </a:rPr>
              <a:t>IMAGE Layout INSTRUCTIONS</a:t>
            </a:r>
          </a:p>
          <a:p>
            <a:pPr marL="130969" indent="-130969">
              <a:spcBef>
                <a:spcPts val="900"/>
              </a:spcBef>
              <a:buFont typeface="Avenir Next LT Pro" panose="020B0504020202020204" pitchFamily="34" charset="0"/>
              <a:buChar char="•"/>
            </a:pPr>
            <a:r>
              <a:rPr lang="en-US" sz="750">
                <a:solidFill>
                  <a:schemeClr val="bg1"/>
                </a:solidFill>
              </a:rPr>
              <a:t>Click the image icon. </a:t>
            </a:r>
            <a:br>
              <a:rPr lang="en-US" sz="750">
                <a:solidFill>
                  <a:schemeClr val="bg1"/>
                </a:solidFill>
              </a:rPr>
            </a:br>
            <a:r>
              <a:rPr lang="en-US" sz="750">
                <a:solidFill>
                  <a:schemeClr val="bg1"/>
                </a:solidFill>
              </a:rPr>
              <a:t>Find and insert your image. </a:t>
            </a:r>
          </a:p>
          <a:p>
            <a:pPr marL="130969" indent="-130969">
              <a:spcBef>
                <a:spcPts val="900"/>
              </a:spcBef>
              <a:buFont typeface="Avenir Next LT Pro" panose="020B0504020202020204" pitchFamily="34" charset="0"/>
              <a:buChar char="•"/>
            </a:pPr>
            <a:r>
              <a:rPr lang="en-US" sz="750">
                <a:solidFill>
                  <a:schemeClr val="bg1"/>
                </a:solidFill>
              </a:rPr>
              <a:t>The Slalom logo should be easy to read over your image. If it is hard to see, select the logo and change the color fill.</a:t>
            </a:r>
          </a:p>
          <a:p>
            <a:pPr marL="130969" indent="-130969">
              <a:spcBef>
                <a:spcPts val="900"/>
              </a:spcBef>
              <a:buFont typeface="Avenir Next LT Pro" panose="020B0504020202020204" pitchFamily="34" charset="0"/>
              <a:buChar char="•"/>
            </a:pPr>
            <a:r>
              <a:rPr lang="en-US" sz="750">
                <a:solidFill>
                  <a:schemeClr val="bg1"/>
                </a:solidFill>
              </a:rPr>
              <a:t>The logo should always be either </a:t>
            </a:r>
            <a:br>
              <a:rPr lang="en-US" sz="750">
                <a:solidFill>
                  <a:schemeClr val="bg1"/>
                </a:solidFill>
              </a:rPr>
            </a:br>
            <a:r>
              <a:rPr lang="en-US" sz="750">
                <a:solidFill>
                  <a:schemeClr val="bg1"/>
                </a:solidFill>
              </a:rPr>
              <a:t>Dark Gray, Text 1, White, Background 1 </a:t>
            </a:r>
            <a:br>
              <a:rPr lang="en-US" sz="750">
                <a:solidFill>
                  <a:schemeClr val="bg1"/>
                </a:solidFill>
              </a:rPr>
            </a:br>
            <a:r>
              <a:rPr lang="en-US" sz="750">
                <a:solidFill>
                  <a:schemeClr val="bg1"/>
                </a:solidFill>
              </a:rPr>
              <a:t>or Blue, Accent 1.</a:t>
            </a:r>
          </a:p>
        </p:txBody>
      </p:sp>
    </p:spTree>
    <p:extLst>
      <p:ext uri="{BB962C8B-B14F-4D97-AF65-F5344CB8AC3E}">
        <p14:creationId xmlns:p14="http://schemas.microsoft.com/office/powerpoint/2010/main" val="380130507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Section Divider 7">
    <p:bg>
      <p:bgPr>
        <a:solidFill>
          <a:schemeClr val="accent5"/>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8B4D215-4806-93B4-4DFF-1266156D61D5}"/>
              </a:ext>
              <a:ext uri="{C183D7F6-B498-43B3-948B-1728B52AA6E4}">
                <adec:decorative xmlns:adec="http://schemas.microsoft.com/office/drawing/2017/decorative" val="0"/>
              </a:ext>
            </a:extLst>
          </p:cNvPr>
          <p:cNvSpPr>
            <a:spLocks noGrp="1"/>
          </p:cNvSpPr>
          <p:nvPr>
            <p:ph type="pic" sz="quarter" idx="13"/>
          </p:nvPr>
        </p:nvSpPr>
        <p:spPr>
          <a:xfrm>
            <a:off x="102870" y="1"/>
            <a:ext cx="9041130" cy="5143500"/>
          </a:xfrm>
          <a:custGeom>
            <a:avLst/>
            <a:gdLst>
              <a:gd name="connsiteX0" fmla="*/ 0 w 12054840"/>
              <a:gd name="connsiteY0" fmla="*/ 0 h 6858000"/>
              <a:gd name="connsiteX1" fmla="*/ 12054840 w 12054840"/>
              <a:gd name="connsiteY1" fmla="*/ 0 h 6858000"/>
              <a:gd name="connsiteX2" fmla="*/ 12054840 w 12054840"/>
              <a:gd name="connsiteY2" fmla="*/ 6858000 h 6858000"/>
              <a:gd name="connsiteX3" fmla="*/ 4904739 w 12054840"/>
              <a:gd name="connsiteY3" fmla="*/ 6858000 h 6858000"/>
              <a:gd name="connsiteX4" fmla="*/ 4904739 w 12054840"/>
              <a:gd name="connsiteY4" fmla="*/ 3393568 h 6858000"/>
              <a:gd name="connsiteX5" fmla="*/ 4253165 w 12054840"/>
              <a:gd name="connsiteY5" fmla="*/ 2741994 h 6858000"/>
              <a:gd name="connsiteX6" fmla="*/ 0 w 12054840"/>
              <a:gd name="connsiteY6" fmla="*/ 2741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54840" h="6858000">
                <a:moveTo>
                  <a:pt x="0" y="0"/>
                </a:moveTo>
                <a:lnTo>
                  <a:pt x="12054840" y="0"/>
                </a:lnTo>
                <a:lnTo>
                  <a:pt x="12054840" y="6858000"/>
                </a:lnTo>
                <a:lnTo>
                  <a:pt x="4904739" y="6858000"/>
                </a:lnTo>
                <a:lnTo>
                  <a:pt x="4904739" y="3393568"/>
                </a:lnTo>
                <a:cubicBezTo>
                  <a:pt x="4904739" y="3033714"/>
                  <a:pt x="4613019" y="2741994"/>
                  <a:pt x="4253165" y="2741994"/>
                </a:cubicBezTo>
                <a:lnTo>
                  <a:pt x="0" y="2741994"/>
                </a:lnTo>
                <a:close/>
              </a:path>
            </a:pathLst>
          </a:custGeom>
        </p:spPr>
        <p:txBody>
          <a:bodyPr wrap="square">
            <a:noAutofit/>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06CE415F-3D6F-824E-51E9-FE1F732CF8BE}"/>
              </a:ext>
              <a:ext uri="{C183D7F6-B498-43B3-948B-1728B52AA6E4}">
                <adec:decorative xmlns:adec="http://schemas.microsoft.com/office/drawing/2017/decorative" val="1"/>
              </a:ext>
            </a:extLst>
          </p:cNvPr>
          <p:cNvGrpSpPr/>
          <p:nvPr userDrawn="1"/>
        </p:nvGrpSpPr>
        <p:grpSpPr>
          <a:xfrm rot="16200000" flipV="1">
            <a:off x="-2520315" y="2520315"/>
            <a:ext cx="5143500" cy="102870"/>
            <a:chOff x="0" y="6720840"/>
            <a:chExt cx="12192000" cy="137160"/>
          </a:xfrm>
        </p:grpSpPr>
        <p:sp>
          <p:nvSpPr>
            <p:cNvPr id="10" name="Rectangle 9">
              <a:extLst>
                <a:ext uri="{FF2B5EF4-FFF2-40B4-BE49-F238E27FC236}">
                  <a16:creationId xmlns:a16="http://schemas.microsoft.com/office/drawing/2014/main" id="{1F867A1C-4573-24E2-A635-47EB736F9A65}"/>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1" name="Rectangle 10">
              <a:extLst>
                <a:ext uri="{FF2B5EF4-FFF2-40B4-BE49-F238E27FC236}">
                  <a16:creationId xmlns:a16="http://schemas.microsoft.com/office/drawing/2014/main" id="{219CB25B-046C-7BE4-92BB-777B0CE1ADE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2" name="Rectangle 11">
              <a:extLst>
                <a:ext uri="{FF2B5EF4-FFF2-40B4-BE49-F238E27FC236}">
                  <a16:creationId xmlns:a16="http://schemas.microsoft.com/office/drawing/2014/main" id="{C0B4F13E-E536-EA88-DDA6-4DFB984A29A1}"/>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3" name="Rectangle 12">
              <a:extLst>
                <a:ext uri="{FF2B5EF4-FFF2-40B4-BE49-F238E27FC236}">
                  <a16:creationId xmlns:a16="http://schemas.microsoft.com/office/drawing/2014/main" id="{2A129185-2A37-0B80-7867-8E6D5E36378B}"/>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4" name="Rectangle 13">
              <a:extLst>
                <a:ext uri="{FF2B5EF4-FFF2-40B4-BE49-F238E27FC236}">
                  <a16:creationId xmlns:a16="http://schemas.microsoft.com/office/drawing/2014/main" id="{C651329C-23BC-6C2C-8B66-8D305246585F}"/>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grpSp>
      <p:sp>
        <p:nvSpPr>
          <p:cNvPr id="32" name="Text Placeholder 31">
            <a:extLst>
              <a:ext uri="{FF2B5EF4-FFF2-40B4-BE49-F238E27FC236}">
                <a16:creationId xmlns:a16="http://schemas.microsoft.com/office/drawing/2014/main" id="{1293365B-26EE-3B4E-F2B1-83D52CFC6686}"/>
              </a:ext>
              <a:ext uri="{C183D7F6-B498-43B3-948B-1728B52AA6E4}">
                <adec:decorative xmlns:adec="http://schemas.microsoft.com/office/drawing/2017/decorative" val="1"/>
              </a:ext>
            </a:extLst>
          </p:cNvPr>
          <p:cNvSpPr>
            <a:spLocks noGrp="1"/>
          </p:cNvSpPr>
          <p:nvPr>
            <p:ph type="body" sz="quarter" idx="10"/>
          </p:nvPr>
        </p:nvSpPr>
        <p:spPr>
          <a:xfrm>
            <a:off x="7746023" y="364524"/>
            <a:ext cx="972442" cy="253134"/>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bg1"/>
          </a:solidFill>
        </p:spPr>
        <p:txBody>
          <a:bodyPr wrap="square">
            <a:noAutofit/>
          </a:bodyPr>
          <a:lstStyle>
            <a:lvl1pPr marL="0" indent="0">
              <a:buNone/>
              <a:defRPr sz="300">
                <a:noFill/>
              </a:defRPr>
            </a:lvl1pPr>
            <a:lvl2pPr marL="170259" indent="0">
              <a:buNone/>
              <a:defRPr sz="450"/>
            </a:lvl2pPr>
            <a:lvl3pPr marL="345281" indent="0">
              <a:buNone/>
              <a:defRPr sz="450"/>
            </a:lvl3pPr>
            <a:lvl4pPr marL="469106" indent="0">
              <a:buNone/>
              <a:defRPr sz="450"/>
            </a:lvl4pPr>
            <a:lvl5pPr marL="598885" indent="0">
              <a:buNone/>
              <a:defRPr sz="450"/>
            </a:lvl5pPr>
          </a:lstStyle>
          <a:p>
            <a:pPr lvl="0"/>
            <a:r>
              <a:rPr lang="en-US"/>
              <a:t>Click to edit Master text styles</a:t>
            </a:r>
          </a:p>
        </p:txBody>
      </p:sp>
      <p:sp>
        <p:nvSpPr>
          <p:cNvPr id="20" name="Text Placeholder 18">
            <a:extLst>
              <a:ext uri="{FF2B5EF4-FFF2-40B4-BE49-F238E27FC236}">
                <a16:creationId xmlns:a16="http://schemas.microsoft.com/office/drawing/2014/main" id="{4E77FE82-F7EA-E6B3-C2C8-2FD2E1C23C45}"/>
              </a:ext>
            </a:extLst>
          </p:cNvPr>
          <p:cNvSpPr>
            <a:spLocks noGrp="1"/>
          </p:cNvSpPr>
          <p:nvPr>
            <p:ph type="body" sz="quarter" idx="15" hasCustomPrompt="1"/>
          </p:nvPr>
        </p:nvSpPr>
        <p:spPr>
          <a:xfrm>
            <a:off x="422563" y="2451327"/>
            <a:ext cx="2825462" cy="491898"/>
          </a:xfrm>
        </p:spPr>
        <p:txBody>
          <a:bodyPr anchor="b"/>
          <a:lstStyle>
            <a:lvl1pPr marL="0" indent="0">
              <a:lnSpc>
                <a:spcPct val="90000"/>
              </a:lnSpc>
              <a:buNone/>
              <a:defRPr sz="3300" b="1">
                <a:solidFill>
                  <a:srgbClr val="9488F0"/>
                </a:solidFill>
              </a:defRPr>
            </a:lvl1pPr>
            <a:lvl2pPr marL="170259" indent="0">
              <a:lnSpc>
                <a:spcPct val="90000"/>
              </a:lnSpc>
              <a:buNone/>
              <a:defRPr sz="3300" b="1"/>
            </a:lvl2pPr>
          </a:lstStyle>
          <a:p>
            <a:pPr lvl="0"/>
            <a:r>
              <a:rPr lang="en-US"/>
              <a:t>##</a:t>
            </a:r>
          </a:p>
        </p:txBody>
      </p:sp>
      <p:sp>
        <p:nvSpPr>
          <p:cNvPr id="19" name="Text Placeholder 18">
            <a:extLst>
              <a:ext uri="{FF2B5EF4-FFF2-40B4-BE49-F238E27FC236}">
                <a16:creationId xmlns:a16="http://schemas.microsoft.com/office/drawing/2014/main" id="{A705CD95-1A5D-44DF-B377-E197B7DC9F4B}"/>
              </a:ext>
            </a:extLst>
          </p:cNvPr>
          <p:cNvSpPr>
            <a:spLocks noGrp="1"/>
          </p:cNvSpPr>
          <p:nvPr>
            <p:ph type="body" sz="quarter" idx="14"/>
          </p:nvPr>
        </p:nvSpPr>
        <p:spPr>
          <a:xfrm>
            <a:off x="422563" y="3086100"/>
            <a:ext cx="2825462" cy="1628777"/>
          </a:xfrm>
        </p:spPr>
        <p:txBody>
          <a:bodyPr/>
          <a:lstStyle>
            <a:lvl1pPr marL="0" indent="0">
              <a:lnSpc>
                <a:spcPct val="90000"/>
              </a:lnSpc>
              <a:buNone/>
              <a:defRPr sz="3300" b="1">
                <a:solidFill>
                  <a:schemeClr val="tx1"/>
                </a:solidFill>
              </a:defRPr>
            </a:lvl1pPr>
            <a:lvl2pPr marL="170259" indent="0">
              <a:lnSpc>
                <a:spcPct val="90000"/>
              </a:lnSpc>
              <a:buNone/>
              <a:defRPr sz="3300" b="1">
                <a:solidFill>
                  <a:schemeClr val="bg1"/>
                </a:solidFill>
              </a:defRPr>
            </a:lvl2pPr>
          </a:lstStyle>
          <a:p>
            <a:pPr lvl="0"/>
            <a:r>
              <a:rPr lang="en-US"/>
              <a:t>Click to edit Master text styles</a:t>
            </a:r>
          </a:p>
          <a:p>
            <a:pPr lvl="1"/>
            <a:r>
              <a:rPr lang="en-US"/>
              <a:t>Second level</a:t>
            </a:r>
          </a:p>
        </p:txBody>
      </p:sp>
      <p:sp>
        <p:nvSpPr>
          <p:cNvPr id="3" name="Rectangle 2">
            <a:extLst>
              <a:ext uri="{FF2B5EF4-FFF2-40B4-BE49-F238E27FC236}">
                <a16:creationId xmlns:a16="http://schemas.microsoft.com/office/drawing/2014/main" id="{3E450F9A-D728-B5D6-3FC5-C27AC11D44A9}"/>
              </a:ext>
              <a:ext uri="{C183D7F6-B498-43B3-948B-1728B52AA6E4}">
                <adec:decorative xmlns:adec="http://schemas.microsoft.com/office/drawing/2017/decorative" val="1"/>
              </a:ext>
            </a:extLst>
          </p:cNvPr>
          <p:cNvSpPr/>
          <p:nvPr userDrawn="1"/>
        </p:nvSpPr>
        <p:spPr>
          <a:xfrm>
            <a:off x="9332989" y="0"/>
            <a:ext cx="2308073" cy="51434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8580" rtlCol="0" anchor="t"/>
          <a:lstStyle/>
          <a:p>
            <a:pPr>
              <a:spcBef>
                <a:spcPts val="900"/>
              </a:spcBef>
            </a:pPr>
            <a:r>
              <a:rPr lang="en-US" sz="750" b="1" cap="all">
                <a:solidFill>
                  <a:schemeClr val="bg1"/>
                </a:solidFill>
              </a:rPr>
              <a:t>IMAGE Layout INSTRUCTIONS</a:t>
            </a:r>
          </a:p>
          <a:p>
            <a:pPr marL="130969" indent="-130969">
              <a:spcBef>
                <a:spcPts val="900"/>
              </a:spcBef>
              <a:buFont typeface="Avenir Next LT Pro" panose="020B0504020202020204" pitchFamily="34" charset="0"/>
              <a:buChar char="•"/>
            </a:pPr>
            <a:r>
              <a:rPr lang="en-US" sz="750">
                <a:solidFill>
                  <a:schemeClr val="bg1"/>
                </a:solidFill>
              </a:rPr>
              <a:t>Click the image icon. </a:t>
            </a:r>
            <a:br>
              <a:rPr lang="en-US" sz="750">
                <a:solidFill>
                  <a:schemeClr val="bg1"/>
                </a:solidFill>
              </a:rPr>
            </a:br>
            <a:r>
              <a:rPr lang="en-US" sz="750">
                <a:solidFill>
                  <a:schemeClr val="bg1"/>
                </a:solidFill>
              </a:rPr>
              <a:t>Find and insert your image. </a:t>
            </a:r>
          </a:p>
          <a:p>
            <a:pPr marL="130969" indent="-130969">
              <a:spcBef>
                <a:spcPts val="900"/>
              </a:spcBef>
              <a:buFont typeface="Avenir Next LT Pro" panose="020B0504020202020204" pitchFamily="34" charset="0"/>
              <a:buChar char="•"/>
            </a:pPr>
            <a:r>
              <a:rPr lang="en-US" sz="750">
                <a:solidFill>
                  <a:schemeClr val="bg1"/>
                </a:solidFill>
              </a:rPr>
              <a:t>The Slalom logo should be easy to read over your image. If it is hard to see, select the logo and change the color fill.</a:t>
            </a:r>
          </a:p>
          <a:p>
            <a:pPr marL="130969" indent="-130969">
              <a:spcBef>
                <a:spcPts val="900"/>
              </a:spcBef>
              <a:buFont typeface="Avenir Next LT Pro" panose="020B0504020202020204" pitchFamily="34" charset="0"/>
              <a:buChar char="•"/>
            </a:pPr>
            <a:r>
              <a:rPr lang="en-US" sz="750">
                <a:solidFill>
                  <a:schemeClr val="bg1"/>
                </a:solidFill>
              </a:rPr>
              <a:t>The logo should always be either </a:t>
            </a:r>
            <a:br>
              <a:rPr lang="en-US" sz="750">
                <a:solidFill>
                  <a:schemeClr val="bg1"/>
                </a:solidFill>
              </a:rPr>
            </a:br>
            <a:r>
              <a:rPr lang="en-US" sz="750">
                <a:solidFill>
                  <a:schemeClr val="bg1"/>
                </a:solidFill>
              </a:rPr>
              <a:t>Dark Gray, Text 1, White, Background 1 </a:t>
            </a:r>
            <a:br>
              <a:rPr lang="en-US" sz="750">
                <a:solidFill>
                  <a:schemeClr val="bg1"/>
                </a:solidFill>
              </a:rPr>
            </a:br>
            <a:r>
              <a:rPr lang="en-US" sz="750">
                <a:solidFill>
                  <a:schemeClr val="bg1"/>
                </a:solidFill>
              </a:rPr>
              <a:t>or Blue, Accent 1.</a:t>
            </a:r>
          </a:p>
        </p:txBody>
      </p:sp>
    </p:spTree>
    <p:extLst>
      <p:ext uri="{BB962C8B-B14F-4D97-AF65-F5344CB8AC3E}">
        <p14:creationId xmlns:p14="http://schemas.microsoft.com/office/powerpoint/2010/main" val="14188502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Section Divider 8">
    <p:bg>
      <p:bgPr>
        <a:solidFill>
          <a:schemeClr val="accent6"/>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8B4D215-4806-93B4-4DFF-1266156D61D5}"/>
              </a:ext>
              <a:ext uri="{C183D7F6-B498-43B3-948B-1728B52AA6E4}">
                <adec:decorative xmlns:adec="http://schemas.microsoft.com/office/drawing/2017/decorative" val="0"/>
              </a:ext>
            </a:extLst>
          </p:cNvPr>
          <p:cNvSpPr>
            <a:spLocks noGrp="1"/>
          </p:cNvSpPr>
          <p:nvPr>
            <p:ph type="pic" sz="quarter" idx="13"/>
          </p:nvPr>
        </p:nvSpPr>
        <p:spPr>
          <a:xfrm>
            <a:off x="102870" y="1"/>
            <a:ext cx="9041130" cy="5143500"/>
          </a:xfrm>
          <a:custGeom>
            <a:avLst/>
            <a:gdLst>
              <a:gd name="connsiteX0" fmla="*/ 0 w 12054840"/>
              <a:gd name="connsiteY0" fmla="*/ 0 h 6858000"/>
              <a:gd name="connsiteX1" fmla="*/ 12054840 w 12054840"/>
              <a:gd name="connsiteY1" fmla="*/ 0 h 6858000"/>
              <a:gd name="connsiteX2" fmla="*/ 12054840 w 12054840"/>
              <a:gd name="connsiteY2" fmla="*/ 6858000 h 6858000"/>
              <a:gd name="connsiteX3" fmla="*/ 4904739 w 12054840"/>
              <a:gd name="connsiteY3" fmla="*/ 6858000 h 6858000"/>
              <a:gd name="connsiteX4" fmla="*/ 4904739 w 12054840"/>
              <a:gd name="connsiteY4" fmla="*/ 3393568 h 6858000"/>
              <a:gd name="connsiteX5" fmla="*/ 4253165 w 12054840"/>
              <a:gd name="connsiteY5" fmla="*/ 2741994 h 6858000"/>
              <a:gd name="connsiteX6" fmla="*/ 0 w 12054840"/>
              <a:gd name="connsiteY6" fmla="*/ 2741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54840" h="6858000">
                <a:moveTo>
                  <a:pt x="0" y="0"/>
                </a:moveTo>
                <a:lnTo>
                  <a:pt x="12054840" y="0"/>
                </a:lnTo>
                <a:lnTo>
                  <a:pt x="12054840" y="6858000"/>
                </a:lnTo>
                <a:lnTo>
                  <a:pt x="4904739" y="6858000"/>
                </a:lnTo>
                <a:lnTo>
                  <a:pt x="4904739" y="3393568"/>
                </a:lnTo>
                <a:cubicBezTo>
                  <a:pt x="4904739" y="3033714"/>
                  <a:pt x="4613019" y="2741994"/>
                  <a:pt x="4253165" y="2741994"/>
                </a:cubicBezTo>
                <a:lnTo>
                  <a:pt x="0" y="2741994"/>
                </a:lnTo>
                <a:close/>
              </a:path>
            </a:pathLst>
          </a:custGeom>
        </p:spPr>
        <p:txBody>
          <a:bodyPr wrap="square">
            <a:noAutofit/>
          </a:bodyPr>
          <a:lstStyle>
            <a:lvl1pPr marL="0" indent="0">
              <a:buNone/>
              <a:defRPr/>
            </a:lvl1pPr>
          </a:lstStyle>
          <a:p>
            <a:r>
              <a:rPr lang="en-US"/>
              <a:t>Click icon to add picture</a:t>
            </a:r>
          </a:p>
        </p:txBody>
      </p:sp>
      <p:sp>
        <p:nvSpPr>
          <p:cNvPr id="32" name="Text Placeholder 31">
            <a:extLst>
              <a:ext uri="{FF2B5EF4-FFF2-40B4-BE49-F238E27FC236}">
                <a16:creationId xmlns:a16="http://schemas.microsoft.com/office/drawing/2014/main" id="{1293365B-26EE-3B4E-F2B1-83D52CFC6686}"/>
              </a:ext>
              <a:ext uri="{C183D7F6-B498-43B3-948B-1728B52AA6E4}">
                <adec:decorative xmlns:adec="http://schemas.microsoft.com/office/drawing/2017/decorative" val="1"/>
              </a:ext>
            </a:extLst>
          </p:cNvPr>
          <p:cNvSpPr>
            <a:spLocks noGrp="1"/>
          </p:cNvSpPr>
          <p:nvPr>
            <p:ph type="body" sz="quarter" idx="10"/>
          </p:nvPr>
        </p:nvSpPr>
        <p:spPr>
          <a:xfrm>
            <a:off x="7746023" y="364524"/>
            <a:ext cx="972442" cy="253134"/>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bg1"/>
          </a:solidFill>
        </p:spPr>
        <p:txBody>
          <a:bodyPr wrap="square">
            <a:noAutofit/>
          </a:bodyPr>
          <a:lstStyle>
            <a:lvl1pPr marL="0" indent="0">
              <a:buNone/>
              <a:defRPr sz="300">
                <a:noFill/>
              </a:defRPr>
            </a:lvl1pPr>
            <a:lvl2pPr marL="170259" indent="0">
              <a:buNone/>
              <a:defRPr sz="450"/>
            </a:lvl2pPr>
            <a:lvl3pPr marL="345281" indent="0">
              <a:buNone/>
              <a:defRPr sz="450"/>
            </a:lvl3pPr>
            <a:lvl4pPr marL="469106" indent="0">
              <a:buNone/>
              <a:defRPr sz="450"/>
            </a:lvl4pPr>
            <a:lvl5pPr marL="598885" indent="0">
              <a:buNone/>
              <a:defRPr sz="450"/>
            </a:lvl5pPr>
          </a:lstStyle>
          <a:p>
            <a:pPr lvl="0"/>
            <a:r>
              <a:rPr lang="en-US"/>
              <a:t>Click to edit Master text styles</a:t>
            </a:r>
          </a:p>
        </p:txBody>
      </p:sp>
      <p:grpSp>
        <p:nvGrpSpPr>
          <p:cNvPr id="9" name="Group 8">
            <a:extLst>
              <a:ext uri="{FF2B5EF4-FFF2-40B4-BE49-F238E27FC236}">
                <a16:creationId xmlns:a16="http://schemas.microsoft.com/office/drawing/2014/main" id="{06CE415F-3D6F-824E-51E9-FE1F732CF8BE}"/>
              </a:ext>
              <a:ext uri="{C183D7F6-B498-43B3-948B-1728B52AA6E4}">
                <adec:decorative xmlns:adec="http://schemas.microsoft.com/office/drawing/2017/decorative" val="1"/>
              </a:ext>
            </a:extLst>
          </p:cNvPr>
          <p:cNvGrpSpPr/>
          <p:nvPr userDrawn="1"/>
        </p:nvGrpSpPr>
        <p:grpSpPr>
          <a:xfrm rot="16200000" flipV="1">
            <a:off x="-2520315" y="2520315"/>
            <a:ext cx="5143500" cy="102870"/>
            <a:chOff x="0" y="6720840"/>
            <a:chExt cx="12192000" cy="137160"/>
          </a:xfrm>
        </p:grpSpPr>
        <p:sp>
          <p:nvSpPr>
            <p:cNvPr id="10" name="Rectangle 9">
              <a:extLst>
                <a:ext uri="{FF2B5EF4-FFF2-40B4-BE49-F238E27FC236}">
                  <a16:creationId xmlns:a16="http://schemas.microsoft.com/office/drawing/2014/main" id="{1F867A1C-4573-24E2-A635-47EB736F9A65}"/>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1" name="Rectangle 10">
              <a:extLst>
                <a:ext uri="{FF2B5EF4-FFF2-40B4-BE49-F238E27FC236}">
                  <a16:creationId xmlns:a16="http://schemas.microsoft.com/office/drawing/2014/main" id="{219CB25B-046C-7BE4-92BB-777B0CE1ADE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2" name="Rectangle 11">
              <a:extLst>
                <a:ext uri="{FF2B5EF4-FFF2-40B4-BE49-F238E27FC236}">
                  <a16:creationId xmlns:a16="http://schemas.microsoft.com/office/drawing/2014/main" id="{C0B4F13E-E536-EA88-DDA6-4DFB984A29A1}"/>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3" name="Rectangle 12">
              <a:extLst>
                <a:ext uri="{FF2B5EF4-FFF2-40B4-BE49-F238E27FC236}">
                  <a16:creationId xmlns:a16="http://schemas.microsoft.com/office/drawing/2014/main" id="{2A129185-2A37-0B80-7867-8E6D5E36378B}"/>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4" name="Rectangle 13">
              <a:extLst>
                <a:ext uri="{FF2B5EF4-FFF2-40B4-BE49-F238E27FC236}">
                  <a16:creationId xmlns:a16="http://schemas.microsoft.com/office/drawing/2014/main" id="{C651329C-23BC-6C2C-8B66-8D305246585F}"/>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grpSp>
      <p:sp>
        <p:nvSpPr>
          <p:cNvPr id="20" name="Text Placeholder 18">
            <a:extLst>
              <a:ext uri="{FF2B5EF4-FFF2-40B4-BE49-F238E27FC236}">
                <a16:creationId xmlns:a16="http://schemas.microsoft.com/office/drawing/2014/main" id="{4E77FE82-F7EA-E6B3-C2C8-2FD2E1C23C45}"/>
              </a:ext>
            </a:extLst>
          </p:cNvPr>
          <p:cNvSpPr>
            <a:spLocks noGrp="1"/>
          </p:cNvSpPr>
          <p:nvPr>
            <p:ph type="body" sz="quarter" idx="15" hasCustomPrompt="1"/>
          </p:nvPr>
        </p:nvSpPr>
        <p:spPr>
          <a:xfrm>
            <a:off x="422563" y="2451327"/>
            <a:ext cx="2825462" cy="491898"/>
          </a:xfrm>
        </p:spPr>
        <p:txBody>
          <a:bodyPr anchor="b"/>
          <a:lstStyle>
            <a:lvl1pPr marL="0" indent="0">
              <a:lnSpc>
                <a:spcPct val="90000"/>
              </a:lnSpc>
              <a:buNone/>
              <a:defRPr sz="3300" b="1">
                <a:solidFill>
                  <a:srgbClr val="B3CC3E"/>
                </a:solidFill>
              </a:defRPr>
            </a:lvl1pPr>
            <a:lvl2pPr marL="170259" indent="0">
              <a:lnSpc>
                <a:spcPct val="90000"/>
              </a:lnSpc>
              <a:buNone/>
              <a:defRPr sz="3300" b="1"/>
            </a:lvl2pPr>
          </a:lstStyle>
          <a:p>
            <a:pPr lvl="0"/>
            <a:r>
              <a:rPr lang="en-US"/>
              <a:t>##</a:t>
            </a:r>
          </a:p>
        </p:txBody>
      </p:sp>
      <p:sp>
        <p:nvSpPr>
          <p:cNvPr id="19" name="Text Placeholder 18">
            <a:extLst>
              <a:ext uri="{FF2B5EF4-FFF2-40B4-BE49-F238E27FC236}">
                <a16:creationId xmlns:a16="http://schemas.microsoft.com/office/drawing/2014/main" id="{A705CD95-1A5D-44DF-B377-E197B7DC9F4B}"/>
              </a:ext>
            </a:extLst>
          </p:cNvPr>
          <p:cNvSpPr>
            <a:spLocks noGrp="1"/>
          </p:cNvSpPr>
          <p:nvPr>
            <p:ph type="body" sz="quarter" idx="14"/>
          </p:nvPr>
        </p:nvSpPr>
        <p:spPr>
          <a:xfrm>
            <a:off x="422563" y="3086100"/>
            <a:ext cx="2825462" cy="1628777"/>
          </a:xfrm>
        </p:spPr>
        <p:txBody>
          <a:bodyPr/>
          <a:lstStyle>
            <a:lvl1pPr marL="0" indent="0">
              <a:lnSpc>
                <a:spcPct val="90000"/>
              </a:lnSpc>
              <a:buNone/>
              <a:defRPr sz="3300" b="1">
                <a:solidFill>
                  <a:schemeClr val="tx1"/>
                </a:solidFill>
              </a:defRPr>
            </a:lvl1pPr>
            <a:lvl2pPr marL="170259" indent="0">
              <a:lnSpc>
                <a:spcPct val="90000"/>
              </a:lnSpc>
              <a:buNone/>
              <a:defRPr sz="3300" b="1">
                <a:solidFill>
                  <a:schemeClr val="bg1"/>
                </a:solidFill>
              </a:defRPr>
            </a:lvl2pPr>
          </a:lstStyle>
          <a:p>
            <a:pPr lvl="0"/>
            <a:r>
              <a:rPr lang="en-US"/>
              <a:t>Click to edit Master text styles</a:t>
            </a:r>
          </a:p>
          <a:p>
            <a:pPr lvl="1"/>
            <a:r>
              <a:rPr lang="en-US"/>
              <a:t>Second level</a:t>
            </a:r>
          </a:p>
        </p:txBody>
      </p:sp>
      <p:sp>
        <p:nvSpPr>
          <p:cNvPr id="3" name="Rectangle 2">
            <a:extLst>
              <a:ext uri="{FF2B5EF4-FFF2-40B4-BE49-F238E27FC236}">
                <a16:creationId xmlns:a16="http://schemas.microsoft.com/office/drawing/2014/main" id="{82377B0C-1977-78BE-9100-982B02F0EB9E}"/>
              </a:ext>
              <a:ext uri="{C183D7F6-B498-43B3-948B-1728B52AA6E4}">
                <adec:decorative xmlns:adec="http://schemas.microsoft.com/office/drawing/2017/decorative" val="1"/>
              </a:ext>
            </a:extLst>
          </p:cNvPr>
          <p:cNvSpPr/>
          <p:nvPr userDrawn="1"/>
        </p:nvSpPr>
        <p:spPr>
          <a:xfrm>
            <a:off x="9332989" y="0"/>
            <a:ext cx="2308073" cy="51434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8580" rtlCol="0" anchor="t"/>
          <a:lstStyle/>
          <a:p>
            <a:pPr>
              <a:spcBef>
                <a:spcPts val="900"/>
              </a:spcBef>
            </a:pPr>
            <a:r>
              <a:rPr lang="en-US" sz="750" b="1" cap="all">
                <a:solidFill>
                  <a:schemeClr val="bg1"/>
                </a:solidFill>
              </a:rPr>
              <a:t>IMAGE Layout INSTRUCTIONS</a:t>
            </a:r>
          </a:p>
          <a:p>
            <a:pPr marL="130969" indent="-130969">
              <a:spcBef>
                <a:spcPts val="900"/>
              </a:spcBef>
              <a:buFont typeface="Avenir Next LT Pro" panose="020B0504020202020204" pitchFamily="34" charset="0"/>
              <a:buChar char="•"/>
            </a:pPr>
            <a:r>
              <a:rPr lang="en-US" sz="750">
                <a:solidFill>
                  <a:schemeClr val="bg1"/>
                </a:solidFill>
              </a:rPr>
              <a:t>Click the image icon. </a:t>
            </a:r>
            <a:br>
              <a:rPr lang="en-US" sz="750">
                <a:solidFill>
                  <a:schemeClr val="bg1"/>
                </a:solidFill>
              </a:rPr>
            </a:br>
            <a:r>
              <a:rPr lang="en-US" sz="750">
                <a:solidFill>
                  <a:schemeClr val="bg1"/>
                </a:solidFill>
              </a:rPr>
              <a:t>Find and insert your image. </a:t>
            </a:r>
          </a:p>
          <a:p>
            <a:pPr marL="130969" indent="-130969">
              <a:spcBef>
                <a:spcPts val="900"/>
              </a:spcBef>
              <a:buFont typeface="Avenir Next LT Pro" panose="020B0504020202020204" pitchFamily="34" charset="0"/>
              <a:buChar char="•"/>
            </a:pPr>
            <a:r>
              <a:rPr lang="en-US" sz="750">
                <a:solidFill>
                  <a:schemeClr val="bg1"/>
                </a:solidFill>
              </a:rPr>
              <a:t>The Slalom logo should be easy to read over your image. If it is hard to see, select the logo and change the color fill.</a:t>
            </a:r>
          </a:p>
          <a:p>
            <a:pPr marL="130969" indent="-130969">
              <a:spcBef>
                <a:spcPts val="900"/>
              </a:spcBef>
              <a:buFont typeface="Avenir Next LT Pro" panose="020B0504020202020204" pitchFamily="34" charset="0"/>
              <a:buChar char="•"/>
            </a:pPr>
            <a:r>
              <a:rPr lang="en-US" sz="750">
                <a:solidFill>
                  <a:schemeClr val="bg1"/>
                </a:solidFill>
              </a:rPr>
              <a:t>The logo should always be either </a:t>
            </a:r>
            <a:br>
              <a:rPr lang="en-US" sz="750">
                <a:solidFill>
                  <a:schemeClr val="bg1"/>
                </a:solidFill>
              </a:rPr>
            </a:br>
            <a:r>
              <a:rPr lang="en-US" sz="750">
                <a:solidFill>
                  <a:schemeClr val="bg1"/>
                </a:solidFill>
              </a:rPr>
              <a:t>Dark Gray, Text 1, White, Background 1 </a:t>
            </a:r>
            <a:br>
              <a:rPr lang="en-US" sz="750">
                <a:solidFill>
                  <a:schemeClr val="bg1"/>
                </a:solidFill>
              </a:rPr>
            </a:br>
            <a:r>
              <a:rPr lang="en-US" sz="750">
                <a:solidFill>
                  <a:schemeClr val="bg1"/>
                </a:solidFill>
              </a:rPr>
              <a:t>or Blue, Accent 1.</a:t>
            </a:r>
          </a:p>
        </p:txBody>
      </p:sp>
    </p:spTree>
    <p:extLst>
      <p:ext uri="{BB962C8B-B14F-4D97-AF65-F5344CB8AC3E}">
        <p14:creationId xmlns:p14="http://schemas.microsoft.com/office/powerpoint/2010/main" val="99973412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Closing Slide w/ Photo">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0DE460B-8492-496E-B905-F2014225D6A2}"/>
              </a:ext>
              <a:ext uri="{C183D7F6-B498-43B3-948B-1728B52AA6E4}">
                <adec:decorative xmlns:adec="http://schemas.microsoft.com/office/drawing/2017/decorative" val="0"/>
              </a:ext>
            </a:extLst>
          </p:cNvPr>
          <p:cNvSpPr>
            <a:spLocks noGrp="1"/>
          </p:cNvSpPr>
          <p:nvPr>
            <p:ph type="pic" idx="1" hasCustomPrompt="1"/>
          </p:nvPr>
        </p:nvSpPr>
        <p:spPr>
          <a:xfrm>
            <a:off x="104013" y="0"/>
            <a:ext cx="9039987" cy="5143500"/>
          </a:xfrm>
          <a:solidFill>
            <a:schemeClr val="accent2"/>
          </a:solidFill>
        </p:spPr>
        <p:txBody>
          <a:bodyPr/>
          <a:lstStyle>
            <a:lvl1pPr marL="0" indent="0" algn="l">
              <a:buNone/>
              <a:defRPr sz="675"/>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Step 1: Send this box to back by right clicking and choosing “Send to Back” </a:t>
            </a:r>
            <a:br>
              <a:rPr lang="en-US"/>
            </a:br>
            <a:r>
              <a:rPr lang="en-US"/>
              <a:t>Step 2: Click on the picture icon to insert picture</a:t>
            </a:r>
            <a:br>
              <a:rPr lang="en-US"/>
            </a:br>
            <a:r>
              <a:rPr lang="en-US"/>
              <a:t>Step 3: Click the Reset button on the Home tab to reset the position, size and formatting of the slide placeholders to their default setting</a:t>
            </a:r>
          </a:p>
        </p:txBody>
      </p:sp>
      <p:sp>
        <p:nvSpPr>
          <p:cNvPr id="6" name="Text Placeholder 9">
            <a:extLst>
              <a:ext uri="{FF2B5EF4-FFF2-40B4-BE49-F238E27FC236}">
                <a16:creationId xmlns:a16="http://schemas.microsoft.com/office/drawing/2014/main" id="{28414676-8C2E-4C48-83D5-8CFCC9B8F218}"/>
              </a:ext>
              <a:ext uri="{C183D7F6-B498-43B3-948B-1728B52AA6E4}">
                <adec:decorative xmlns:adec="http://schemas.microsoft.com/office/drawing/2017/decorative" val="1"/>
              </a:ext>
            </a:extLst>
          </p:cNvPr>
          <p:cNvSpPr>
            <a:spLocks noGrp="1"/>
          </p:cNvSpPr>
          <p:nvPr>
            <p:ph type="body" sz="quarter" idx="15" hasCustomPrompt="1"/>
          </p:nvPr>
        </p:nvSpPr>
        <p:spPr>
          <a:xfrm>
            <a:off x="104014" y="0"/>
            <a:ext cx="9039986" cy="5143500"/>
          </a:xfrm>
          <a:gradFill>
            <a:gsLst>
              <a:gs pos="0">
                <a:schemeClr val="bg1">
                  <a:alpha val="70000"/>
                </a:schemeClr>
              </a:gs>
              <a:gs pos="75000">
                <a:schemeClr val="bg1">
                  <a:alpha val="0"/>
                </a:schemeClr>
              </a:gs>
            </a:gsLst>
            <a:lin ang="0" scaled="1"/>
          </a:gradFill>
        </p:spPr>
        <p:txBody>
          <a:bodyPr/>
          <a:lstStyle>
            <a:lvl1pPr marL="0" indent="0">
              <a:buNone/>
              <a:defRPr sz="450"/>
            </a:lvl1pPr>
          </a:lstStyle>
          <a:p>
            <a:pPr lvl="0"/>
            <a:r>
              <a:rPr lang="en-US"/>
              <a:t> </a:t>
            </a:r>
          </a:p>
        </p:txBody>
      </p:sp>
      <p:grpSp>
        <p:nvGrpSpPr>
          <p:cNvPr id="14" name="Group 13">
            <a:extLst>
              <a:ext uri="{FF2B5EF4-FFF2-40B4-BE49-F238E27FC236}">
                <a16:creationId xmlns:a16="http://schemas.microsoft.com/office/drawing/2014/main" id="{37BA82E3-53D4-FA98-8B44-B71442611001}"/>
              </a:ext>
              <a:ext uri="{C183D7F6-B498-43B3-948B-1728B52AA6E4}">
                <adec:decorative xmlns:adec="http://schemas.microsoft.com/office/drawing/2017/decorative" val="1"/>
              </a:ext>
            </a:extLst>
          </p:cNvPr>
          <p:cNvGrpSpPr/>
          <p:nvPr userDrawn="1"/>
        </p:nvGrpSpPr>
        <p:grpSpPr>
          <a:xfrm rot="16200000" flipV="1">
            <a:off x="-2520315" y="2520315"/>
            <a:ext cx="5143500" cy="102870"/>
            <a:chOff x="0" y="6720840"/>
            <a:chExt cx="12192000" cy="137160"/>
          </a:xfrm>
        </p:grpSpPr>
        <p:sp>
          <p:nvSpPr>
            <p:cNvPr id="15" name="Rectangle 14">
              <a:extLst>
                <a:ext uri="{FF2B5EF4-FFF2-40B4-BE49-F238E27FC236}">
                  <a16:creationId xmlns:a16="http://schemas.microsoft.com/office/drawing/2014/main" id="{4BF59668-927C-BA73-04E1-B56F8B38C3D3}"/>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6" name="Rectangle 15">
              <a:extLst>
                <a:ext uri="{FF2B5EF4-FFF2-40B4-BE49-F238E27FC236}">
                  <a16:creationId xmlns:a16="http://schemas.microsoft.com/office/drawing/2014/main" id="{16E6C88C-0A69-E2C3-4053-0203BF58116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7" name="Rectangle 16">
              <a:extLst>
                <a:ext uri="{FF2B5EF4-FFF2-40B4-BE49-F238E27FC236}">
                  <a16:creationId xmlns:a16="http://schemas.microsoft.com/office/drawing/2014/main" id="{0DDFBFF7-0D18-495D-1359-E0223F0F5464}"/>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8" name="Rectangle 17">
              <a:extLst>
                <a:ext uri="{FF2B5EF4-FFF2-40B4-BE49-F238E27FC236}">
                  <a16:creationId xmlns:a16="http://schemas.microsoft.com/office/drawing/2014/main" id="{570F64E6-27FE-4CE9-4E6E-AD1D58A6A01D}"/>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9" name="Rectangle 18">
              <a:extLst>
                <a:ext uri="{FF2B5EF4-FFF2-40B4-BE49-F238E27FC236}">
                  <a16:creationId xmlns:a16="http://schemas.microsoft.com/office/drawing/2014/main" id="{9B33882B-32A2-AB44-06F0-C35E6653745B}"/>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grpSp>
      <p:sp>
        <p:nvSpPr>
          <p:cNvPr id="20" name="Text Placeholder 19">
            <a:extLst>
              <a:ext uri="{FF2B5EF4-FFF2-40B4-BE49-F238E27FC236}">
                <a16:creationId xmlns:a16="http://schemas.microsoft.com/office/drawing/2014/main" id="{66B90333-ACFA-DBAD-5680-2D98FE8927D8}"/>
              </a:ext>
              <a:ext uri="{C183D7F6-B498-43B3-948B-1728B52AA6E4}">
                <adec:decorative xmlns:adec="http://schemas.microsoft.com/office/drawing/2017/decorative" val="1"/>
              </a:ext>
            </a:extLst>
          </p:cNvPr>
          <p:cNvSpPr>
            <a:spLocks noGrp="1"/>
          </p:cNvSpPr>
          <p:nvPr>
            <p:ph type="body" sz="quarter" idx="10"/>
          </p:nvPr>
        </p:nvSpPr>
        <p:spPr>
          <a:xfrm>
            <a:off x="7746023" y="364524"/>
            <a:ext cx="972442" cy="253134"/>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tx1"/>
          </a:solidFill>
        </p:spPr>
        <p:txBody>
          <a:bodyPr wrap="square">
            <a:noAutofit/>
          </a:bodyPr>
          <a:lstStyle>
            <a:lvl1pPr marL="0" indent="0">
              <a:buNone/>
              <a:defRPr sz="300">
                <a:noFill/>
              </a:defRPr>
            </a:lvl1pPr>
            <a:lvl2pPr marL="170259" indent="0">
              <a:buNone/>
              <a:defRPr sz="450"/>
            </a:lvl2pPr>
            <a:lvl3pPr marL="345281" indent="0">
              <a:buNone/>
              <a:defRPr sz="450"/>
            </a:lvl3pPr>
            <a:lvl4pPr marL="469106" indent="0">
              <a:buNone/>
              <a:defRPr sz="450"/>
            </a:lvl4pPr>
            <a:lvl5pPr marL="598885" indent="0">
              <a:buNone/>
              <a:defRPr sz="450"/>
            </a:lvl5pPr>
          </a:lstStyle>
          <a:p>
            <a:pPr lvl="0"/>
            <a:r>
              <a:rPr lang="en-US"/>
              <a:t>Click to edit Master text styles</a:t>
            </a:r>
          </a:p>
        </p:txBody>
      </p:sp>
      <p:sp>
        <p:nvSpPr>
          <p:cNvPr id="25" name="Title 1">
            <a:extLst>
              <a:ext uri="{FF2B5EF4-FFF2-40B4-BE49-F238E27FC236}">
                <a16:creationId xmlns:a16="http://schemas.microsoft.com/office/drawing/2014/main" id="{51B977F1-062A-A4B4-E4B5-739EC8B298BC}"/>
              </a:ext>
            </a:extLst>
          </p:cNvPr>
          <p:cNvSpPr>
            <a:spLocks noGrp="1"/>
          </p:cNvSpPr>
          <p:nvPr>
            <p:ph type="ctrTitle"/>
          </p:nvPr>
        </p:nvSpPr>
        <p:spPr>
          <a:xfrm>
            <a:off x="422563" y="428625"/>
            <a:ext cx="2654012" cy="4286252"/>
          </a:xfrm>
        </p:spPr>
        <p:txBody>
          <a:bodyPr anchor="ctr"/>
          <a:lstStyle>
            <a:lvl1pPr algn="l">
              <a:defRPr sz="4050">
                <a:solidFill>
                  <a:schemeClr val="tx1"/>
                </a:solidFill>
              </a:defRPr>
            </a:lvl1pPr>
          </a:lstStyle>
          <a:p>
            <a:r>
              <a:rPr lang="en-US"/>
              <a:t>Click to edit Master title style</a:t>
            </a:r>
          </a:p>
        </p:txBody>
      </p:sp>
      <p:sp>
        <p:nvSpPr>
          <p:cNvPr id="4" name="Rectangle 3">
            <a:extLst>
              <a:ext uri="{FF2B5EF4-FFF2-40B4-BE49-F238E27FC236}">
                <a16:creationId xmlns:a16="http://schemas.microsoft.com/office/drawing/2014/main" id="{A98816F9-B1F6-55A2-2F55-37CD35E66C50}"/>
              </a:ext>
              <a:ext uri="{C183D7F6-B498-43B3-948B-1728B52AA6E4}">
                <adec:decorative xmlns:adec="http://schemas.microsoft.com/office/drawing/2017/decorative" val="1"/>
              </a:ext>
            </a:extLst>
          </p:cNvPr>
          <p:cNvSpPr/>
          <p:nvPr userDrawn="1"/>
        </p:nvSpPr>
        <p:spPr>
          <a:xfrm>
            <a:off x="9332989" y="0"/>
            <a:ext cx="2308073" cy="51434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68580" rtlCol="0" anchor="t"/>
          <a:lstStyle/>
          <a:p>
            <a:pPr>
              <a:spcBef>
                <a:spcPts val="900"/>
              </a:spcBef>
            </a:pPr>
            <a:r>
              <a:rPr lang="en-US" sz="750" b="1" cap="all">
                <a:solidFill>
                  <a:schemeClr val="tx1"/>
                </a:solidFill>
              </a:rPr>
              <a:t>IMAGE Layout INSTRUCTIONS</a:t>
            </a:r>
          </a:p>
          <a:p>
            <a:pPr marL="130969" indent="-130969">
              <a:spcBef>
                <a:spcPts val="900"/>
              </a:spcBef>
              <a:buFont typeface="Avenir Next LT Pro" panose="020B0504020202020204" pitchFamily="34" charset="0"/>
              <a:buChar char="•"/>
            </a:pPr>
            <a:r>
              <a:rPr lang="en-US" sz="750">
                <a:solidFill>
                  <a:schemeClr val="tx1"/>
                </a:solidFill>
              </a:rPr>
              <a:t>This layout is built in layers, with a colored overlay that should hover over the image. </a:t>
            </a:r>
          </a:p>
          <a:p>
            <a:pPr marL="130969" indent="-130969">
              <a:spcBef>
                <a:spcPts val="900"/>
              </a:spcBef>
              <a:buFont typeface="Avenir Next LT Pro" panose="020B0504020202020204" pitchFamily="34" charset="0"/>
              <a:buChar char="•"/>
            </a:pPr>
            <a:r>
              <a:rPr lang="en-US" sz="750">
                <a:solidFill>
                  <a:schemeClr val="tx1"/>
                </a:solidFill>
              </a:rPr>
              <a:t>In order to add an image, click on the </a:t>
            </a:r>
            <a:br>
              <a:rPr lang="en-US" sz="750">
                <a:solidFill>
                  <a:schemeClr val="tx1"/>
                </a:solidFill>
              </a:rPr>
            </a:br>
            <a:r>
              <a:rPr lang="en-US" sz="750">
                <a:solidFill>
                  <a:schemeClr val="tx1"/>
                </a:solidFill>
              </a:rPr>
              <a:t>gradient shape with the dotted line. </a:t>
            </a:r>
            <a:br>
              <a:rPr lang="en-US" sz="750">
                <a:solidFill>
                  <a:schemeClr val="tx1"/>
                </a:solidFill>
              </a:rPr>
            </a:br>
            <a:r>
              <a:rPr lang="en-US" sz="750">
                <a:solidFill>
                  <a:schemeClr val="tx1"/>
                </a:solidFill>
              </a:rPr>
              <a:t>Use Arrange &gt; Send to back.</a:t>
            </a:r>
          </a:p>
          <a:p>
            <a:pPr marL="130969" indent="-130969">
              <a:spcBef>
                <a:spcPts val="900"/>
              </a:spcBef>
              <a:buFont typeface="Avenir Next LT Pro" panose="020B0504020202020204" pitchFamily="34" charset="0"/>
              <a:buChar char="•"/>
            </a:pPr>
            <a:r>
              <a:rPr lang="en-US" sz="750">
                <a:solidFill>
                  <a:schemeClr val="tx1"/>
                </a:solidFill>
              </a:rPr>
              <a:t>Now the image icon will be clickable. </a:t>
            </a:r>
            <a:br>
              <a:rPr lang="en-US" sz="750">
                <a:solidFill>
                  <a:schemeClr val="tx1"/>
                </a:solidFill>
              </a:rPr>
            </a:br>
            <a:r>
              <a:rPr lang="en-US" sz="750">
                <a:solidFill>
                  <a:schemeClr val="tx1"/>
                </a:solidFill>
              </a:rPr>
              <a:t>Find and insert your image. </a:t>
            </a:r>
          </a:p>
          <a:p>
            <a:pPr marL="130969" indent="-130969">
              <a:spcBef>
                <a:spcPts val="900"/>
              </a:spcBef>
              <a:buFont typeface="Avenir Next LT Pro" panose="020B0504020202020204" pitchFamily="34" charset="0"/>
              <a:buChar char="•"/>
            </a:pPr>
            <a:r>
              <a:rPr lang="en-US" sz="750">
                <a:solidFill>
                  <a:schemeClr val="tx1"/>
                </a:solidFill>
              </a:rPr>
              <a:t>To correct the order, use the Reset button. </a:t>
            </a:r>
            <a:br>
              <a:rPr lang="en-US" sz="750">
                <a:solidFill>
                  <a:schemeClr val="tx1"/>
                </a:solidFill>
              </a:rPr>
            </a:br>
            <a:r>
              <a:rPr lang="en-US" sz="750">
                <a:solidFill>
                  <a:schemeClr val="tx1"/>
                </a:solidFill>
              </a:rPr>
              <a:t>If the Reset button upsets any cropping, </a:t>
            </a:r>
            <a:br>
              <a:rPr lang="en-US" sz="750">
                <a:solidFill>
                  <a:schemeClr val="tx1"/>
                </a:solidFill>
              </a:rPr>
            </a:br>
            <a:r>
              <a:rPr lang="en-US" sz="750">
                <a:solidFill>
                  <a:schemeClr val="tx1"/>
                </a:solidFill>
              </a:rPr>
              <a:t>use Arrange &gt; Send to back when selected </a:t>
            </a:r>
            <a:br>
              <a:rPr lang="en-US" sz="750">
                <a:solidFill>
                  <a:schemeClr val="tx1"/>
                </a:solidFill>
              </a:rPr>
            </a:br>
            <a:r>
              <a:rPr lang="en-US" sz="750">
                <a:solidFill>
                  <a:schemeClr val="tx1"/>
                </a:solidFill>
              </a:rPr>
              <a:t>on the image. </a:t>
            </a:r>
          </a:p>
          <a:p>
            <a:pPr marL="130969" indent="-130969">
              <a:spcBef>
                <a:spcPts val="900"/>
              </a:spcBef>
              <a:buFont typeface="Avenir Next LT Pro" panose="020B0504020202020204" pitchFamily="34" charset="0"/>
              <a:buChar char="•"/>
            </a:pPr>
            <a:r>
              <a:rPr lang="en-US" sz="750">
                <a:solidFill>
                  <a:schemeClr val="tx1"/>
                </a:solidFill>
              </a:rPr>
              <a:t>The Slalom logo should be easy to read over your image. If it is hard to see, select the logo and change the color fill.</a:t>
            </a:r>
          </a:p>
          <a:p>
            <a:pPr marL="130969" indent="-130969">
              <a:spcBef>
                <a:spcPts val="900"/>
              </a:spcBef>
              <a:buFont typeface="Avenir Next LT Pro" panose="020B0504020202020204" pitchFamily="34" charset="0"/>
              <a:buChar char="•"/>
            </a:pPr>
            <a:r>
              <a:rPr lang="en-US" sz="750">
                <a:solidFill>
                  <a:schemeClr val="tx1"/>
                </a:solidFill>
              </a:rPr>
              <a:t>The logo should always be either </a:t>
            </a:r>
            <a:br>
              <a:rPr lang="en-US" sz="750">
                <a:solidFill>
                  <a:schemeClr val="tx1"/>
                </a:solidFill>
              </a:rPr>
            </a:br>
            <a:r>
              <a:rPr lang="en-US" sz="750">
                <a:solidFill>
                  <a:schemeClr val="tx1"/>
                </a:solidFill>
              </a:rPr>
              <a:t>Dark Gray, Text 1, White, Background 1 </a:t>
            </a:r>
            <a:br>
              <a:rPr lang="en-US" sz="750">
                <a:solidFill>
                  <a:schemeClr val="tx1"/>
                </a:solidFill>
              </a:rPr>
            </a:br>
            <a:r>
              <a:rPr lang="en-US" sz="750">
                <a:solidFill>
                  <a:schemeClr val="tx1"/>
                </a:solidFill>
              </a:rPr>
              <a:t>or Blue, Accent 1.</a:t>
            </a:r>
          </a:p>
        </p:txBody>
      </p:sp>
    </p:spTree>
    <p:extLst>
      <p:ext uri="{BB962C8B-B14F-4D97-AF65-F5344CB8AC3E}">
        <p14:creationId xmlns:p14="http://schemas.microsoft.com/office/powerpoint/2010/main" val="263140172"/>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End of Layout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1D0389B-2D1F-4848-A9BB-0548CDA2FD89}"/>
              </a:ext>
            </a:extLst>
          </p:cNvPr>
          <p:cNvSpPr/>
          <p:nvPr/>
        </p:nvSpPr>
        <p:spPr>
          <a:xfrm>
            <a:off x="0" y="0"/>
            <a:ext cx="9144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n-US" sz="8625" b="1" cap="all" baseline="0"/>
              <a:t>Do not use layouts past this point</a:t>
            </a:r>
          </a:p>
        </p:txBody>
      </p:sp>
    </p:spTree>
    <p:extLst>
      <p:ext uri="{BB962C8B-B14F-4D97-AF65-F5344CB8AC3E}">
        <p14:creationId xmlns:p14="http://schemas.microsoft.com/office/powerpoint/2010/main" val="195600018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1_Cover Slide w/ Photo">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0DE460B-8492-496E-B905-F2014225D6A2}"/>
              </a:ext>
              <a:ext uri="{C183D7F6-B498-43B3-948B-1728B52AA6E4}">
                <adec:decorative xmlns:adec="http://schemas.microsoft.com/office/drawing/2017/decorative" val="1"/>
              </a:ext>
            </a:extLst>
          </p:cNvPr>
          <p:cNvSpPr>
            <a:spLocks noGrp="1"/>
          </p:cNvSpPr>
          <p:nvPr>
            <p:ph type="pic" idx="1" hasCustomPrompt="1"/>
          </p:nvPr>
        </p:nvSpPr>
        <p:spPr>
          <a:xfrm>
            <a:off x="104013" y="0"/>
            <a:ext cx="9039987" cy="5143500"/>
          </a:xfrm>
          <a:solidFill>
            <a:schemeClr val="accent2"/>
          </a:solidFill>
        </p:spPr>
        <p:txBody>
          <a:bodyPr/>
          <a:lstStyle>
            <a:lvl1pPr marL="0" indent="0" algn="l">
              <a:buNone/>
              <a:defRPr sz="675"/>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Step 1: Send this box to back by right clicking and choosing “Send to Back” </a:t>
            </a:r>
            <a:br>
              <a:rPr lang="en-US"/>
            </a:br>
            <a:r>
              <a:rPr lang="en-US"/>
              <a:t>Step 2: Click on the picture icon to insert picture</a:t>
            </a:r>
            <a:br>
              <a:rPr lang="en-US"/>
            </a:br>
            <a:r>
              <a:rPr lang="en-US"/>
              <a:t>Step 3: Click the Reset button on the Home tab to reset the position, size and formatting of the slide placeholders to their default setting</a:t>
            </a:r>
          </a:p>
        </p:txBody>
      </p:sp>
      <p:sp>
        <p:nvSpPr>
          <p:cNvPr id="6" name="Text Placeholder 9">
            <a:extLst>
              <a:ext uri="{FF2B5EF4-FFF2-40B4-BE49-F238E27FC236}">
                <a16:creationId xmlns:a16="http://schemas.microsoft.com/office/drawing/2014/main" id="{28414676-8C2E-4C48-83D5-8CFCC9B8F218}"/>
              </a:ext>
              <a:ext uri="{C183D7F6-B498-43B3-948B-1728B52AA6E4}">
                <adec:decorative xmlns:adec="http://schemas.microsoft.com/office/drawing/2017/decorative" val="1"/>
              </a:ext>
            </a:extLst>
          </p:cNvPr>
          <p:cNvSpPr>
            <a:spLocks noGrp="1"/>
          </p:cNvSpPr>
          <p:nvPr>
            <p:ph type="body" sz="quarter" idx="15" hasCustomPrompt="1"/>
          </p:nvPr>
        </p:nvSpPr>
        <p:spPr>
          <a:xfrm>
            <a:off x="104014" y="0"/>
            <a:ext cx="9039986" cy="5143500"/>
          </a:xfrm>
          <a:gradFill>
            <a:gsLst>
              <a:gs pos="0">
                <a:schemeClr val="bg1">
                  <a:alpha val="70000"/>
                </a:schemeClr>
              </a:gs>
              <a:gs pos="75000">
                <a:schemeClr val="bg1">
                  <a:alpha val="0"/>
                </a:schemeClr>
              </a:gs>
            </a:gsLst>
            <a:lin ang="0" scaled="1"/>
          </a:gradFill>
        </p:spPr>
        <p:txBody>
          <a:bodyPr/>
          <a:lstStyle>
            <a:lvl1pPr marL="0" indent="0">
              <a:buNone/>
              <a:defRPr sz="450"/>
            </a:lvl1pPr>
          </a:lstStyle>
          <a:p>
            <a:pPr lvl="0"/>
            <a:r>
              <a:rPr lang="en-US"/>
              <a:t> </a:t>
            </a:r>
          </a:p>
        </p:txBody>
      </p:sp>
      <p:grpSp>
        <p:nvGrpSpPr>
          <p:cNvPr id="14" name="Group 13">
            <a:extLst>
              <a:ext uri="{FF2B5EF4-FFF2-40B4-BE49-F238E27FC236}">
                <a16:creationId xmlns:a16="http://schemas.microsoft.com/office/drawing/2014/main" id="{37BA82E3-53D4-FA98-8B44-B71442611001}"/>
              </a:ext>
              <a:ext uri="{C183D7F6-B498-43B3-948B-1728B52AA6E4}">
                <adec:decorative xmlns:adec="http://schemas.microsoft.com/office/drawing/2017/decorative" val="1"/>
              </a:ext>
            </a:extLst>
          </p:cNvPr>
          <p:cNvGrpSpPr/>
          <p:nvPr userDrawn="1"/>
        </p:nvGrpSpPr>
        <p:grpSpPr>
          <a:xfrm rot="16200000" flipV="1">
            <a:off x="-2520315" y="2520315"/>
            <a:ext cx="5143500" cy="102870"/>
            <a:chOff x="0" y="6720840"/>
            <a:chExt cx="12192000" cy="137160"/>
          </a:xfrm>
        </p:grpSpPr>
        <p:sp>
          <p:nvSpPr>
            <p:cNvPr id="15" name="Rectangle 14">
              <a:extLst>
                <a:ext uri="{FF2B5EF4-FFF2-40B4-BE49-F238E27FC236}">
                  <a16:creationId xmlns:a16="http://schemas.microsoft.com/office/drawing/2014/main" id="{4BF59668-927C-BA73-04E1-B56F8B38C3D3}"/>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6" name="Rectangle 15">
              <a:extLst>
                <a:ext uri="{FF2B5EF4-FFF2-40B4-BE49-F238E27FC236}">
                  <a16:creationId xmlns:a16="http://schemas.microsoft.com/office/drawing/2014/main" id="{16E6C88C-0A69-E2C3-4053-0203BF58116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7" name="Rectangle 16">
              <a:extLst>
                <a:ext uri="{FF2B5EF4-FFF2-40B4-BE49-F238E27FC236}">
                  <a16:creationId xmlns:a16="http://schemas.microsoft.com/office/drawing/2014/main" id="{0DDFBFF7-0D18-495D-1359-E0223F0F5464}"/>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8" name="Rectangle 17">
              <a:extLst>
                <a:ext uri="{FF2B5EF4-FFF2-40B4-BE49-F238E27FC236}">
                  <a16:creationId xmlns:a16="http://schemas.microsoft.com/office/drawing/2014/main" id="{570F64E6-27FE-4CE9-4E6E-AD1D58A6A01D}"/>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9" name="Rectangle 18">
              <a:extLst>
                <a:ext uri="{FF2B5EF4-FFF2-40B4-BE49-F238E27FC236}">
                  <a16:creationId xmlns:a16="http://schemas.microsoft.com/office/drawing/2014/main" id="{9B33882B-32A2-AB44-06F0-C35E6653745B}"/>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grpSp>
      <p:sp>
        <p:nvSpPr>
          <p:cNvPr id="20" name="Text Placeholder 19">
            <a:extLst>
              <a:ext uri="{FF2B5EF4-FFF2-40B4-BE49-F238E27FC236}">
                <a16:creationId xmlns:a16="http://schemas.microsoft.com/office/drawing/2014/main" id="{66B90333-ACFA-DBAD-5680-2D98FE8927D8}"/>
              </a:ext>
              <a:ext uri="{C183D7F6-B498-43B3-948B-1728B52AA6E4}">
                <adec:decorative xmlns:adec="http://schemas.microsoft.com/office/drawing/2017/decorative" val="1"/>
              </a:ext>
            </a:extLst>
          </p:cNvPr>
          <p:cNvSpPr>
            <a:spLocks noGrp="1"/>
          </p:cNvSpPr>
          <p:nvPr>
            <p:ph type="body" sz="quarter" idx="10"/>
          </p:nvPr>
        </p:nvSpPr>
        <p:spPr>
          <a:xfrm>
            <a:off x="7746023" y="365328"/>
            <a:ext cx="969352" cy="252330"/>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tx1"/>
          </a:solidFill>
        </p:spPr>
        <p:txBody>
          <a:bodyPr wrap="square">
            <a:noAutofit/>
          </a:bodyPr>
          <a:lstStyle>
            <a:lvl1pPr marL="0" indent="0">
              <a:buNone/>
              <a:defRPr sz="300">
                <a:noFill/>
              </a:defRPr>
            </a:lvl1pPr>
            <a:lvl2pPr marL="170259" indent="0">
              <a:buNone/>
              <a:defRPr sz="450"/>
            </a:lvl2pPr>
            <a:lvl3pPr marL="345281" indent="0">
              <a:buNone/>
              <a:defRPr sz="450"/>
            </a:lvl3pPr>
            <a:lvl4pPr marL="469106" indent="0">
              <a:buNone/>
              <a:defRPr sz="450"/>
            </a:lvl4pPr>
            <a:lvl5pPr marL="598885" indent="0">
              <a:buNone/>
              <a:defRPr sz="450"/>
            </a:lvl5pPr>
          </a:lstStyle>
          <a:p>
            <a:pPr lvl="0"/>
            <a:r>
              <a:rPr lang="en-US"/>
              <a:t>Click to edit Master text styles</a:t>
            </a:r>
          </a:p>
        </p:txBody>
      </p:sp>
      <p:sp>
        <p:nvSpPr>
          <p:cNvPr id="23" name="Text Placeholder 4">
            <a:extLst>
              <a:ext uri="{FF2B5EF4-FFF2-40B4-BE49-F238E27FC236}">
                <a16:creationId xmlns:a16="http://schemas.microsoft.com/office/drawing/2014/main" id="{F1FB8FC4-A6F7-F57C-F441-E6B1F67BF010}"/>
              </a:ext>
              <a:ext uri="{C183D7F6-B498-43B3-948B-1728B52AA6E4}">
                <adec:decorative xmlns:adec="http://schemas.microsoft.com/office/drawing/2017/decorative" val="0"/>
              </a:ext>
            </a:extLst>
          </p:cNvPr>
          <p:cNvSpPr>
            <a:spLocks noGrp="1"/>
          </p:cNvSpPr>
          <p:nvPr>
            <p:ph type="body" sz="quarter" idx="14" hasCustomPrompt="1"/>
          </p:nvPr>
        </p:nvSpPr>
        <p:spPr>
          <a:xfrm>
            <a:off x="422564" y="424216"/>
            <a:ext cx="2654012" cy="259061"/>
          </a:xfrm>
        </p:spPr>
        <p:txBody>
          <a:bodyPr anchor="ctr"/>
          <a:lstStyle>
            <a:lvl1pPr marL="0" indent="0">
              <a:buNone/>
              <a:defRPr sz="900" b="1" cap="all" spc="113" baseline="0"/>
            </a:lvl1pPr>
            <a:lvl2pPr>
              <a:defRPr sz="825"/>
            </a:lvl2pPr>
            <a:lvl3pPr>
              <a:defRPr sz="600"/>
            </a:lvl3pPr>
            <a:lvl4pPr>
              <a:defRPr sz="600"/>
            </a:lvl4pPr>
            <a:lvl5pPr>
              <a:defRPr sz="600"/>
            </a:lvl5pPr>
          </a:lstStyle>
          <a:p>
            <a:pPr lvl="0"/>
            <a:r>
              <a:rPr lang="en-US"/>
              <a:t>Deck type</a:t>
            </a:r>
          </a:p>
        </p:txBody>
      </p:sp>
      <p:sp>
        <p:nvSpPr>
          <p:cNvPr id="24" name="Text Placeholder 4">
            <a:extLst>
              <a:ext uri="{FF2B5EF4-FFF2-40B4-BE49-F238E27FC236}">
                <a16:creationId xmlns:a16="http://schemas.microsoft.com/office/drawing/2014/main" id="{BB7B25CB-74BE-4D5A-17D6-D0109DEB0460}"/>
              </a:ext>
              <a:ext uri="{C183D7F6-B498-43B3-948B-1728B52AA6E4}">
                <adec:decorative xmlns:adec="http://schemas.microsoft.com/office/drawing/2017/decorative" val="0"/>
              </a:ext>
            </a:extLst>
          </p:cNvPr>
          <p:cNvSpPr>
            <a:spLocks noGrp="1"/>
          </p:cNvSpPr>
          <p:nvPr>
            <p:ph type="body" sz="quarter" idx="17" hasCustomPrompt="1"/>
          </p:nvPr>
        </p:nvSpPr>
        <p:spPr>
          <a:xfrm>
            <a:off x="422564" y="608216"/>
            <a:ext cx="2654012" cy="259061"/>
          </a:xfrm>
        </p:spPr>
        <p:txBody>
          <a:bodyPr anchor="ctr"/>
          <a:lstStyle>
            <a:lvl1pPr marL="0" indent="0">
              <a:buNone/>
              <a:defRPr sz="900" b="1" cap="all" spc="113" baseline="0"/>
            </a:lvl1pPr>
            <a:lvl2pPr>
              <a:defRPr sz="825"/>
            </a:lvl2pPr>
            <a:lvl3pPr>
              <a:defRPr sz="600"/>
            </a:lvl3pPr>
            <a:lvl4pPr>
              <a:defRPr sz="600"/>
            </a:lvl4pPr>
            <a:lvl5pPr>
              <a:defRPr sz="600"/>
            </a:lvl5pPr>
          </a:lstStyle>
          <a:p>
            <a:pPr lvl="0"/>
            <a:r>
              <a:rPr lang="en-US"/>
              <a:t>Date</a:t>
            </a:r>
          </a:p>
        </p:txBody>
      </p:sp>
      <p:sp>
        <p:nvSpPr>
          <p:cNvPr id="25" name="Title 1">
            <a:extLst>
              <a:ext uri="{FF2B5EF4-FFF2-40B4-BE49-F238E27FC236}">
                <a16:creationId xmlns:a16="http://schemas.microsoft.com/office/drawing/2014/main" id="{51B977F1-062A-A4B4-E4B5-739EC8B298BC}"/>
              </a:ext>
            </a:extLst>
          </p:cNvPr>
          <p:cNvSpPr>
            <a:spLocks noGrp="1"/>
          </p:cNvSpPr>
          <p:nvPr>
            <p:ph type="ctrTitle"/>
          </p:nvPr>
        </p:nvSpPr>
        <p:spPr>
          <a:xfrm>
            <a:off x="422563" y="1328571"/>
            <a:ext cx="2654012" cy="2477508"/>
          </a:xfrm>
        </p:spPr>
        <p:txBody>
          <a:bodyPr anchor="b"/>
          <a:lstStyle>
            <a:lvl1pPr algn="l">
              <a:defRPr sz="4050">
                <a:solidFill>
                  <a:schemeClr val="tx1"/>
                </a:solidFill>
              </a:defRPr>
            </a:lvl1pPr>
          </a:lstStyle>
          <a:p>
            <a:r>
              <a:rPr lang="en-US"/>
              <a:t>Click to edit Master title style</a:t>
            </a:r>
          </a:p>
        </p:txBody>
      </p:sp>
      <p:sp>
        <p:nvSpPr>
          <p:cNvPr id="21" name="Subtitle 2">
            <a:extLst>
              <a:ext uri="{FF2B5EF4-FFF2-40B4-BE49-F238E27FC236}">
                <a16:creationId xmlns:a16="http://schemas.microsoft.com/office/drawing/2014/main" id="{835A53F7-8D58-2C59-47EC-36F5C4D66C1D}"/>
              </a:ext>
            </a:extLst>
          </p:cNvPr>
          <p:cNvSpPr>
            <a:spLocks noGrp="1"/>
          </p:cNvSpPr>
          <p:nvPr>
            <p:ph type="subTitle" idx="16"/>
          </p:nvPr>
        </p:nvSpPr>
        <p:spPr>
          <a:xfrm>
            <a:off x="422564" y="3979024"/>
            <a:ext cx="2647949" cy="210767"/>
          </a:xfrm>
        </p:spPr>
        <p:txBody>
          <a:bodyPr/>
          <a:lstStyle>
            <a:lvl1pPr marL="0" indent="0" algn="l">
              <a:spcBef>
                <a:spcPts val="0"/>
              </a:spcBef>
              <a:buNone/>
              <a:defRPr sz="1050" b="1"/>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22" name="Text Placeholder 4">
            <a:extLst>
              <a:ext uri="{FF2B5EF4-FFF2-40B4-BE49-F238E27FC236}">
                <a16:creationId xmlns:a16="http://schemas.microsoft.com/office/drawing/2014/main" id="{4D624161-1603-24F0-E65F-7939967C247B}"/>
              </a:ext>
            </a:extLst>
          </p:cNvPr>
          <p:cNvSpPr>
            <a:spLocks noGrp="1"/>
          </p:cNvSpPr>
          <p:nvPr>
            <p:ph type="body" sz="quarter" idx="13"/>
          </p:nvPr>
        </p:nvSpPr>
        <p:spPr>
          <a:xfrm>
            <a:off x="422565" y="4234704"/>
            <a:ext cx="2647949" cy="480171"/>
          </a:xfrm>
        </p:spPr>
        <p:txBody>
          <a:bodyPr/>
          <a:lstStyle>
            <a:lvl1pPr marL="0" indent="0">
              <a:buNone/>
              <a:defRPr sz="1050"/>
            </a:lvl1pPr>
            <a:lvl2pPr>
              <a:defRPr sz="825"/>
            </a:lvl2pPr>
            <a:lvl3pPr>
              <a:defRPr sz="600"/>
            </a:lvl3pPr>
            <a:lvl4pPr>
              <a:defRPr sz="600"/>
            </a:lvl4pPr>
            <a:lvl5pPr>
              <a:defRPr sz="600"/>
            </a:lvl5pPr>
          </a:lstStyle>
          <a:p>
            <a:pPr lvl="0"/>
            <a:r>
              <a:rPr lang="en-US"/>
              <a:t>Click to edit Master text styles</a:t>
            </a:r>
          </a:p>
        </p:txBody>
      </p:sp>
    </p:spTree>
    <p:extLst>
      <p:ext uri="{BB962C8B-B14F-4D97-AF65-F5344CB8AC3E}">
        <p14:creationId xmlns:p14="http://schemas.microsoft.com/office/powerpoint/2010/main" val="1936210588"/>
      </p:ext>
    </p:extLst>
  </p:cSld>
  <p:clrMapOvr>
    <a:overrideClrMapping bg1="dk1" tx1="lt1" bg2="dk2" tx2="lt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photo_third_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0DD45-DDDF-68D8-A609-7326324CCFFA}"/>
              </a:ext>
            </a:extLst>
          </p:cNvPr>
          <p:cNvSpPr>
            <a:spLocks noGrp="1"/>
          </p:cNvSpPr>
          <p:nvPr>
            <p:ph type="title"/>
          </p:nvPr>
        </p:nvSpPr>
        <p:spPr>
          <a:xfrm>
            <a:off x="428625" y="428626"/>
            <a:ext cx="4762500" cy="742950"/>
          </a:xfrm>
        </p:spPr>
        <p:txBody>
          <a:bodyPr/>
          <a:lstStyle/>
          <a:p>
            <a:r>
              <a:rPr lang="en-US"/>
              <a:t>Click to edit Master title style</a:t>
            </a:r>
          </a:p>
        </p:txBody>
      </p:sp>
      <p:sp>
        <p:nvSpPr>
          <p:cNvPr id="14" name="Text Placeholder 11">
            <a:extLst>
              <a:ext uri="{FF2B5EF4-FFF2-40B4-BE49-F238E27FC236}">
                <a16:creationId xmlns:a16="http://schemas.microsoft.com/office/drawing/2014/main" id="{C27851C0-8280-23F1-C1F1-61A42B09F85B}"/>
              </a:ext>
            </a:extLst>
          </p:cNvPr>
          <p:cNvSpPr>
            <a:spLocks noGrp="1"/>
          </p:cNvSpPr>
          <p:nvPr>
            <p:ph type="body" sz="quarter" idx="20"/>
          </p:nvPr>
        </p:nvSpPr>
        <p:spPr>
          <a:xfrm>
            <a:off x="428625" y="1314451"/>
            <a:ext cx="4762500" cy="342900"/>
          </a:xfrm>
        </p:spPr>
        <p:txBody>
          <a:bodyPr/>
          <a:lstStyle>
            <a:lvl1pPr marL="0" indent="0">
              <a:lnSpc>
                <a:spcPct val="90000"/>
              </a:lnSpc>
              <a:buNone/>
              <a:defRPr sz="1650"/>
            </a:lvl1pPr>
            <a:lvl2pPr marL="170259" indent="0">
              <a:buNone/>
              <a:defRPr/>
            </a:lvl2pPr>
            <a:lvl3pPr marL="345281" indent="0">
              <a:buNone/>
              <a:defRPr/>
            </a:lvl3pPr>
            <a:lvl4pPr marL="469106" indent="0">
              <a:buNone/>
              <a:defRPr/>
            </a:lvl4pPr>
            <a:lvl5pPr marL="598885" indent="0">
              <a:buNone/>
              <a:defRPr/>
            </a:lvl5pPr>
          </a:lstStyle>
          <a:p>
            <a:pPr lvl="0"/>
            <a:r>
              <a:rPr lang="en-US"/>
              <a:t>Click to edit Master text styles</a:t>
            </a:r>
          </a:p>
        </p:txBody>
      </p:sp>
      <p:sp>
        <p:nvSpPr>
          <p:cNvPr id="12" name="Subtitle 2">
            <a:extLst>
              <a:ext uri="{FF2B5EF4-FFF2-40B4-BE49-F238E27FC236}">
                <a16:creationId xmlns:a16="http://schemas.microsoft.com/office/drawing/2014/main" id="{16225857-C4D6-9156-FF86-1348FDCB6D11}"/>
              </a:ext>
            </a:extLst>
          </p:cNvPr>
          <p:cNvSpPr>
            <a:spLocks noGrp="1"/>
          </p:cNvSpPr>
          <p:nvPr>
            <p:ph type="subTitle" idx="1" hasCustomPrompt="1"/>
          </p:nvPr>
        </p:nvSpPr>
        <p:spPr>
          <a:xfrm>
            <a:off x="428625" y="2188591"/>
            <a:ext cx="4762500" cy="220282"/>
          </a:xfrm>
        </p:spPr>
        <p:txBody>
          <a:bodyPr anchor="b"/>
          <a:lstStyle>
            <a:lvl1pPr marL="0" indent="0" algn="l">
              <a:spcBef>
                <a:spcPts val="0"/>
              </a:spcBef>
              <a:buNone/>
              <a:defRPr sz="1050" b="1"/>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text styles</a:t>
            </a:r>
          </a:p>
        </p:txBody>
      </p:sp>
      <p:sp>
        <p:nvSpPr>
          <p:cNvPr id="13" name="Text Placeholder 4">
            <a:extLst>
              <a:ext uri="{FF2B5EF4-FFF2-40B4-BE49-F238E27FC236}">
                <a16:creationId xmlns:a16="http://schemas.microsoft.com/office/drawing/2014/main" id="{2D05E4BD-23C9-BDF3-DAD0-982C8714FBDC}"/>
              </a:ext>
            </a:extLst>
          </p:cNvPr>
          <p:cNvSpPr>
            <a:spLocks noGrp="1"/>
          </p:cNvSpPr>
          <p:nvPr>
            <p:ph type="body" sz="quarter" idx="14"/>
          </p:nvPr>
        </p:nvSpPr>
        <p:spPr>
          <a:xfrm>
            <a:off x="428626" y="2571750"/>
            <a:ext cx="4762500" cy="2143125"/>
          </a:xfrm>
        </p:spPr>
        <p:txBody>
          <a:bodyPr/>
          <a:lstStyle>
            <a:lvl1pPr marL="0" indent="0">
              <a:buNone/>
              <a:defRPr sz="1050"/>
            </a:lvl1pPr>
            <a:lvl2pPr>
              <a:defRPr sz="825"/>
            </a:lvl2pPr>
            <a:lvl3pPr>
              <a:defRPr sz="600"/>
            </a:lvl3pPr>
            <a:lvl4pPr>
              <a:defRPr sz="600"/>
            </a:lvl4pPr>
            <a:lvl5pPr>
              <a:defRPr sz="600"/>
            </a:lvl5pPr>
          </a:lstStyle>
          <a:p>
            <a:pPr lvl="0"/>
            <a:r>
              <a:rPr lang="en-US"/>
              <a:t>Click to edit Master text styles</a:t>
            </a:r>
          </a:p>
        </p:txBody>
      </p:sp>
      <p:sp>
        <p:nvSpPr>
          <p:cNvPr id="11" name="Picture Placeholder 10">
            <a:extLst>
              <a:ext uri="{FF2B5EF4-FFF2-40B4-BE49-F238E27FC236}">
                <a16:creationId xmlns:a16="http://schemas.microsoft.com/office/drawing/2014/main" id="{DAF971B9-F6F4-0334-F6C8-7F32C179DD8F}"/>
              </a:ext>
              <a:ext uri="{C183D7F6-B498-43B3-948B-1728B52AA6E4}">
                <adec:decorative xmlns:adec="http://schemas.microsoft.com/office/drawing/2017/decorative" val="0"/>
              </a:ext>
            </a:extLst>
          </p:cNvPr>
          <p:cNvSpPr>
            <a:spLocks noGrp="1"/>
          </p:cNvSpPr>
          <p:nvPr>
            <p:ph type="pic" sz="quarter" idx="13"/>
          </p:nvPr>
        </p:nvSpPr>
        <p:spPr>
          <a:xfrm>
            <a:off x="6067426" y="2"/>
            <a:ext cx="3076574" cy="5143499"/>
          </a:xfrm>
          <a:custGeom>
            <a:avLst/>
            <a:gdLst>
              <a:gd name="connsiteX0" fmla="*/ 683687 w 4102099"/>
              <a:gd name="connsiteY0" fmla="*/ 0 h 6857999"/>
              <a:gd name="connsiteX1" fmla="*/ 4102099 w 4102099"/>
              <a:gd name="connsiteY1" fmla="*/ 0 h 6857999"/>
              <a:gd name="connsiteX2" fmla="*/ 4102099 w 4102099"/>
              <a:gd name="connsiteY2" fmla="*/ 6857999 h 6857999"/>
              <a:gd name="connsiteX3" fmla="*/ 0 w 4102099"/>
              <a:gd name="connsiteY3" fmla="*/ 6857999 h 6857999"/>
              <a:gd name="connsiteX4" fmla="*/ 0 w 4102099"/>
              <a:gd name="connsiteY4" fmla="*/ 683696 h 6857999"/>
              <a:gd name="connsiteX5" fmla="*/ 545908 w 4102099"/>
              <a:gd name="connsiteY5" fmla="*/ 1388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2099" h="6857999">
                <a:moveTo>
                  <a:pt x="683687" y="0"/>
                </a:moveTo>
                <a:lnTo>
                  <a:pt x="4102099" y="0"/>
                </a:lnTo>
                <a:lnTo>
                  <a:pt x="4102099" y="6857999"/>
                </a:lnTo>
                <a:lnTo>
                  <a:pt x="0" y="6857999"/>
                </a:lnTo>
                <a:lnTo>
                  <a:pt x="0" y="683696"/>
                </a:lnTo>
                <a:cubicBezTo>
                  <a:pt x="0" y="353300"/>
                  <a:pt x="234360" y="77642"/>
                  <a:pt x="545908" y="13889"/>
                </a:cubicBezTo>
                <a:close/>
              </a:path>
            </a:pathLst>
          </a:custGeom>
        </p:spPr>
        <p:txBody>
          <a:bodyPr wrap="square">
            <a:noAutofit/>
          </a:bodyPr>
          <a:lstStyle>
            <a:lvl1pPr marL="0" indent="0" algn="r">
              <a:buNone/>
              <a:defRPr/>
            </a:lvl1pPr>
          </a:lstStyle>
          <a:p>
            <a:r>
              <a:rPr lang="en-US"/>
              <a:t>Click icon to add picture</a:t>
            </a:r>
          </a:p>
        </p:txBody>
      </p:sp>
      <p:sp>
        <p:nvSpPr>
          <p:cNvPr id="9" name="Text Placeholder 32">
            <a:extLst>
              <a:ext uri="{FF2B5EF4-FFF2-40B4-BE49-F238E27FC236}">
                <a16:creationId xmlns:a16="http://schemas.microsoft.com/office/drawing/2014/main" id="{6395F50F-03AE-E8C0-39C5-4765FEF8C0E1}"/>
              </a:ext>
              <a:ext uri="{C183D7F6-B498-43B3-948B-1728B52AA6E4}">
                <adec:decorative xmlns:adec="http://schemas.microsoft.com/office/drawing/2017/decorative" val="1"/>
              </a:ext>
            </a:extLst>
          </p:cNvPr>
          <p:cNvSpPr>
            <a:spLocks noGrp="1"/>
          </p:cNvSpPr>
          <p:nvPr>
            <p:ph type="body" sz="quarter" idx="18"/>
          </p:nvPr>
        </p:nvSpPr>
        <p:spPr>
          <a:xfrm>
            <a:off x="6067425" y="3615540"/>
            <a:ext cx="3076575" cy="1527960"/>
          </a:xfrm>
          <a:custGeom>
            <a:avLst/>
            <a:gdLst>
              <a:gd name="connsiteX0" fmla="*/ 3703977 w 4102100"/>
              <a:gd name="connsiteY0" fmla="*/ 0 h 2037280"/>
              <a:gd name="connsiteX1" fmla="*/ 4084763 w 4102100"/>
              <a:gd name="connsiteY1" fmla="*/ 74093 h 2037280"/>
              <a:gd name="connsiteX2" fmla="*/ 4102100 w 4102100"/>
              <a:gd name="connsiteY2" fmla="*/ 82140 h 2037280"/>
              <a:gd name="connsiteX3" fmla="*/ 4102100 w 4102100"/>
              <a:gd name="connsiteY3" fmla="*/ 578782 h 2037280"/>
              <a:gd name="connsiteX4" fmla="*/ 4028776 w 4102100"/>
              <a:gd name="connsiteY4" fmla="*/ 518888 h 2037280"/>
              <a:gd name="connsiteX5" fmla="*/ 3286584 w 4102100"/>
              <a:gd name="connsiteY5" fmla="*/ 594528 h 2037280"/>
              <a:gd name="connsiteX6" fmla="*/ 1855500 w 4102100"/>
              <a:gd name="connsiteY6" fmla="*/ 2025562 h 2037280"/>
              <a:gd name="connsiteX7" fmla="*/ 1855554 w 4102100"/>
              <a:gd name="connsiteY7" fmla="*/ 2025589 h 2037280"/>
              <a:gd name="connsiteX8" fmla="*/ 1842618 w 4102100"/>
              <a:gd name="connsiteY8" fmla="*/ 2037280 h 2037280"/>
              <a:gd name="connsiteX9" fmla="*/ 437407 w 4102100"/>
              <a:gd name="connsiteY9" fmla="*/ 2037280 h 2037280"/>
              <a:gd name="connsiteX10" fmla="*/ 424472 w 4102100"/>
              <a:gd name="connsiteY10" fmla="*/ 2025589 h 2037280"/>
              <a:gd name="connsiteX11" fmla="*/ 0 w 4102100"/>
              <a:gd name="connsiteY11" fmla="*/ 1601123 h 2037280"/>
              <a:gd name="connsiteX12" fmla="*/ 0 w 4102100"/>
              <a:gd name="connsiteY12" fmla="*/ 1004884 h 2037280"/>
              <a:gd name="connsiteX13" fmla="*/ 722548 w 4102100"/>
              <a:gd name="connsiteY13" fmla="*/ 1727436 h 2037280"/>
              <a:gd name="connsiteX14" fmla="*/ 1557342 w 4102100"/>
              <a:gd name="connsiteY14" fmla="*/ 1727436 h 2037280"/>
              <a:gd name="connsiteX15" fmla="*/ 2988426 w 4102100"/>
              <a:gd name="connsiteY15" fmla="*/ 296375 h 2037280"/>
              <a:gd name="connsiteX16" fmla="*/ 3703977 w 4102100"/>
              <a:gd name="connsiteY16" fmla="*/ 0 h 2037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02100" h="2037280">
                <a:moveTo>
                  <a:pt x="3703977" y="0"/>
                </a:moveTo>
                <a:cubicBezTo>
                  <a:pt x="3833464" y="0"/>
                  <a:pt x="3962950" y="24697"/>
                  <a:pt x="4084763" y="74093"/>
                </a:cubicBezTo>
                <a:lnTo>
                  <a:pt x="4102100" y="82140"/>
                </a:lnTo>
                <a:lnTo>
                  <a:pt x="4102100" y="578782"/>
                </a:lnTo>
                <a:lnTo>
                  <a:pt x="4028776" y="518888"/>
                </a:lnTo>
                <a:cubicBezTo>
                  <a:pt x="3799655" y="367610"/>
                  <a:pt x="3488293" y="392823"/>
                  <a:pt x="3286584" y="594528"/>
                </a:cubicBezTo>
                <a:lnTo>
                  <a:pt x="1855500" y="2025562"/>
                </a:lnTo>
                <a:lnTo>
                  <a:pt x="1855554" y="2025589"/>
                </a:lnTo>
                <a:lnTo>
                  <a:pt x="1842618" y="2037280"/>
                </a:lnTo>
                <a:lnTo>
                  <a:pt x="437407" y="2037280"/>
                </a:lnTo>
                <a:lnTo>
                  <a:pt x="424472" y="2025589"/>
                </a:lnTo>
                <a:lnTo>
                  <a:pt x="0" y="1601123"/>
                </a:lnTo>
                <a:lnTo>
                  <a:pt x="0" y="1004884"/>
                </a:lnTo>
                <a:lnTo>
                  <a:pt x="722548" y="1727436"/>
                </a:lnTo>
                <a:cubicBezTo>
                  <a:pt x="953072" y="1957956"/>
                  <a:pt x="1326818" y="1957956"/>
                  <a:pt x="1557342" y="1727436"/>
                </a:cubicBezTo>
                <a:lnTo>
                  <a:pt x="2988426" y="296375"/>
                </a:lnTo>
                <a:cubicBezTo>
                  <a:pt x="3186025" y="98791"/>
                  <a:pt x="3445003" y="0"/>
                  <a:pt x="3703977" y="0"/>
                </a:cubicBezTo>
                <a:close/>
              </a:path>
            </a:pathLst>
          </a:custGeom>
          <a:solidFill>
            <a:schemeClr val="accent1">
              <a:alpha val="50000"/>
            </a:schemeClr>
          </a:solidFill>
        </p:spPr>
        <p:txBody>
          <a:bodyPr wrap="square" anchor="b">
            <a:noAutofit/>
          </a:bodyPr>
          <a:lstStyle>
            <a:lvl1pPr marL="0" indent="0" algn="r">
              <a:buNone/>
              <a:defRPr sz="300">
                <a:noFill/>
              </a:defRPr>
            </a:lvl1pPr>
          </a:lstStyle>
          <a:p>
            <a:pPr lvl="0"/>
            <a:r>
              <a:rPr lang="en-US"/>
              <a:t>Click to edit Master text styles</a:t>
            </a:r>
          </a:p>
        </p:txBody>
      </p:sp>
      <p:sp>
        <p:nvSpPr>
          <p:cNvPr id="3" name="Footer Placeholder 2">
            <a:extLst>
              <a:ext uri="{FF2B5EF4-FFF2-40B4-BE49-F238E27FC236}">
                <a16:creationId xmlns:a16="http://schemas.microsoft.com/office/drawing/2014/main" id="{D8F1D7FF-6C4B-FD49-59EA-089A8F91632F}"/>
              </a:ext>
              <a:ext uri="{C183D7F6-B498-43B3-948B-1728B52AA6E4}">
                <adec:decorative xmlns:adec="http://schemas.microsoft.com/office/drawing/2017/decorative" val="1"/>
              </a:ext>
            </a:extLst>
          </p:cNvPr>
          <p:cNvSpPr>
            <a:spLocks noGrp="1"/>
          </p:cNvSpPr>
          <p:nvPr>
            <p:ph type="ftr" sz="quarter" idx="10"/>
          </p:nvPr>
        </p:nvSpPr>
        <p:spPr>
          <a:xfrm>
            <a:off x="1233913" y="4877753"/>
            <a:ext cx="3977640" cy="10287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5E18E84-93A4-91B2-ADEB-00836AA8B4F8}"/>
              </a:ext>
              <a:ext uri="{C183D7F6-B498-43B3-948B-1728B52AA6E4}">
                <adec:decorative xmlns:adec="http://schemas.microsoft.com/office/drawing/2017/decorative" val="1"/>
              </a:ext>
            </a:extLst>
          </p:cNvPr>
          <p:cNvSpPr>
            <a:spLocks noGrp="1"/>
          </p:cNvSpPr>
          <p:nvPr>
            <p:ph type="dt" sz="half" idx="11"/>
          </p:nvPr>
        </p:nvSpPr>
        <p:spPr/>
        <p:txBody>
          <a:bodyPr/>
          <a:lstStyle/>
          <a:p>
            <a:fld id="{B4AB02D3-C7A9-454D-B586-FE573B7831BC}" type="datetimeyyyy">
              <a:rPr lang="en-US" smtClean="0"/>
              <a:t>2026</a:t>
            </a:fld>
            <a:endParaRPr lang="en-US"/>
          </a:p>
        </p:txBody>
      </p:sp>
      <p:sp>
        <p:nvSpPr>
          <p:cNvPr id="5" name="Slide Number Placeholder 4">
            <a:extLst>
              <a:ext uri="{FF2B5EF4-FFF2-40B4-BE49-F238E27FC236}">
                <a16:creationId xmlns:a16="http://schemas.microsoft.com/office/drawing/2014/main" id="{CA00ADE8-13EE-6112-4AAF-E621D3198DF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150054907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1_Section Divider 3">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61FF95A9-5EDA-B440-A493-7CDCA3BDACF6}"/>
              </a:ext>
              <a:ext uri="{C183D7F6-B498-43B3-948B-1728B52AA6E4}">
                <adec:decorative xmlns:adec="http://schemas.microsoft.com/office/drawing/2017/decorative" val="0"/>
              </a:ext>
            </a:extLst>
          </p:cNvPr>
          <p:cNvSpPr>
            <a:spLocks noGrp="1"/>
          </p:cNvSpPr>
          <p:nvPr>
            <p:ph type="pic" sz="quarter" idx="11"/>
          </p:nvPr>
        </p:nvSpPr>
        <p:spPr>
          <a:xfrm>
            <a:off x="102870" y="1"/>
            <a:ext cx="9041130" cy="5143500"/>
          </a:xfrm>
        </p:spPr>
        <p:txBody>
          <a:bodyPr/>
          <a:lstStyle>
            <a:lvl1pPr marL="0" indent="0">
              <a:buNone/>
              <a:defRPr/>
            </a:lvl1pPr>
          </a:lstStyle>
          <a:p>
            <a:r>
              <a:rPr lang="en-US"/>
              <a:t>Click icon to add picture</a:t>
            </a:r>
          </a:p>
        </p:txBody>
      </p:sp>
      <p:sp>
        <p:nvSpPr>
          <p:cNvPr id="29" name="Text Placeholder 28">
            <a:extLst>
              <a:ext uri="{FF2B5EF4-FFF2-40B4-BE49-F238E27FC236}">
                <a16:creationId xmlns:a16="http://schemas.microsoft.com/office/drawing/2014/main" id="{577E90E3-1997-9D82-5E31-3DFA5EDB0F05}"/>
              </a:ext>
              <a:ext uri="{C183D7F6-B498-43B3-948B-1728B52AA6E4}">
                <adec:decorative xmlns:adec="http://schemas.microsoft.com/office/drawing/2017/decorative" val="1"/>
              </a:ext>
            </a:extLst>
          </p:cNvPr>
          <p:cNvSpPr>
            <a:spLocks noGrp="1"/>
          </p:cNvSpPr>
          <p:nvPr>
            <p:ph type="body" sz="quarter" idx="10"/>
          </p:nvPr>
        </p:nvSpPr>
        <p:spPr>
          <a:xfrm>
            <a:off x="7746023" y="364524"/>
            <a:ext cx="972441" cy="253134"/>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accent1"/>
          </a:solidFill>
        </p:spPr>
        <p:txBody>
          <a:bodyPr wrap="square">
            <a:noAutofit/>
          </a:bodyPr>
          <a:lstStyle>
            <a:lvl1pPr marL="0" indent="0">
              <a:buNone/>
              <a:defRPr sz="300">
                <a:noFill/>
              </a:defRPr>
            </a:lvl1pPr>
            <a:lvl2pPr marL="170259" indent="0">
              <a:buNone/>
              <a:defRPr sz="450"/>
            </a:lvl2pPr>
            <a:lvl3pPr marL="345281" indent="0">
              <a:buNone/>
              <a:defRPr sz="450"/>
            </a:lvl3pPr>
            <a:lvl4pPr marL="469106" indent="0">
              <a:buNone/>
              <a:defRPr sz="450"/>
            </a:lvl4pPr>
            <a:lvl5pPr marL="598885" indent="0">
              <a:buNone/>
              <a:defRPr sz="450"/>
            </a:lvl5pPr>
          </a:lstStyle>
          <a:p>
            <a:pPr lvl="0"/>
            <a:r>
              <a:rPr lang="en-US"/>
              <a:t>Click to edit Master text styles</a:t>
            </a:r>
          </a:p>
        </p:txBody>
      </p:sp>
      <p:grpSp>
        <p:nvGrpSpPr>
          <p:cNvPr id="13" name="Group 12">
            <a:extLst>
              <a:ext uri="{FF2B5EF4-FFF2-40B4-BE49-F238E27FC236}">
                <a16:creationId xmlns:a16="http://schemas.microsoft.com/office/drawing/2014/main" id="{5B46D442-FEE4-5315-D46B-E7D0E1E26897}"/>
              </a:ext>
              <a:ext uri="{C183D7F6-B498-43B3-948B-1728B52AA6E4}">
                <adec:decorative xmlns:adec="http://schemas.microsoft.com/office/drawing/2017/decorative" val="1"/>
              </a:ext>
            </a:extLst>
          </p:cNvPr>
          <p:cNvGrpSpPr/>
          <p:nvPr userDrawn="1"/>
        </p:nvGrpSpPr>
        <p:grpSpPr>
          <a:xfrm rot="16200000" flipV="1">
            <a:off x="-2520315" y="2520315"/>
            <a:ext cx="5143500" cy="102870"/>
            <a:chOff x="0" y="6720840"/>
            <a:chExt cx="12192000" cy="137160"/>
          </a:xfrm>
        </p:grpSpPr>
        <p:sp>
          <p:nvSpPr>
            <p:cNvPr id="14" name="Rectangle 13">
              <a:extLst>
                <a:ext uri="{FF2B5EF4-FFF2-40B4-BE49-F238E27FC236}">
                  <a16:creationId xmlns:a16="http://schemas.microsoft.com/office/drawing/2014/main" id="{FA328DCD-641F-0DB1-4BF7-4CA3DE5CCADE}"/>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5" name="Rectangle 14">
              <a:extLst>
                <a:ext uri="{FF2B5EF4-FFF2-40B4-BE49-F238E27FC236}">
                  <a16:creationId xmlns:a16="http://schemas.microsoft.com/office/drawing/2014/main" id="{8538FCF0-958C-AA62-4179-4628EC0C20EA}"/>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6" name="Rectangle 15">
              <a:extLst>
                <a:ext uri="{FF2B5EF4-FFF2-40B4-BE49-F238E27FC236}">
                  <a16:creationId xmlns:a16="http://schemas.microsoft.com/office/drawing/2014/main" id="{3A66CFB0-A388-4BCA-13F2-15D91640A140}"/>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7" name="Rectangle 16">
              <a:extLst>
                <a:ext uri="{FF2B5EF4-FFF2-40B4-BE49-F238E27FC236}">
                  <a16:creationId xmlns:a16="http://schemas.microsoft.com/office/drawing/2014/main" id="{94BB5DDA-EC53-807C-3F18-F82A5B779BE3}"/>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8" name="Rectangle 17">
              <a:extLst>
                <a:ext uri="{FF2B5EF4-FFF2-40B4-BE49-F238E27FC236}">
                  <a16:creationId xmlns:a16="http://schemas.microsoft.com/office/drawing/2014/main" id="{54AE19E5-44AC-9FDE-1E06-2C169D18D2F1}"/>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grpSp>
      <p:sp>
        <p:nvSpPr>
          <p:cNvPr id="3" name="Text Placeholder 2">
            <a:extLst>
              <a:ext uri="{FF2B5EF4-FFF2-40B4-BE49-F238E27FC236}">
                <a16:creationId xmlns:a16="http://schemas.microsoft.com/office/drawing/2014/main" id="{69442782-C12F-41FC-B1C9-9F1C9D18331E}"/>
              </a:ext>
            </a:extLst>
          </p:cNvPr>
          <p:cNvSpPr>
            <a:spLocks noGrp="1"/>
          </p:cNvSpPr>
          <p:nvPr>
            <p:ph type="body" idx="1" hasCustomPrompt="1"/>
          </p:nvPr>
        </p:nvSpPr>
        <p:spPr>
          <a:xfrm>
            <a:off x="428625" y="1336138"/>
            <a:ext cx="1238250" cy="721262"/>
          </a:xfrm>
        </p:spPr>
        <p:txBody>
          <a:bodyPr/>
          <a:lstStyle>
            <a:lvl1pPr marL="0" indent="0" algn="r">
              <a:lnSpc>
                <a:spcPct val="80000"/>
              </a:lnSpc>
              <a:spcBef>
                <a:spcPts val="0"/>
              </a:spcBef>
              <a:buNone/>
              <a:defRPr sz="4050" b="1">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a:t>
            </a:r>
          </a:p>
        </p:txBody>
      </p:sp>
      <p:sp>
        <p:nvSpPr>
          <p:cNvPr id="2" name="Title 1">
            <a:extLst>
              <a:ext uri="{FF2B5EF4-FFF2-40B4-BE49-F238E27FC236}">
                <a16:creationId xmlns:a16="http://schemas.microsoft.com/office/drawing/2014/main" id="{903FD352-4A3C-497F-9D08-51185188FA7A}"/>
              </a:ext>
            </a:extLst>
          </p:cNvPr>
          <p:cNvSpPr>
            <a:spLocks noGrp="1"/>
          </p:cNvSpPr>
          <p:nvPr>
            <p:ph type="title"/>
          </p:nvPr>
        </p:nvSpPr>
        <p:spPr>
          <a:xfrm>
            <a:off x="1838325" y="1336138"/>
            <a:ext cx="5467350" cy="2492912"/>
          </a:xfrm>
        </p:spPr>
        <p:txBody>
          <a:bodyPr anchor="t"/>
          <a:lstStyle>
            <a:lvl1pPr>
              <a:lnSpc>
                <a:spcPct val="80000"/>
              </a:lnSpc>
              <a:defRPr sz="4050"/>
            </a:lvl1pPr>
          </a:lstStyle>
          <a:p>
            <a:r>
              <a:rPr lang="en-US"/>
              <a:t>Click to edit Master title style</a:t>
            </a:r>
          </a:p>
        </p:txBody>
      </p:sp>
    </p:spTree>
    <p:extLst>
      <p:ext uri="{BB962C8B-B14F-4D97-AF65-F5344CB8AC3E}">
        <p14:creationId xmlns:p14="http://schemas.microsoft.com/office/powerpoint/2010/main" val="86436320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1_Closing Slide w/ Photo">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0DE460B-8492-496E-B905-F2014225D6A2}"/>
              </a:ext>
              <a:ext uri="{C183D7F6-B498-43B3-948B-1728B52AA6E4}">
                <adec:decorative xmlns:adec="http://schemas.microsoft.com/office/drawing/2017/decorative" val="0"/>
              </a:ext>
            </a:extLst>
          </p:cNvPr>
          <p:cNvSpPr>
            <a:spLocks noGrp="1"/>
          </p:cNvSpPr>
          <p:nvPr>
            <p:ph type="pic" idx="1" hasCustomPrompt="1"/>
          </p:nvPr>
        </p:nvSpPr>
        <p:spPr>
          <a:xfrm>
            <a:off x="104013" y="0"/>
            <a:ext cx="9039987" cy="5143500"/>
          </a:xfrm>
          <a:solidFill>
            <a:schemeClr val="accent2"/>
          </a:solidFill>
        </p:spPr>
        <p:txBody>
          <a:bodyPr/>
          <a:lstStyle>
            <a:lvl1pPr marL="0" indent="0" algn="l">
              <a:buNone/>
              <a:defRPr sz="675"/>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Step 1: Send this box to back by right clicking and choosing “Send to Back” </a:t>
            </a:r>
            <a:br>
              <a:rPr lang="en-US"/>
            </a:br>
            <a:r>
              <a:rPr lang="en-US"/>
              <a:t>Step 2: Click on the picture icon to insert picture</a:t>
            </a:r>
            <a:br>
              <a:rPr lang="en-US"/>
            </a:br>
            <a:r>
              <a:rPr lang="en-US"/>
              <a:t>Step 3: Click the Reset button on the Home tab to reset the position, size and formatting of the slide placeholders to their default setting</a:t>
            </a:r>
          </a:p>
        </p:txBody>
      </p:sp>
      <p:sp>
        <p:nvSpPr>
          <p:cNvPr id="6" name="Text Placeholder 9">
            <a:extLst>
              <a:ext uri="{FF2B5EF4-FFF2-40B4-BE49-F238E27FC236}">
                <a16:creationId xmlns:a16="http://schemas.microsoft.com/office/drawing/2014/main" id="{28414676-8C2E-4C48-83D5-8CFCC9B8F218}"/>
              </a:ext>
              <a:ext uri="{C183D7F6-B498-43B3-948B-1728B52AA6E4}">
                <adec:decorative xmlns:adec="http://schemas.microsoft.com/office/drawing/2017/decorative" val="1"/>
              </a:ext>
            </a:extLst>
          </p:cNvPr>
          <p:cNvSpPr>
            <a:spLocks noGrp="1"/>
          </p:cNvSpPr>
          <p:nvPr>
            <p:ph type="body" sz="quarter" idx="15" hasCustomPrompt="1"/>
          </p:nvPr>
        </p:nvSpPr>
        <p:spPr>
          <a:xfrm>
            <a:off x="104014" y="0"/>
            <a:ext cx="9039986" cy="5143500"/>
          </a:xfrm>
          <a:gradFill>
            <a:gsLst>
              <a:gs pos="0">
                <a:schemeClr val="bg1">
                  <a:alpha val="70000"/>
                </a:schemeClr>
              </a:gs>
              <a:gs pos="75000">
                <a:schemeClr val="bg1">
                  <a:alpha val="0"/>
                </a:schemeClr>
              </a:gs>
            </a:gsLst>
            <a:lin ang="0" scaled="1"/>
          </a:gradFill>
        </p:spPr>
        <p:txBody>
          <a:bodyPr/>
          <a:lstStyle>
            <a:lvl1pPr marL="0" indent="0">
              <a:buNone/>
              <a:defRPr sz="450"/>
            </a:lvl1pPr>
          </a:lstStyle>
          <a:p>
            <a:pPr lvl="0"/>
            <a:r>
              <a:rPr lang="en-US"/>
              <a:t> </a:t>
            </a:r>
          </a:p>
        </p:txBody>
      </p:sp>
      <p:grpSp>
        <p:nvGrpSpPr>
          <p:cNvPr id="14" name="Group 13">
            <a:extLst>
              <a:ext uri="{FF2B5EF4-FFF2-40B4-BE49-F238E27FC236}">
                <a16:creationId xmlns:a16="http://schemas.microsoft.com/office/drawing/2014/main" id="{37BA82E3-53D4-FA98-8B44-B71442611001}"/>
              </a:ext>
              <a:ext uri="{C183D7F6-B498-43B3-948B-1728B52AA6E4}">
                <adec:decorative xmlns:adec="http://schemas.microsoft.com/office/drawing/2017/decorative" val="1"/>
              </a:ext>
            </a:extLst>
          </p:cNvPr>
          <p:cNvGrpSpPr/>
          <p:nvPr userDrawn="1"/>
        </p:nvGrpSpPr>
        <p:grpSpPr>
          <a:xfrm rot="16200000" flipV="1">
            <a:off x="-2520315" y="2520315"/>
            <a:ext cx="5143500" cy="102870"/>
            <a:chOff x="0" y="6720840"/>
            <a:chExt cx="12192000" cy="137160"/>
          </a:xfrm>
        </p:grpSpPr>
        <p:sp>
          <p:nvSpPr>
            <p:cNvPr id="15" name="Rectangle 14">
              <a:extLst>
                <a:ext uri="{FF2B5EF4-FFF2-40B4-BE49-F238E27FC236}">
                  <a16:creationId xmlns:a16="http://schemas.microsoft.com/office/drawing/2014/main" id="{4BF59668-927C-BA73-04E1-B56F8B38C3D3}"/>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6" name="Rectangle 15">
              <a:extLst>
                <a:ext uri="{FF2B5EF4-FFF2-40B4-BE49-F238E27FC236}">
                  <a16:creationId xmlns:a16="http://schemas.microsoft.com/office/drawing/2014/main" id="{16E6C88C-0A69-E2C3-4053-0203BF58116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7" name="Rectangle 16">
              <a:extLst>
                <a:ext uri="{FF2B5EF4-FFF2-40B4-BE49-F238E27FC236}">
                  <a16:creationId xmlns:a16="http://schemas.microsoft.com/office/drawing/2014/main" id="{0DDFBFF7-0D18-495D-1359-E0223F0F5464}"/>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8" name="Rectangle 17">
              <a:extLst>
                <a:ext uri="{FF2B5EF4-FFF2-40B4-BE49-F238E27FC236}">
                  <a16:creationId xmlns:a16="http://schemas.microsoft.com/office/drawing/2014/main" id="{570F64E6-27FE-4CE9-4E6E-AD1D58A6A01D}"/>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sp>
          <p:nvSpPr>
            <p:cNvPr id="19" name="Rectangle 18">
              <a:extLst>
                <a:ext uri="{FF2B5EF4-FFF2-40B4-BE49-F238E27FC236}">
                  <a16:creationId xmlns:a16="http://schemas.microsoft.com/office/drawing/2014/main" id="{9B33882B-32A2-AB44-06F0-C35E6653745B}"/>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200"/>
            </a:p>
          </p:txBody>
        </p:sp>
      </p:grpSp>
      <p:sp>
        <p:nvSpPr>
          <p:cNvPr id="20" name="Text Placeholder 19">
            <a:extLst>
              <a:ext uri="{FF2B5EF4-FFF2-40B4-BE49-F238E27FC236}">
                <a16:creationId xmlns:a16="http://schemas.microsoft.com/office/drawing/2014/main" id="{66B90333-ACFA-DBAD-5680-2D98FE8927D8}"/>
              </a:ext>
              <a:ext uri="{C183D7F6-B498-43B3-948B-1728B52AA6E4}">
                <adec:decorative xmlns:adec="http://schemas.microsoft.com/office/drawing/2017/decorative" val="1"/>
              </a:ext>
            </a:extLst>
          </p:cNvPr>
          <p:cNvSpPr>
            <a:spLocks noGrp="1"/>
          </p:cNvSpPr>
          <p:nvPr>
            <p:ph type="body" sz="quarter" idx="10"/>
          </p:nvPr>
        </p:nvSpPr>
        <p:spPr>
          <a:xfrm>
            <a:off x="7746023" y="364524"/>
            <a:ext cx="972442" cy="253134"/>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tx1"/>
          </a:solidFill>
        </p:spPr>
        <p:txBody>
          <a:bodyPr wrap="square">
            <a:noAutofit/>
          </a:bodyPr>
          <a:lstStyle>
            <a:lvl1pPr marL="0" indent="0">
              <a:buNone/>
              <a:defRPr sz="300">
                <a:noFill/>
              </a:defRPr>
            </a:lvl1pPr>
            <a:lvl2pPr marL="170259" indent="0">
              <a:buNone/>
              <a:defRPr sz="450"/>
            </a:lvl2pPr>
            <a:lvl3pPr marL="345281" indent="0">
              <a:buNone/>
              <a:defRPr sz="450"/>
            </a:lvl3pPr>
            <a:lvl4pPr marL="469106" indent="0">
              <a:buNone/>
              <a:defRPr sz="450"/>
            </a:lvl4pPr>
            <a:lvl5pPr marL="598885" indent="0">
              <a:buNone/>
              <a:defRPr sz="450"/>
            </a:lvl5pPr>
          </a:lstStyle>
          <a:p>
            <a:pPr lvl="0"/>
            <a:r>
              <a:rPr lang="en-US"/>
              <a:t>Click to edit Master text styles</a:t>
            </a:r>
          </a:p>
        </p:txBody>
      </p:sp>
      <p:sp>
        <p:nvSpPr>
          <p:cNvPr id="25" name="Title 1">
            <a:extLst>
              <a:ext uri="{FF2B5EF4-FFF2-40B4-BE49-F238E27FC236}">
                <a16:creationId xmlns:a16="http://schemas.microsoft.com/office/drawing/2014/main" id="{51B977F1-062A-A4B4-E4B5-739EC8B298BC}"/>
              </a:ext>
            </a:extLst>
          </p:cNvPr>
          <p:cNvSpPr>
            <a:spLocks noGrp="1"/>
          </p:cNvSpPr>
          <p:nvPr>
            <p:ph type="ctrTitle"/>
          </p:nvPr>
        </p:nvSpPr>
        <p:spPr>
          <a:xfrm>
            <a:off x="422563" y="428625"/>
            <a:ext cx="2654012" cy="4286252"/>
          </a:xfrm>
        </p:spPr>
        <p:txBody>
          <a:bodyPr anchor="ctr"/>
          <a:lstStyle>
            <a:lvl1pPr algn="l">
              <a:defRPr sz="4050">
                <a:solidFill>
                  <a:schemeClr val="tx1"/>
                </a:solidFill>
              </a:defRPr>
            </a:lvl1pPr>
          </a:lstStyle>
          <a:p>
            <a:r>
              <a:rPr lang="en-US"/>
              <a:t>Click to edit Master title style</a:t>
            </a:r>
          </a:p>
        </p:txBody>
      </p:sp>
    </p:spTree>
    <p:extLst>
      <p:ext uri="{BB962C8B-B14F-4D97-AF65-F5344CB8AC3E}">
        <p14:creationId xmlns:p14="http://schemas.microsoft.com/office/powerpoint/2010/main" val="2588480809"/>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image" Target="../media/image1.svg"/><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9">
            <a:extLst>
              <a:ext uri="{FF2B5EF4-FFF2-40B4-BE49-F238E27FC236}">
                <a16:creationId xmlns:a16="http://schemas.microsoft.com/office/drawing/2014/main" id="{B8542C79-3E51-6C46-FD1D-3F548800442C}"/>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9"/>
              </a:ext>
            </a:extLst>
          </a:blip>
          <a:srcRect/>
          <a:stretch/>
        </p:blipFill>
        <p:spPr>
          <a:xfrm>
            <a:off x="428626" y="4854090"/>
            <a:ext cx="421925" cy="109388"/>
          </a:xfrm>
          <a:prstGeom prst="rect">
            <a:avLst/>
          </a:prstGeom>
        </p:spPr>
      </p:pic>
      <p:sp>
        <p:nvSpPr>
          <p:cNvPr id="2" name="Title Placeholder 1">
            <a:extLst>
              <a:ext uri="{FF2B5EF4-FFF2-40B4-BE49-F238E27FC236}">
                <a16:creationId xmlns:a16="http://schemas.microsoft.com/office/drawing/2014/main" id="{948FBA51-83A7-418F-9111-FF640E9D135D}"/>
              </a:ext>
            </a:extLst>
          </p:cNvPr>
          <p:cNvSpPr>
            <a:spLocks noGrp="1"/>
          </p:cNvSpPr>
          <p:nvPr>
            <p:ph type="title"/>
          </p:nvPr>
        </p:nvSpPr>
        <p:spPr>
          <a:xfrm>
            <a:off x="428625" y="428626"/>
            <a:ext cx="8286750" cy="742950"/>
          </a:xfrm>
          <a:prstGeom prst="rect">
            <a:avLst/>
          </a:prstGeom>
        </p:spPr>
        <p:txBody>
          <a:bodyPr vert="horz" lIns="0" tIns="0" rIns="0" bIns="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FA9BDFA8-3817-4733-A7E6-C391835FC246}"/>
              </a:ext>
            </a:extLst>
          </p:cNvPr>
          <p:cNvSpPr>
            <a:spLocks noGrp="1"/>
          </p:cNvSpPr>
          <p:nvPr>
            <p:ph type="body" idx="1"/>
          </p:nvPr>
        </p:nvSpPr>
        <p:spPr>
          <a:xfrm>
            <a:off x="428625" y="2200276"/>
            <a:ext cx="8286750" cy="2514599"/>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3">
            <a:extLst>
              <a:ext uri="{FF2B5EF4-FFF2-40B4-BE49-F238E27FC236}">
                <a16:creationId xmlns:a16="http://schemas.microsoft.com/office/drawing/2014/main" id="{B1261B06-3F99-1DA3-3B13-025F807F77FC}"/>
              </a:ext>
              <a:ext uri="{C183D7F6-B498-43B3-948B-1728B52AA6E4}">
                <adec:decorative xmlns:adec="http://schemas.microsoft.com/office/drawing/2017/decorative" val="1"/>
              </a:ext>
            </a:extLst>
          </p:cNvPr>
          <p:cNvSpPr txBox="1">
            <a:spLocks/>
          </p:cNvSpPr>
          <p:nvPr userDrawn="1"/>
        </p:nvSpPr>
        <p:spPr>
          <a:xfrm>
            <a:off x="974781" y="4877753"/>
            <a:ext cx="74315" cy="10287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600"/>
              <a:t>©</a:t>
            </a:r>
          </a:p>
        </p:txBody>
      </p:sp>
      <p:sp>
        <p:nvSpPr>
          <p:cNvPr id="5" name="Footer Placeholder 4">
            <a:extLst>
              <a:ext uri="{FF2B5EF4-FFF2-40B4-BE49-F238E27FC236}">
                <a16:creationId xmlns:a16="http://schemas.microsoft.com/office/drawing/2014/main" id="{70E8890C-677F-4C91-82E6-627D8C881C36}"/>
              </a:ext>
              <a:ext uri="{C183D7F6-B498-43B3-948B-1728B52AA6E4}">
                <adec:decorative xmlns:adec="http://schemas.microsoft.com/office/drawing/2017/decorative" val="1"/>
              </a:ext>
            </a:extLst>
          </p:cNvPr>
          <p:cNvSpPr>
            <a:spLocks noGrp="1"/>
          </p:cNvSpPr>
          <p:nvPr>
            <p:ph type="ftr" sz="quarter" idx="3"/>
          </p:nvPr>
        </p:nvSpPr>
        <p:spPr>
          <a:xfrm>
            <a:off x="1233913" y="4877753"/>
            <a:ext cx="4888706" cy="102870"/>
          </a:xfrm>
          <a:prstGeom prst="rect">
            <a:avLst/>
          </a:prstGeom>
        </p:spPr>
        <p:txBody>
          <a:bodyPr vert="horz" lIns="0" tIns="0" rIns="0" bIns="0" rtlCol="0" anchor="b"/>
          <a:lstStyle>
            <a:lvl1pPr algn="l">
              <a:defRPr sz="600">
                <a:solidFill>
                  <a:schemeClr val="tx2"/>
                </a:solidFill>
              </a:defRPr>
            </a:lvl1pPr>
          </a:lstStyle>
          <a:p>
            <a:r>
              <a:rPr lang="en-US"/>
              <a:t>Slalom. All Rights Reserved. Proprietary and Confidential.</a:t>
            </a:r>
          </a:p>
        </p:txBody>
      </p:sp>
      <p:sp>
        <p:nvSpPr>
          <p:cNvPr id="4" name="Date Placeholder 3">
            <a:extLst>
              <a:ext uri="{FF2B5EF4-FFF2-40B4-BE49-F238E27FC236}">
                <a16:creationId xmlns:a16="http://schemas.microsoft.com/office/drawing/2014/main" id="{C87AF948-68C6-4080-96A4-341B3E72654F}"/>
              </a:ext>
              <a:ext uri="{C183D7F6-B498-43B3-948B-1728B52AA6E4}">
                <adec:decorative xmlns:adec="http://schemas.microsoft.com/office/drawing/2017/decorative" val="1"/>
              </a:ext>
            </a:extLst>
          </p:cNvPr>
          <p:cNvSpPr>
            <a:spLocks noGrp="1"/>
          </p:cNvSpPr>
          <p:nvPr>
            <p:ph type="dt" sz="half" idx="2"/>
          </p:nvPr>
        </p:nvSpPr>
        <p:spPr>
          <a:xfrm>
            <a:off x="1038358" y="4877753"/>
            <a:ext cx="191983" cy="102870"/>
          </a:xfrm>
          <a:prstGeom prst="rect">
            <a:avLst/>
          </a:prstGeom>
        </p:spPr>
        <p:txBody>
          <a:bodyPr vert="horz" wrap="none" lIns="0" tIns="0" rIns="0" bIns="0" rtlCol="0" anchor="b"/>
          <a:lstStyle>
            <a:lvl1pPr algn="l">
              <a:defRPr sz="600">
                <a:solidFill>
                  <a:schemeClr val="tx2"/>
                </a:solidFill>
              </a:defRPr>
            </a:lvl1pPr>
          </a:lstStyle>
          <a:p>
            <a:fld id="{02D25020-0143-4C28-AF12-D7B43E151733}" type="datetimeyyyy">
              <a:rPr lang="en-US" smtClean="0"/>
              <a:t>2026</a:t>
            </a:fld>
            <a:endParaRPr lang="en-US"/>
          </a:p>
        </p:txBody>
      </p:sp>
      <p:sp>
        <p:nvSpPr>
          <p:cNvPr id="6" name="Slide Number Placeholder 5">
            <a:extLst>
              <a:ext uri="{FF2B5EF4-FFF2-40B4-BE49-F238E27FC236}">
                <a16:creationId xmlns:a16="http://schemas.microsoft.com/office/drawing/2014/main" id="{BBB351C1-F417-4576-B405-26A2525BAB69}"/>
              </a:ext>
              <a:ext uri="{C183D7F6-B498-43B3-948B-1728B52AA6E4}">
                <adec:decorative xmlns:adec="http://schemas.microsoft.com/office/drawing/2017/decorative" val="1"/>
              </a:ext>
            </a:extLst>
          </p:cNvPr>
          <p:cNvSpPr>
            <a:spLocks noGrp="1"/>
          </p:cNvSpPr>
          <p:nvPr>
            <p:ph type="sldNum" sz="quarter" idx="4"/>
          </p:nvPr>
        </p:nvSpPr>
        <p:spPr>
          <a:xfrm>
            <a:off x="8458201" y="4877753"/>
            <a:ext cx="257174" cy="102870"/>
          </a:xfrm>
          <a:prstGeom prst="rect">
            <a:avLst/>
          </a:prstGeom>
        </p:spPr>
        <p:txBody>
          <a:bodyPr vert="horz" lIns="0" tIns="0" rIns="0" bIns="0" rtlCol="0" anchor="b"/>
          <a:lstStyle>
            <a:lvl1pPr algn="r">
              <a:defRPr sz="600">
                <a:solidFill>
                  <a:schemeClr val="tx2"/>
                </a:solidFill>
              </a:defRPr>
            </a:lvl1pPr>
          </a:lstStyle>
          <a:p>
            <a:fld id="{B2643E34-DC33-45ED-8E33-EC0D5991E9A4}" type="slidenum">
              <a:rPr lang="en-US" smtClean="0"/>
              <a:pPr/>
              <a:t>‹#›</a:t>
            </a:fld>
            <a:endParaRPr lang="en-US"/>
          </a:p>
        </p:txBody>
      </p:sp>
    </p:spTree>
    <p:extLst>
      <p:ext uri="{BB962C8B-B14F-4D97-AF65-F5344CB8AC3E}">
        <p14:creationId xmlns:p14="http://schemas.microsoft.com/office/powerpoint/2010/main" val="3698500788"/>
      </p:ext>
    </p:extLst>
  </p:cSld>
  <p:clrMap bg1="lt1" tx1="dk1" bg2="lt2" tx2="dk2" accent1="accent1" accent2="accent2" accent3="accent3" accent4="accent4" accent5="accent5" accent6="accent6" hlink="hlink" folHlink="folHlink"/>
  <p:sldLayoutIdLst>
    <p:sldLayoutId id="2147483929" r:id="rId1"/>
    <p:sldLayoutId id="2147483930" r:id="rId2"/>
    <p:sldLayoutId id="2147483931" r:id="rId3"/>
    <p:sldLayoutId id="2147483932" r:id="rId4"/>
    <p:sldLayoutId id="2147483933" r:id="rId5"/>
    <p:sldLayoutId id="2147483934" r:id="rId6"/>
    <p:sldLayoutId id="2147483935" r:id="rId7"/>
    <p:sldLayoutId id="2147483936" r:id="rId8"/>
    <p:sldLayoutId id="2147483937" r:id="rId9"/>
    <p:sldLayoutId id="2147483938" r:id="rId10"/>
    <p:sldLayoutId id="2147483939" r:id="rId11"/>
    <p:sldLayoutId id="2147483940" r:id="rId12"/>
    <p:sldLayoutId id="2147483941" r:id="rId13"/>
    <p:sldLayoutId id="2147483942" r:id="rId14"/>
    <p:sldLayoutId id="2147483943" r:id="rId15"/>
    <p:sldLayoutId id="2147483944" r:id="rId16"/>
    <p:sldLayoutId id="2147483945" r:id="rId17"/>
    <p:sldLayoutId id="2147483946" r:id="rId18"/>
    <p:sldLayoutId id="2147483947" r:id="rId19"/>
    <p:sldLayoutId id="2147483948" r:id="rId20"/>
    <p:sldLayoutId id="2147483949" r:id="rId21"/>
    <p:sldLayoutId id="2147483950" r:id="rId22"/>
    <p:sldLayoutId id="2147483951" r:id="rId23"/>
    <p:sldLayoutId id="2147483952" r:id="rId24"/>
    <p:sldLayoutId id="2147483953" r:id="rId25"/>
    <p:sldLayoutId id="2147483954" r:id="rId26"/>
    <p:sldLayoutId id="2147483955" r:id="rId27"/>
    <p:sldLayoutId id="2147483956" r:id="rId28"/>
    <p:sldLayoutId id="2147483957" r:id="rId29"/>
    <p:sldLayoutId id="2147483958" r:id="rId30"/>
    <p:sldLayoutId id="2147483959" r:id="rId31"/>
    <p:sldLayoutId id="2147483960" r:id="rId32"/>
    <p:sldLayoutId id="2147483961" r:id="rId33"/>
    <p:sldLayoutId id="2147483962" r:id="rId34"/>
    <p:sldLayoutId id="2147483963" r:id="rId35"/>
    <p:sldLayoutId id="2147483964" r:id="rId36"/>
    <p:sldLayoutId id="2147483965" r:id="rId37"/>
    <p:sldLayoutId id="2147483966" r:id="rId38"/>
    <p:sldLayoutId id="2147483967" r:id="rId39"/>
    <p:sldLayoutId id="2147483968" r:id="rId40"/>
    <p:sldLayoutId id="2147483969" r:id="rId41"/>
    <p:sldLayoutId id="2147483970" r:id="rId42"/>
    <p:sldLayoutId id="2147483971" r:id="rId43"/>
    <p:sldLayoutId id="2147483972" r:id="rId44"/>
    <p:sldLayoutId id="2147483973" r:id="rId45"/>
    <p:sldLayoutId id="2147483974" r:id="rId46"/>
    <p:sldLayoutId id="2147483975" r:id="rId47"/>
    <p:sldLayoutId id="2147483976" r:id="rId48"/>
    <p:sldLayoutId id="2147483977" r:id="rId49"/>
    <p:sldLayoutId id="2147483978" r:id="rId50"/>
    <p:sldLayoutId id="2147483979" r:id="rId51"/>
    <p:sldLayoutId id="2147483980" r:id="rId52"/>
    <p:sldLayoutId id="2147483981" r:id="rId53"/>
    <p:sldLayoutId id="2147483876" r:id="rId54"/>
    <p:sldLayoutId id="2147483896" r:id="rId55"/>
    <p:sldLayoutId id="2147483920" r:id="rId56"/>
    <p:sldLayoutId id="2147483926" r:id="rId57"/>
  </p:sldLayoutIdLst>
  <p:hf hdr="0"/>
  <p:txStyles>
    <p:titleStyle>
      <a:lvl1pPr algn="l" defTabSz="6858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70260" indent="-170260" algn="l" defTabSz="685800" rtl="0" eaLnBrk="1" latinLnBrk="0" hangingPunct="1">
        <a:lnSpc>
          <a:spcPct val="110000"/>
        </a:lnSpc>
        <a:spcBef>
          <a:spcPts val="0"/>
        </a:spcBef>
        <a:spcAft>
          <a:spcPts val="750"/>
        </a:spcAft>
        <a:buFont typeface="Avenir Next LT Pro" panose="020B0504020202020204" pitchFamily="34" charset="0"/>
        <a:buChar char="•"/>
        <a:defRPr sz="1050" kern="1200">
          <a:solidFill>
            <a:schemeClr val="tx1"/>
          </a:solidFill>
          <a:latin typeface="+mn-lt"/>
          <a:ea typeface="+mn-ea"/>
          <a:cs typeface="+mn-cs"/>
        </a:defRPr>
      </a:lvl1pPr>
      <a:lvl2pPr marL="345281" indent="-175022" algn="l" defTabSz="685800" rtl="0" eaLnBrk="1" latinLnBrk="0" hangingPunct="1">
        <a:lnSpc>
          <a:spcPct val="110000"/>
        </a:lnSpc>
        <a:spcBef>
          <a:spcPts val="0"/>
        </a:spcBef>
        <a:spcAft>
          <a:spcPts val="450"/>
        </a:spcAft>
        <a:buFont typeface="Avenir Next LT Pro" panose="020B0504020202020204" pitchFamily="34" charset="0"/>
        <a:buChar char="−"/>
        <a:defRPr sz="900" kern="1200">
          <a:solidFill>
            <a:schemeClr val="tx1"/>
          </a:solidFill>
          <a:latin typeface="+mn-lt"/>
          <a:ea typeface="+mn-ea"/>
          <a:cs typeface="+mn-cs"/>
        </a:defRPr>
      </a:lvl2pPr>
      <a:lvl3pPr marL="469106" indent="-123825" algn="l" defTabSz="685800" rtl="0" eaLnBrk="1" latinLnBrk="0" hangingPunct="1">
        <a:lnSpc>
          <a:spcPct val="110000"/>
        </a:lnSpc>
        <a:spcBef>
          <a:spcPts val="0"/>
        </a:spcBef>
        <a:spcAft>
          <a:spcPts val="450"/>
        </a:spcAft>
        <a:buFont typeface="Avenir Next LT Pro" panose="020B0504020202020204" pitchFamily="34" charset="0"/>
        <a:buChar char="−"/>
        <a:defRPr sz="750" kern="1200">
          <a:solidFill>
            <a:schemeClr val="tx1"/>
          </a:solidFill>
          <a:latin typeface="+mn-lt"/>
          <a:ea typeface="+mn-ea"/>
          <a:cs typeface="+mn-cs"/>
        </a:defRPr>
      </a:lvl3pPr>
      <a:lvl4pPr marL="598885" indent="-129779" algn="l" defTabSz="685800" rtl="0" eaLnBrk="1" latinLnBrk="0" hangingPunct="1">
        <a:lnSpc>
          <a:spcPct val="110000"/>
        </a:lnSpc>
        <a:spcBef>
          <a:spcPts val="0"/>
        </a:spcBef>
        <a:spcAft>
          <a:spcPts val="450"/>
        </a:spcAft>
        <a:buFont typeface="Avenir Next LT Pro" panose="020B0504020202020204" pitchFamily="34" charset="0"/>
        <a:buChar char="−"/>
        <a:defRPr sz="750" kern="1200">
          <a:solidFill>
            <a:schemeClr val="tx1"/>
          </a:solidFill>
          <a:latin typeface="+mn-lt"/>
          <a:ea typeface="+mn-ea"/>
          <a:cs typeface="+mn-cs"/>
        </a:defRPr>
      </a:lvl4pPr>
      <a:lvl5pPr marL="727472" indent="-128588" algn="l" defTabSz="685800" rtl="0" eaLnBrk="1" latinLnBrk="0" hangingPunct="1">
        <a:lnSpc>
          <a:spcPct val="110000"/>
        </a:lnSpc>
        <a:spcBef>
          <a:spcPts val="0"/>
        </a:spcBef>
        <a:spcAft>
          <a:spcPts val="450"/>
        </a:spcAft>
        <a:buFont typeface="Avenir Next LT Pro" panose="020B0504020202020204" pitchFamily="34" charset="0"/>
        <a:buChar char="−"/>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venir Next LT Pro" panose="020B05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venir Next LT Pro" panose="020B05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venir Next LT Pro" panose="020B05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venir Next LT Pro" panose="020B05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pos="360">
          <p15:clr>
            <a:srgbClr val="F26B43"/>
          </p15:clr>
        </p15:guide>
        <p15:guide id="4" pos="808">
          <p15:clr>
            <a:srgbClr val="A4A3A4"/>
          </p15:clr>
        </p15:guide>
        <p15:guide id="5" pos="952">
          <p15:clr>
            <a:srgbClr val="A4A3A4"/>
          </p15:clr>
        </p15:guide>
        <p15:guide id="6" pos="1400">
          <p15:clr>
            <a:srgbClr val="A4A3A4"/>
          </p15:clr>
        </p15:guide>
        <p15:guide id="7" pos="1536">
          <p15:clr>
            <a:srgbClr val="A4A3A4"/>
          </p15:clr>
        </p15:guide>
        <p15:guide id="8" pos="1992">
          <p15:clr>
            <a:srgbClr val="A4A3A4"/>
          </p15:clr>
        </p15:guide>
        <p15:guide id="9" pos="2136">
          <p15:clr>
            <a:srgbClr val="A4A3A4"/>
          </p15:clr>
        </p15:guide>
        <p15:guide id="10" pos="2584">
          <p15:clr>
            <a:srgbClr val="5ACBF0"/>
          </p15:clr>
        </p15:guide>
        <p15:guide id="11" pos="2728">
          <p15:clr>
            <a:srgbClr val="5ACBF0"/>
          </p15:clr>
        </p15:guide>
        <p15:guide id="12" pos="3176">
          <p15:clr>
            <a:srgbClr val="A4A3A4"/>
          </p15:clr>
        </p15:guide>
        <p15:guide id="13" pos="3320">
          <p15:clr>
            <a:srgbClr val="A4A3A4"/>
          </p15:clr>
        </p15:guide>
        <p15:guide id="14" pos="3768">
          <p15:clr>
            <a:srgbClr val="FBAE40"/>
          </p15:clr>
        </p15:guide>
        <p15:guide id="15" pos="3912">
          <p15:clr>
            <a:srgbClr val="FBAE40"/>
          </p15:clr>
        </p15:guide>
        <p15:guide id="16" pos="4360">
          <p15:clr>
            <a:srgbClr val="A4A3A4"/>
          </p15:clr>
        </p15:guide>
        <p15:guide id="17" pos="4504">
          <p15:clr>
            <a:srgbClr val="A4A3A4"/>
          </p15:clr>
        </p15:guide>
        <p15:guide id="18" pos="4952">
          <p15:clr>
            <a:srgbClr val="5ACBF0"/>
          </p15:clr>
        </p15:guide>
        <p15:guide id="19" pos="5096">
          <p15:clr>
            <a:srgbClr val="5ACBF0"/>
          </p15:clr>
        </p15:guide>
        <p15:guide id="20" pos="5544">
          <p15:clr>
            <a:srgbClr val="A4A3A4"/>
          </p15:clr>
        </p15:guide>
        <p15:guide id="21" pos="5688">
          <p15:clr>
            <a:srgbClr val="A4A3A4"/>
          </p15:clr>
        </p15:guide>
        <p15:guide id="22" pos="6136">
          <p15:clr>
            <a:srgbClr val="A4A3A4"/>
          </p15:clr>
        </p15:guide>
        <p15:guide id="23" pos="6280">
          <p15:clr>
            <a:srgbClr val="A4A3A4"/>
          </p15:clr>
        </p15:guide>
        <p15:guide id="24" pos="6728">
          <p15:clr>
            <a:srgbClr val="A4A3A4"/>
          </p15:clr>
        </p15:guide>
        <p15:guide id="25" pos="6872">
          <p15:clr>
            <a:srgbClr val="A4A3A4"/>
          </p15:clr>
        </p15:guide>
        <p15:guide id="26" pos="7320">
          <p15:clr>
            <a:srgbClr val="F26B43"/>
          </p15:clr>
        </p15:guide>
        <p15:guide id="27" orient="horz">
          <p15:clr>
            <a:srgbClr val="F26B43"/>
          </p15:clr>
        </p15:guide>
        <p15:guide id="28" orient="horz" pos="4320">
          <p15:clr>
            <a:srgbClr val="F26B43"/>
          </p15:clr>
        </p15:guide>
        <p15:guide id="29" orient="horz" pos="360">
          <p15:clr>
            <a:srgbClr val="F26B43"/>
          </p15:clr>
        </p15:guide>
        <p15:guide id="31" orient="horz" pos="3960">
          <p15:clr>
            <a:srgbClr val="F26B43"/>
          </p15:clr>
        </p15:guide>
        <p15:guide id="32" orient="horz" pos="984">
          <p15:clr>
            <a:srgbClr val="F26B43"/>
          </p15:clr>
        </p15:guide>
        <p15:guide id="33" orient="horz" pos="1728">
          <p15:clr>
            <a:srgbClr val="5ACBF0"/>
          </p15:clr>
        </p15:guide>
        <p15:guide id="34" orient="horz" pos="2592">
          <p15:clr>
            <a:srgbClr val="A4A3A4"/>
          </p15:clr>
        </p15:guide>
        <p15:guide id="35" orient="horz" pos="3336">
          <p15:clr>
            <a:srgbClr val="A4A3A4"/>
          </p15:clr>
        </p15:guide>
        <p15:guide id="36" orient="horz" pos="1104">
          <p15:clr>
            <a:srgbClr val="5ACBF0"/>
          </p15:clr>
        </p15:guide>
        <p15:guide id="37" orient="horz" pos="1848">
          <p15:clr>
            <a:srgbClr val="F26B43"/>
          </p15:clr>
        </p15:guide>
        <p15:guide id="38" orient="horz" pos="2472">
          <p15:clr>
            <a:srgbClr val="A4A3A4"/>
          </p15:clr>
        </p15:guide>
        <p15:guide id="39" orient="horz" pos="3216">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9">
            <a:extLst>
              <a:ext uri="{FF2B5EF4-FFF2-40B4-BE49-F238E27FC236}">
                <a16:creationId xmlns:a16="http://schemas.microsoft.com/office/drawing/2014/main" id="{0ECEADBB-2FBD-E5F8-9348-2D5CABF090DF}"/>
              </a:ext>
            </a:extLst>
          </p:cNvPr>
          <p:cNvPicPr>
            <a:picLocks noGrp="1" noChangeAspect="1"/>
          </p:cNvPicPr>
          <p:nvPr>
            <p:ph type="pic" idx="1"/>
          </p:nvPr>
        </p:nvPicPr>
        <p:blipFill>
          <a:blip r:embed="rId3"/>
          <a:srcRect r="-8"/>
          <a:stretch/>
        </p:blipFill>
        <p:spPr>
          <a:xfrm>
            <a:off x="104013" y="0"/>
            <a:ext cx="9039987" cy="5143500"/>
          </a:xfrm>
        </p:spPr>
      </p:pic>
      <p:sp>
        <p:nvSpPr>
          <p:cNvPr id="14" name="Text Placeholder 13">
            <a:extLst>
              <a:ext uri="{FF2B5EF4-FFF2-40B4-BE49-F238E27FC236}">
                <a16:creationId xmlns:a16="http://schemas.microsoft.com/office/drawing/2014/main" id="{564D9CCA-FFB8-E329-7B21-E06506B4EA3C}"/>
              </a:ext>
              <a:ext uri="{C183D7F6-B498-43B3-948B-1728B52AA6E4}">
                <adec:decorative xmlns:adec="http://schemas.microsoft.com/office/drawing/2017/decorative" val="1"/>
              </a:ext>
            </a:extLst>
          </p:cNvPr>
          <p:cNvSpPr>
            <a:spLocks noGrp="1"/>
          </p:cNvSpPr>
          <p:nvPr>
            <p:ph type="body" sz="quarter" idx="15"/>
          </p:nvPr>
        </p:nvSpPr>
        <p:spPr/>
        <p:txBody>
          <a:bodyPr/>
          <a:lstStyle/>
          <a:p>
            <a:endParaRPr lang="en-US" dirty="0"/>
          </a:p>
        </p:txBody>
      </p:sp>
      <p:sp>
        <p:nvSpPr>
          <p:cNvPr id="13" name="Text Placeholder 12">
            <a:extLst>
              <a:ext uri="{FF2B5EF4-FFF2-40B4-BE49-F238E27FC236}">
                <a16:creationId xmlns:a16="http://schemas.microsoft.com/office/drawing/2014/main" id="{288FBBAD-4FE0-16DB-2DA3-8671F07D967B}"/>
              </a:ext>
              <a:ext uri="{C183D7F6-B498-43B3-948B-1728B52AA6E4}">
                <adec:decorative xmlns:adec="http://schemas.microsoft.com/office/drawing/2017/decorative" val="1"/>
              </a:ext>
            </a:extLst>
          </p:cNvPr>
          <p:cNvSpPr>
            <a:spLocks noGrp="1"/>
          </p:cNvSpPr>
          <p:nvPr>
            <p:ph type="body" sz="quarter" idx="10"/>
          </p:nvPr>
        </p:nvSpPr>
        <p:spPr/>
        <p:txBody>
          <a:bodyPr/>
          <a:lstStyle/>
          <a:p>
            <a:endParaRPr lang="en-US"/>
          </a:p>
        </p:txBody>
      </p:sp>
      <p:sp>
        <p:nvSpPr>
          <p:cNvPr id="15" name="Text Placeholder 14">
            <a:extLst>
              <a:ext uri="{FF2B5EF4-FFF2-40B4-BE49-F238E27FC236}">
                <a16:creationId xmlns:a16="http://schemas.microsoft.com/office/drawing/2014/main" id="{211147F7-981F-AA99-ED92-3358EC9DE243}"/>
              </a:ext>
            </a:extLst>
          </p:cNvPr>
          <p:cNvSpPr>
            <a:spLocks noGrp="1"/>
          </p:cNvSpPr>
          <p:nvPr>
            <p:ph type="body" sz="quarter" idx="17"/>
          </p:nvPr>
        </p:nvSpPr>
        <p:spPr/>
        <p:txBody>
          <a:bodyPr/>
          <a:lstStyle/>
          <a:p>
            <a:r>
              <a:rPr lang="en-US" dirty="0"/>
              <a:t>May 2026</a:t>
            </a:r>
          </a:p>
        </p:txBody>
      </p:sp>
      <p:sp>
        <p:nvSpPr>
          <p:cNvPr id="2" name="Title 1">
            <a:extLst>
              <a:ext uri="{FF2B5EF4-FFF2-40B4-BE49-F238E27FC236}">
                <a16:creationId xmlns:a16="http://schemas.microsoft.com/office/drawing/2014/main" id="{02E94C1F-3A0D-AEBB-4030-AC1351201D37}"/>
              </a:ext>
            </a:extLst>
          </p:cNvPr>
          <p:cNvSpPr>
            <a:spLocks noGrp="1"/>
          </p:cNvSpPr>
          <p:nvPr>
            <p:ph type="ctrTitle"/>
          </p:nvPr>
        </p:nvSpPr>
        <p:spPr>
          <a:xfrm>
            <a:off x="422563" y="1328571"/>
            <a:ext cx="3509364" cy="2477508"/>
          </a:xfrm>
        </p:spPr>
        <p:txBody>
          <a:bodyPr/>
          <a:lstStyle/>
          <a:p>
            <a:r>
              <a:rPr lang="en-US"/>
              <a:t>Engagement Status Report</a:t>
            </a:r>
          </a:p>
        </p:txBody>
      </p:sp>
      <p:sp>
        <p:nvSpPr>
          <p:cNvPr id="6" name="Text Placeholder 5">
            <a:extLst>
              <a:ext uri="{FF2B5EF4-FFF2-40B4-BE49-F238E27FC236}">
                <a16:creationId xmlns:a16="http://schemas.microsoft.com/office/drawing/2014/main" id="{12D67E4F-6C1C-3671-6929-53D047E3EA66}"/>
              </a:ext>
            </a:extLst>
          </p:cNvPr>
          <p:cNvSpPr>
            <a:spLocks noGrp="1"/>
          </p:cNvSpPr>
          <p:nvPr>
            <p:ph type="body" sz="quarter" idx="13"/>
          </p:nvPr>
        </p:nvSpPr>
        <p:spPr/>
        <p:txBody>
          <a:bodyPr/>
          <a:lstStyle/>
          <a:p>
            <a:r>
              <a:rPr lang="en-US" dirty="0"/>
              <a:t>5/1/2026</a:t>
            </a:r>
          </a:p>
        </p:txBody>
      </p:sp>
      <p:sp>
        <p:nvSpPr>
          <p:cNvPr id="8" name="Subtitle 7">
            <a:extLst>
              <a:ext uri="{FF2B5EF4-FFF2-40B4-BE49-F238E27FC236}">
                <a16:creationId xmlns:a16="http://schemas.microsoft.com/office/drawing/2014/main" id="{49391A22-1CE7-1510-986D-7AEF3DBC9B05}"/>
              </a:ext>
            </a:extLst>
          </p:cNvPr>
          <p:cNvSpPr>
            <a:spLocks noGrp="1"/>
          </p:cNvSpPr>
          <p:nvPr>
            <p:ph type="subTitle" idx="16"/>
          </p:nvPr>
        </p:nvSpPr>
        <p:spPr/>
        <p:txBody>
          <a:bodyPr vert="horz" lIns="0" tIns="0" rIns="0" bIns="0" rtlCol="0" anchor="t">
            <a:noAutofit/>
          </a:bodyPr>
          <a:lstStyle/>
          <a:p>
            <a:r>
              <a:rPr lang="en-US" dirty="0"/>
              <a:t>F5 FinOps Data Platform</a:t>
            </a:r>
          </a:p>
        </p:txBody>
      </p:sp>
    </p:spTree>
    <p:extLst>
      <p:ext uri="{BB962C8B-B14F-4D97-AF65-F5344CB8AC3E}">
        <p14:creationId xmlns:p14="http://schemas.microsoft.com/office/powerpoint/2010/main" val="3348672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C3FF128-5262-B056-27F6-490C7B81B543}"/>
              </a:ext>
            </a:extLst>
          </p:cNvPr>
          <p:cNvSpPr>
            <a:spLocks noGrp="1"/>
          </p:cNvSpPr>
          <p:nvPr>
            <p:ph type="title"/>
          </p:nvPr>
        </p:nvSpPr>
        <p:spPr>
          <a:xfrm>
            <a:off x="428625" y="382521"/>
            <a:ext cx="8480479" cy="300172"/>
          </a:xfrm>
        </p:spPr>
        <p:txBody>
          <a:bodyPr/>
          <a:lstStyle/>
          <a:p>
            <a:r>
              <a:rPr lang="en-US" sz="2300" dirty="0"/>
              <a:t>F5 FinOps Data Platform – Week of 5/1</a:t>
            </a:r>
          </a:p>
        </p:txBody>
      </p:sp>
      <p:sp>
        <p:nvSpPr>
          <p:cNvPr id="5" name="Footer Placeholder 4">
            <a:extLst>
              <a:ext uri="{FF2B5EF4-FFF2-40B4-BE49-F238E27FC236}">
                <a16:creationId xmlns:a16="http://schemas.microsoft.com/office/drawing/2014/main" id="{CF50DA23-AFBB-7BA8-6CA7-E5B63E38C6AB}"/>
              </a:ext>
              <a:ext uri="{C183D7F6-B498-43B3-948B-1728B52AA6E4}">
                <adec:decorative xmlns:adec="http://schemas.microsoft.com/office/drawing/2017/decorative" val="1"/>
              </a:ext>
            </a:extLst>
          </p:cNvPr>
          <p:cNvSpPr>
            <a:spLocks noGrp="1"/>
          </p:cNvSpPr>
          <p:nvPr>
            <p:ph type="ftr" sz="quarter" idx="10"/>
          </p:nvPr>
        </p:nvSpPr>
        <p:spPr>
          <a:xfrm>
            <a:off x="1097318" y="4871585"/>
            <a:ext cx="4888706" cy="102870"/>
          </a:xfrm>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8C8C8C"/>
                </a:solidFill>
                <a:effectLst/>
                <a:uLnTx/>
                <a:uFillTx/>
                <a:latin typeface="Avenir Next LT Pro"/>
                <a:ea typeface="+mn-ea"/>
                <a:cs typeface="+mn-cs"/>
              </a:rPr>
              <a:t>2022 Slalom. All Rights Reserved. Proprietary and Confidential.</a:t>
            </a:r>
          </a:p>
        </p:txBody>
      </p:sp>
      <p:graphicFrame>
        <p:nvGraphicFramePr>
          <p:cNvPr id="2" name="Table 1">
            <a:extLst>
              <a:ext uri="{FF2B5EF4-FFF2-40B4-BE49-F238E27FC236}">
                <a16:creationId xmlns:a16="http://schemas.microsoft.com/office/drawing/2014/main" id="{ED1693D6-FC8B-914F-72C6-665656F8CDDC}"/>
              </a:ext>
            </a:extLst>
          </p:cNvPr>
          <p:cNvGraphicFramePr>
            <a:graphicFrameLocks noGrp="1"/>
          </p:cNvGraphicFramePr>
          <p:nvPr>
            <p:extLst>
              <p:ext uri="{D42A27DB-BD31-4B8C-83A1-F6EECF244321}">
                <p14:modId xmlns:p14="http://schemas.microsoft.com/office/powerpoint/2010/main" val="1333145059"/>
              </p:ext>
            </p:extLst>
          </p:nvPr>
        </p:nvGraphicFramePr>
        <p:xfrm>
          <a:off x="428622" y="1841474"/>
          <a:ext cx="8465441" cy="1558272"/>
        </p:xfrm>
        <a:graphic>
          <a:graphicData uri="http://schemas.openxmlformats.org/drawingml/2006/table">
            <a:tbl>
              <a:tblPr/>
              <a:tblGrid>
                <a:gridCol w="2954668">
                  <a:extLst>
                    <a:ext uri="{9D8B030D-6E8A-4147-A177-3AD203B41FA5}">
                      <a16:colId xmlns:a16="http://schemas.microsoft.com/office/drawing/2014/main" val="3836178127"/>
                    </a:ext>
                  </a:extLst>
                </a:gridCol>
                <a:gridCol w="2878933">
                  <a:extLst>
                    <a:ext uri="{9D8B030D-6E8A-4147-A177-3AD203B41FA5}">
                      <a16:colId xmlns:a16="http://schemas.microsoft.com/office/drawing/2014/main" val="224549915"/>
                    </a:ext>
                  </a:extLst>
                </a:gridCol>
                <a:gridCol w="2631840">
                  <a:extLst>
                    <a:ext uri="{9D8B030D-6E8A-4147-A177-3AD203B41FA5}">
                      <a16:colId xmlns:a16="http://schemas.microsoft.com/office/drawing/2014/main" val="954641954"/>
                    </a:ext>
                  </a:extLst>
                </a:gridCol>
              </a:tblGrid>
              <a:tr h="120594">
                <a:tc>
                  <a:txBody>
                    <a:bodyPr/>
                    <a:lstStyle/>
                    <a:p>
                      <a:pPr marL="0" marR="0" lvl="0" indent="0" algn="ctr" defTabSz="914400" rtl="0" eaLnBrk="1" fontAlgn="base" latinLnBrk="0" hangingPunct="1">
                        <a:lnSpc>
                          <a:spcPct val="100000"/>
                        </a:lnSpc>
                        <a:spcBef>
                          <a:spcPts val="300"/>
                        </a:spcBef>
                        <a:spcAft>
                          <a:spcPct val="0"/>
                        </a:spcAft>
                        <a:buClr>
                          <a:srgbClr val="0A3A80"/>
                        </a:buClr>
                        <a:buSzPct val="75000"/>
                        <a:buFont typeface="Wingdings" pitchFamily="2" charset="2"/>
                        <a:buNone/>
                        <a:tabLst/>
                      </a:pPr>
                      <a:r>
                        <a:rPr kumimoji="0" lang="en-GB" sz="800" b="1" i="0" u="none" strike="noStrike" cap="none" normalizeH="0" baseline="0" dirty="0">
                          <a:ln>
                            <a:noFill/>
                          </a:ln>
                          <a:solidFill>
                            <a:schemeClr val="bg1"/>
                          </a:solidFill>
                          <a:effectLst/>
                          <a:latin typeface="+mn-lt"/>
                          <a:ea typeface="MS PGothic"/>
                        </a:rPr>
                        <a:t>Key Activities Completed This Week</a:t>
                      </a:r>
                    </a:p>
                  </a:txBody>
                  <a:tcPr marL="36000" marR="36000" marT="36000" marB="360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ts val="300"/>
                        </a:spcBef>
                        <a:spcAft>
                          <a:spcPct val="0"/>
                        </a:spcAft>
                        <a:buClr>
                          <a:srgbClr val="0A3A80"/>
                        </a:buClr>
                        <a:buSzPct val="75000"/>
                        <a:buFont typeface="Wingdings" pitchFamily="2" charset="2"/>
                        <a:buNone/>
                        <a:tabLst/>
                      </a:pPr>
                      <a:r>
                        <a:rPr kumimoji="0" lang="en-GB" sz="800" b="1" i="0" u="none" strike="noStrike" cap="none" normalizeH="0" baseline="0" dirty="0">
                          <a:ln>
                            <a:noFill/>
                          </a:ln>
                          <a:solidFill>
                            <a:schemeClr val="bg1"/>
                          </a:solidFill>
                          <a:effectLst/>
                          <a:latin typeface="+mn-lt"/>
                          <a:ea typeface="MS PGothic"/>
                        </a:rPr>
                        <a:t>Key Activities Planned for Next Week</a:t>
                      </a:r>
                      <a:endParaRPr kumimoji="0" lang="en-GB" sz="800" b="0" i="0" u="none" strike="noStrike" cap="none" normalizeH="0" baseline="0" dirty="0">
                        <a:ln>
                          <a:noFill/>
                        </a:ln>
                        <a:solidFill>
                          <a:schemeClr val="bg1"/>
                        </a:solidFill>
                        <a:effectLst/>
                        <a:latin typeface="+mn-lt"/>
                        <a:ea typeface="MS PGothic"/>
                      </a:endParaRPr>
                    </a:p>
                  </a:txBody>
                  <a:tcPr marL="36000" marR="36000" marT="36000" marB="360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ts val="300"/>
                        </a:spcBef>
                        <a:spcAft>
                          <a:spcPct val="0"/>
                        </a:spcAft>
                        <a:buClr>
                          <a:srgbClr val="0A3A80"/>
                        </a:buClr>
                        <a:buSzPct val="75000"/>
                        <a:buFont typeface="Wingdings" pitchFamily="2" charset="2"/>
                        <a:buNone/>
                        <a:tabLst/>
                      </a:pPr>
                      <a:r>
                        <a:rPr kumimoji="0" lang="en-GB" sz="800" b="1" i="0" u="none" strike="noStrike" cap="none" normalizeH="0" baseline="0" dirty="0">
                          <a:ln>
                            <a:noFill/>
                          </a:ln>
                          <a:solidFill>
                            <a:schemeClr val="bg1"/>
                          </a:solidFill>
                          <a:effectLst/>
                          <a:latin typeface="+mn-lt"/>
                          <a:ea typeface="MS PGothic"/>
                        </a:rPr>
                        <a:t>Critical Open Questions/ Issues</a:t>
                      </a:r>
                    </a:p>
                  </a:txBody>
                  <a:tcPr marL="36000" marR="36000" marT="36000" marB="360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4237080599"/>
                  </a:ext>
                </a:extLst>
              </a:tr>
              <a:tr h="808266">
                <a:tc>
                  <a:txBody>
                    <a:bodyPr/>
                    <a:lstStyle/>
                    <a:p>
                      <a:pPr marL="194945" marR="0" lvl="0" indent="-171450" algn="l">
                        <a:lnSpc>
                          <a:spcPct val="100000"/>
                        </a:lnSpc>
                        <a:spcBef>
                          <a:spcPct val="20000"/>
                        </a:spcBef>
                        <a:spcAft>
                          <a:spcPct val="0"/>
                        </a:spcAft>
                        <a:buClr>
                          <a:srgbClr val="151515"/>
                        </a:buClr>
                        <a:buSzTx/>
                        <a:buFont typeface="Arial" panose="020B0604020202020204" pitchFamily="34" charset="0"/>
                        <a:buChar char="•"/>
                      </a:pPr>
                      <a:r>
                        <a:rPr lang="en-US" sz="800" b="1" i="1" u="none" strike="noStrike" cap="none" normalizeH="0" baseline="0" noProof="0" dirty="0">
                          <a:ln>
                            <a:noFill/>
                          </a:ln>
                          <a:solidFill>
                            <a:schemeClr val="tx1"/>
                          </a:solidFill>
                          <a:effectLst/>
                          <a:latin typeface="Avenir Next LT Pro"/>
                        </a:rPr>
                        <a:t>Activity Type 1</a:t>
                      </a:r>
                    </a:p>
                    <a:p>
                      <a:pPr marL="537845" marR="0" lvl="1" indent="-171450" algn="l">
                        <a:lnSpc>
                          <a:spcPct val="100000"/>
                        </a:lnSpc>
                        <a:spcBef>
                          <a:spcPct val="20000"/>
                        </a:spcBef>
                        <a:spcAft>
                          <a:spcPct val="0"/>
                        </a:spcAft>
                        <a:buClr>
                          <a:srgbClr val="151515"/>
                        </a:buClr>
                        <a:buSzTx/>
                        <a:buFont typeface="Arial"/>
                        <a:buChar char="•"/>
                      </a:pPr>
                      <a:r>
                        <a:rPr lang="en-US" sz="800" b="0" i="1" u="none" strike="noStrike" cap="none" normalizeH="0" baseline="0" noProof="0" dirty="0">
                          <a:ln>
                            <a:noFill/>
                          </a:ln>
                          <a:solidFill>
                            <a:schemeClr val="tx1"/>
                          </a:solidFill>
                          <a:effectLst/>
                          <a:latin typeface="Avenir Next LT Pro"/>
                        </a:rPr>
                        <a:t>Completed Sub-Activity 1</a:t>
                      </a:r>
                    </a:p>
                    <a:p>
                      <a:pPr marL="537845" marR="0" lvl="1" indent="-171450" algn="l">
                        <a:lnSpc>
                          <a:spcPct val="100000"/>
                        </a:lnSpc>
                        <a:spcBef>
                          <a:spcPct val="20000"/>
                        </a:spcBef>
                        <a:spcAft>
                          <a:spcPct val="0"/>
                        </a:spcAft>
                        <a:buClr>
                          <a:srgbClr val="151515"/>
                        </a:buClr>
                        <a:buSzTx/>
                        <a:buFont typeface="Arial"/>
                        <a:buChar char="•"/>
                      </a:pPr>
                      <a:r>
                        <a:rPr lang="en-US" sz="800" b="0" i="1" u="none" strike="noStrike" cap="none" normalizeH="0" baseline="0" noProof="0" dirty="0">
                          <a:ln>
                            <a:noFill/>
                          </a:ln>
                          <a:solidFill>
                            <a:schemeClr val="tx1"/>
                          </a:solidFill>
                          <a:effectLst/>
                          <a:latin typeface="+mn-lt"/>
                        </a:rPr>
                        <a:t>Completed Sub-Activity 2</a:t>
                      </a:r>
                    </a:p>
                    <a:p>
                      <a:pPr marL="194945" marR="0" lvl="0" indent="-171450" algn="l">
                        <a:lnSpc>
                          <a:spcPct val="100000"/>
                        </a:lnSpc>
                        <a:spcBef>
                          <a:spcPct val="20000"/>
                        </a:spcBef>
                        <a:spcAft>
                          <a:spcPct val="0"/>
                        </a:spcAft>
                        <a:buClr>
                          <a:srgbClr val="151515"/>
                        </a:buClr>
                        <a:buSzTx/>
                        <a:buFont typeface="Arial" panose="020B0604020202020204" pitchFamily="34" charset="0"/>
                        <a:buChar char="•"/>
                      </a:pPr>
                      <a:r>
                        <a:rPr lang="en-US" sz="800" b="1" i="1" u="none" strike="noStrike" cap="none" normalizeH="0" baseline="0" noProof="0" dirty="0">
                          <a:ln>
                            <a:noFill/>
                          </a:ln>
                          <a:solidFill>
                            <a:schemeClr val="tx1"/>
                          </a:solidFill>
                          <a:effectLst/>
                          <a:latin typeface="+mn-lt"/>
                        </a:rPr>
                        <a:t>Activity Type 2</a:t>
                      </a:r>
                    </a:p>
                    <a:p>
                      <a:pPr marL="537845" marR="0" lvl="1" indent="-171450" algn="l">
                        <a:lnSpc>
                          <a:spcPct val="100000"/>
                        </a:lnSpc>
                        <a:spcBef>
                          <a:spcPct val="20000"/>
                        </a:spcBef>
                        <a:spcAft>
                          <a:spcPct val="0"/>
                        </a:spcAft>
                        <a:buClr>
                          <a:srgbClr val="151515"/>
                        </a:buClr>
                        <a:buSzTx/>
                        <a:buFont typeface="Arial"/>
                        <a:buChar char="•"/>
                      </a:pPr>
                      <a:r>
                        <a:rPr lang="en-US" sz="800" b="0" i="1" u="none" strike="noStrike" cap="none" normalizeH="0" baseline="0" noProof="0" dirty="0">
                          <a:ln>
                            <a:noFill/>
                          </a:ln>
                          <a:solidFill>
                            <a:schemeClr val="tx1"/>
                          </a:solidFill>
                          <a:effectLst/>
                          <a:latin typeface="+mn-lt"/>
                        </a:rPr>
                        <a:t>Completed Sub-Activity 1</a:t>
                      </a:r>
                    </a:p>
                    <a:p>
                      <a:pPr marL="537845" marR="0" lvl="1" indent="-171450" algn="l">
                        <a:lnSpc>
                          <a:spcPct val="100000"/>
                        </a:lnSpc>
                        <a:spcBef>
                          <a:spcPct val="20000"/>
                        </a:spcBef>
                        <a:spcAft>
                          <a:spcPct val="0"/>
                        </a:spcAft>
                        <a:buClr>
                          <a:srgbClr val="151515"/>
                        </a:buClr>
                        <a:buSzTx/>
                        <a:buFont typeface="Arial"/>
                        <a:buChar char="•"/>
                      </a:pPr>
                      <a:r>
                        <a:rPr lang="en-US" sz="800" b="0" i="1" u="none" strike="noStrike" cap="none" normalizeH="0" baseline="0" noProof="0" dirty="0">
                          <a:ln>
                            <a:noFill/>
                          </a:ln>
                          <a:solidFill>
                            <a:schemeClr val="tx1"/>
                          </a:solidFill>
                          <a:effectLst/>
                          <a:latin typeface="+mn-lt"/>
                        </a:rPr>
                        <a:t>Completed Sub-Activity 2</a:t>
                      </a:r>
                    </a:p>
                    <a:p>
                      <a:pPr marL="194945" marR="0" lvl="0" indent="-171450" algn="l">
                        <a:lnSpc>
                          <a:spcPct val="100000"/>
                        </a:lnSpc>
                        <a:spcBef>
                          <a:spcPct val="20000"/>
                        </a:spcBef>
                        <a:spcAft>
                          <a:spcPct val="0"/>
                        </a:spcAft>
                        <a:buClr>
                          <a:srgbClr val="151515"/>
                        </a:buClr>
                        <a:buSzTx/>
                        <a:buFont typeface="Arial"/>
                        <a:buChar char="•"/>
                      </a:pPr>
                      <a:r>
                        <a:rPr lang="en-US" sz="800" b="0" i="1" u="none" strike="noStrike" cap="none" normalizeH="0" baseline="0" noProof="0" dirty="0">
                          <a:ln>
                            <a:noFill/>
                          </a:ln>
                          <a:solidFill>
                            <a:schemeClr val="tx1"/>
                          </a:solidFill>
                          <a:effectLst/>
                          <a:latin typeface="+mn-lt"/>
                        </a:rPr>
                        <a:t>Completed Activity 1</a:t>
                      </a:r>
                    </a:p>
                    <a:p>
                      <a:pPr marL="194945" marR="0" lvl="0" indent="-171450" algn="l" defTabSz="685800" rtl="0" eaLnBrk="1" fontAlgn="auto" latinLnBrk="0" hangingPunct="1">
                        <a:lnSpc>
                          <a:spcPct val="100000"/>
                        </a:lnSpc>
                        <a:spcBef>
                          <a:spcPct val="20000"/>
                        </a:spcBef>
                        <a:spcAft>
                          <a:spcPct val="0"/>
                        </a:spcAft>
                        <a:buClr>
                          <a:srgbClr val="151515"/>
                        </a:buClr>
                        <a:buSzTx/>
                        <a:buFont typeface="Arial"/>
                        <a:buChar char="•"/>
                        <a:tabLst/>
                        <a:defRPr/>
                      </a:pPr>
                      <a:r>
                        <a:rPr lang="en-US" sz="800" b="0" i="1" u="none" strike="noStrike" cap="none" normalizeH="0" baseline="0" noProof="0" dirty="0">
                          <a:ln>
                            <a:noFill/>
                          </a:ln>
                          <a:solidFill>
                            <a:schemeClr val="tx1"/>
                          </a:solidFill>
                          <a:effectLst/>
                          <a:latin typeface="+mn-lt"/>
                        </a:rPr>
                        <a:t>Completed Activity 2</a:t>
                      </a:r>
                    </a:p>
                    <a:p>
                      <a:pPr marL="194945" marR="0" lvl="0" indent="-171450" algn="l" defTabSz="685800" rtl="0" eaLnBrk="1" fontAlgn="auto" latinLnBrk="0" hangingPunct="1">
                        <a:lnSpc>
                          <a:spcPct val="100000"/>
                        </a:lnSpc>
                        <a:spcBef>
                          <a:spcPct val="20000"/>
                        </a:spcBef>
                        <a:spcAft>
                          <a:spcPct val="0"/>
                        </a:spcAft>
                        <a:buClr>
                          <a:srgbClr val="151515"/>
                        </a:buClr>
                        <a:buSzTx/>
                        <a:buFont typeface="Arial"/>
                        <a:buChar char="•"/>
                        <a:tabLst/>
                        <a:defRPr/>
                      </a:pPr>
                      <a:r>
                        <a:rPr lang="en-US" sz="800" b="0" i="1" u="none" strike="noStrike" cap="none" normalizeH="0" baseline="0" noProof="0" dirty="0">
                          <a:ln>
                            <a:noFill/>
                          </a:ln>
                          <a:solidFill>
                            <a:schemeClr val="tx1"/>
                          </a:solidFill>
                          <a:effectLst/>
                          <a:latin typeface="+mn-lt"/>
                        </a:rPr>
                        <a:t>Completed Activity 3</a:t>
                      </a:r>
                    </a:p>
                  </a:txBody>
                  <a:tcPr marL="36000" marR="36000" marT="36000" marB="36000"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marL="194945" marR="0" lvl="0" indent="-171450" algn="l">
                        <a:lnSpc>
                          <a:spcPct val="100000"/>
                        </a:lnSpc>
                        <a:spcBef>
                          <a:spcPct val="20000"/>
                        </a:spcBef>
                        <a:spcAft>
                          <a:spcPct val="0"/>
                        </a:spcAft>
                        <a:buClr>
                          <a:srgbClr val="151515"/>
                        </a:buClr>
                        <a:buSzTx/>
                        <a:buFont typeface="Arial" panose="020B0604020202020204" pitchFamily="34" charset="0"/>
                        <a:buChar char="•"/>
                      </a:pPr>
                      <a:r>
                        <a:rPr lang="en-US" sz="800" b="1" i="1" u="none" strike="noStrike" cap="none" normalizeH="0" baseline="0" noProof="0" dirty="0">
                          <a:ln>
                            <a:noFill/>
                          </a:ln>
                          <a:solidFill>
                            <a:schemeClr val="tx1"/>
                          </a:solidFill>
                          <a:effectLst/>
                          <a:latin typeface="+mn-lt"/>
                        </a:rPr>
                        <a:t>Activity Type 1</a:t>
                      </a:r>
                    </a:p>
                    <a:p>
                      <a:pPr marL="537845" marR="0" lvl="1" indent="-171450" algn="l">
                        <a:lnSpc>
                          <a:spcPct val="100000"/>
                        </a:lnSpc>
                        <a:spcBef>
                          <a:spcPct val="20000"/>
                        </a:spcBef>
                        <a:spcAft>
                          <a:spcPct val="0"/>
                        </a:spcAft>
                        <a:buClr>
                          <a:srgbClr val="151515"/>
                        </a:buClr>
                        <a:buSzTx/>
                        <a:buFont typeface="Arial"/>
                        <a:buChar char="•"/>
                      </a:pPr>
                      <a:r>
                        <a:rPr lang="en-US" sz="800" b="0" i="1" u="none" strike="noStrike" cap="none" normalizeH="0" baseline="0" noProof="0" dirty="0">
                          <a:ln>
                            <a:noFill/>
                          </a:ln>
                          <a:solidFill>
                            <a:schemeClr val="tx1"/>
                          </a:solidFill>
                          <a:effectLst/>
                          <a:latin typeface="+mn-lt"/>
                        </a:rPr>
                        <a:t>Planned Sub-Activity 1</a:t>
                      </a:r>
                    </a:p>
                    <a:p>
                      <a:pPr marL="537845" marR="0" lvl="1" indent="-171450" algn="l">
                        <a:lnSpc>
                          <a:spcPct val="100000"/>
                        </a:lnSpc>
                        <a:spcBef>
                          <a:spcPct val="20000"/>
                        </a:spcBef>
                        <a:spcAft>
                          <a:spcPct val="0"/>
                        </a:spcAft>
                        <a:buClr>
                          <a:srgbClr val="151515"/>
                        </a:buClr>
                        <a:buSzTx/>
                        <a:buFont typeface="Arial"/>
                        <a:buChar char="•"/>
                      </a:pPr>
                      <a:r>
                        <a:rPr lang="en-US" sz="800" b="0" i="1" u="none" strike="noStrike" cap="none" normalizeH="0" baseline="0" noProof="0" dirty="0">
                          <a:ln>
                            <a:noFill/>
                          </a:ln>
                          <a:solidFill>
                            <a:schemeClr val="tx1"/>
                          </a:solidFill>
                          <a:effectLst/>
                          <a:latin typeface="+mn-lt"/>
                        </a:rPr>
                        <a:t>Planned Sub-Activity 2</a:t>
                      </a:r>
                    </a:p>
                    <a:p>
                      <a:pPr marL="194945" marR="0" lvl="0" indent="-171450" algn="l">
                        <a:lnSpc>
                          <a:spcPct val="100000"/>
                        </a:lnSpc>
                        <a:spcBef>
                          <a:spcPct val="20000"/>
                        </a:spcBef>
                        <a:spcAft>
                          <a:spcPct val="0"/>
                        </a:spcAft>
                        <a:buClr>
                          <a:srgbClr val="151515"/>
                        </a:buClr>
                        <a:buSzTx/>
                        <a:buFont typeface="Arial" panose="020B0604020202020204" pitchFamily="34" charset="0"/>
                        <a:buChar char="•"/>
                      </a:pPr>
                      <a:r>
                        <a:rPr lang="en-US" sz="800" b="1" i="1" u="none" strike="noStrike" cap="none" normalizeH="0" baseline="0" noProof="0" dirty="0">
                          <a:ln>
                            <a:noFill/>
                          </a:ln>
                          <a:solidFill>
                            <a:schemeClr val="tx1"/>
                          </a:solidFill>
                          <a:effectLst/>
                          <a:latin typeface="+mn-lt"/>
                        </a:rPr>
                        <a:t>Activity Type 2</a:t>
                      </a:r>
                    </a:p>
                    <a:p>
                      <a:pPr marL="537845" marR="0" lvl="1" indent="-171450" algn="l">
                        <a:lnSpc>
                          <a:spcPct val="100000"/>
                        </a:lnSpc>
                        <a:spcBef>
                          <a:spcPct val="20000"/>
                        </a:spcBef>
                        <a:spcAft>
                          <a:spcPct val="0"/>
                        </a:spcAft>
                        <a:buClr>
                          <a:srgbClr val="151515"/>
                        </a:buClr>
                        <a:buSzTx/>
                        <a:buFont typeface="Arial"/>
                        <a:buChar char="•"/>
                      </a:pPr>
                      <a:r>
                        <a:rPr lang="en-US" sz="800" b="0" i="1" u="none" strike="noStrike" cap="none" normalizeH="0" baseline="0" noProof="0" dirty="0">
                          <a:ln>
                            <a:noFill/>
                          </a:ln>
                          <a:solidFill>
                            <a:schemeClr val="tx1"/>
                          </a:solidFill>
                          <a:effectLst/>
                          <a:latin typeface="+mn-lt"/>
                        </a:rPr>
                        <a:t>Planned Sub-Activity 1</a:t>
                      </a:r>
                    </a:p>
                    <a:p>
                      <a:pPr marL="537845" marR="0" lvl="1" indent="-171450" algn="l">
                        <a:lnSpc>
                          <a:spcPct val="100000"/>
                        </a:lnSpc>
                        <a:spcBef>
                          <a:spcPct val="20000"/>
                        </a:spcBef>
                        <a:spcAft>
                          <a:spcPct val="0"/>
                        </a:spcAft>
                        <a:buClr>
                          <a:srgbClr val="151515"/>
                        </a:buClr>
                        <a:buSzTx/>
                        <a:buFont typeface="Arial"/>
                        <a:buChar char="•"/>
                      </a:pPr>
                      <a:r>
                        <a:rPr lang="en-US" sz="800" b="0" i="1" u="none" strike="noStrike" cap="none" normalizeH="0" baseline="0" noProof="0" dirty="0">
                          <a:ln>
                            <a:noFill/>
                          </a:ln>
                          <a:solidFill>
                            <a:schemeClr val="tx1"/>
                          </a:solidFill>
                          <a:effectLst/>
                          <a:latin typeface="+mn-lt"/>
                        </a:rPr>
                        <a:t>Planned Sub-Activity 2</a:t>
                      </a:r>
                      <a:endParaRPr lang="en-US" altLang="ko-KR" sz="800" b="0" i="1" u="none" strike="noStrike" cap="none" normalizeH="0" baseline="0" dirty="0">
                        <a:ln>
                          <a:noFill/>
                        </a:ln>
                        <a:solidFill>
                          <a:schemeClr val="tx1"/>
                        </a:solidFill>
                        <a:effectLst/>
                        <a:latin typeface="+mn-lt"/>
                        <a:ea typeface="MS PGothic"/>
                      </a:endParaRPr>
                    </a:p>
                    <a:p>
                      <a:pPr marL="194945" marR="0" lvl="0" indent="-171450" algn="l" rtl="0" eaLnBrk="0" fontAlgn="base" latinLnBrk="0" hangingPunct="0">
                        <a:lnSpc>
                          <a:spcPct val="100000"/>
                        </a:lnSpc>
                        <a:spcBef>
                          <a:spcPct val="20000"/>
                        </a:spcBef>
                        <a:spcAft>
                          <a:spcPct val="0"/>
                        </a:spcAft>
                        <a:buClrTx/>
                        <a:buSzTx/>
                        <a:buFont typeface="Arial" panose="020B0604020202020204" pitchFamily="34" charset="0"/>
                        <a:buChar char="•"/>
                      </a:pPr>
                      <a:r>
                        <a:rPr lang="en-US" sz="800" b="0" i="1" u="none" strike="noStrike" cap="none" normalizeH="0" baseline="0" noProof="0" dirty="0">
                          <a:ln>
                            <a:noFill/>
                          </a:ln>
                          <a:solidFill>
                            <a:schemeClr val="tx1"/>
                          </a:solidFill>
                          <a:effectLst/>
                          <a:latin typeface="+mn-lt"/>
                        </a:rPr>
                        <a:t>Planned</a:t>
                      </a:r>
                      <a:r>
                        <a:rPr lang="en-US" altLang="ko-KR" sz="800" b="0" i="1" u="none" strike="noStrike" cap="none" normalizeH="0" baseline="0" dirty="0">
                          <a:ln>
                            <a:noFill/>
                          </a:ln>
                          <a:solidFill>
                            <a:schemeClr val="tx1"/>
                          </a:solidFill>
                          <a:effectLst/>
                          <a:latin typeface="+mn-lt"/>
                          <a:ea typeface="MS PGothic"/>
                        </a:rPr>
                        <a:t> Activity </a:t>
                      </a:r>
                    </a:p>
                    <a:p>
                      <a:pPr marL="194945" marR="0" lvl="0" indent="-171450" algn="l" rtl="0" eaLnBrk="0" fontAlgn="base" latinLnBrk="0" hangingPunct="0">
                        <a:lnSpc>
                          <a:spcPct val="100000"/>
                        </a:lnSpc>
                        <a:spcBef>
                          <a:spcPct val="20000"/>
                        </a:spcBef>
                        <a:spcAft>
                          <a:spcPct val="0"/>
                        </a:spcAft>
                        <a:buClrTx/>
                        <a:buSzTx/>
                        <a:buFont typeface="Arial" panose="020B0604020202020204" pitchFamily="34" charset="0"/>
                        <a:buChar char="•"/>
                      </a:pPr>
                      <a:r>
                        <a:rPr lang="en-US" sz="800" b="0" i="1" u="none" strike="noStrike" cap="none" normalizeH="0" baseline="0" noProof="0" dirty="0">
                          <a:ln>
                            <a:noFill/>
                          </a:ln>
                          <a:solidFill>
                            <a:schemeClr val="tx1"/>
                          </a:solidFill>
                          <a:effectLst/>
                          <a:latin typeface="+mn-lt"/>
                        </a:rPr>
                        <a:t>Planned</a:t>
                      </a:r>
                      <a:r>
                        <a:rPr lang="en-US" altLang="ko-KR" sz="800" b="0" i="1" u="none" strike="noStrike" cap="none" normalizeH="0" baseline="0" dirty="0">
                          <a:ln>
                            <a:noFill/>
                          </a:ln>
                          <a:solidFill>
                            <a:schemeClr val="tx1"/>
                          </a:solidFill>
                          <a:effectLst/>
                          <a:latin typeface="+mn-lt"/>
                          <a:ea typeface="MS PGothic"/>
                        </a:rPr>
                        <a:t> Activity </a:t>
                      </a:r>
                    </a:p>
                    <a:p>
                      <a:pPr marL="194945" marR="0" lvl="0" indent="-171450" algn="l" rtl="0" eaLnBrk="0" fontAlgn="base" latinLnBrk="0" hangingPunct="0">
                        <a:lnSpc>
                          <a:spcPct val="100000"/>
                        </a:lnSpc>
                        <a:spcBef>
                          <a:spcPct val="20000"/>
                        </a:spcBef>
                        <a:spcAft>
                          <a:spcPct val="0"/>
                        </a:spcAft>
                        <a:buClrTx/>
                        <a:buSzTx/>
                        <a:buFont typeface="Arial" panose="020B0604020202020204" pitchFamily="34" charset="0"/>
                        <a:buChar char="•"/>
                      </a:pPr>
                      <a:r>
                        <a:rPr lang="en-US" sz="800" b="0" i="1" u="none" strike="noStrike" cap="none" normalizeH="0" baseline="0" noProof="0" dirty="0">
                          <a:ln>
                            <a:noFill/>
                          </a:ln>
                          <a:solidFill>
                            <a:schemeClr val="tx1"/>
                          </a:solidFill>
                          <a:effectLst/>
                          <a:latin typeface="+mn-lt"/>
                        </a:rPr>
                        <a:t>Planned</a:t>
                      </a:r>
                      <a:r>
                        <a:rPr lang="en-US" altLang="ko-KR" sz="800" b="0" i="1" u="none" strike="noStrike" cap="none" normalizeH="0" baseline="0" dirty="0">
                          <a:ln>
                            <a:noFill/>
                          </a:ln>
                          <a:solidFill>
                            <a:schemeClr val="tx1"/>
                          </a:solidFill>
                          <a:effectLst/>
                          <a:latin typeface="+mn-lt"/>
                          <a:ea typeface="MS PGothic"/>
                        </a:rPr>
                        <a:t> Activity </a:t>
                      </a:r>
                    </a:p>
                  </a:txBody>
                  <a:tcPr marL="36000" marR="36000" marT="36000" marB="36000"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marL="194945" marR="0" lvl="0" indent="-171450" algn="l" rtl="0" eaLnBrk="0" fontAlgn="base" latinLnBrk="0" hangingPunct="0">
                        <a:lnSpc>
                          <a:spcPct val="100000"/>
                        </a:lnSpc>
                        <a:spcBef>
                          <a:spcPct val="20000"/>
                        </a:spcBef>
                        <a:spcAft>
                          <a:spcPct val="0"/>
                        </a:spcAft>
                        <a:buClrTx/>
                        <a:buSzTx/>
                        <a:buFont typeface="Arial" panose="020B0604020202020204" pitchFamily="34" charset="0"/>
                        <a:buChar char="•"/>
                      </a:pPr>
                      <a:endParaRPr lang="en-US" altLang="ko-KR" sz="800" b="0" i="1" u="none" strike="noStrike" cap="none" normalizeH="0" baseline="0" dirty="0">
                        <a:ln>
                          <a:noFill/>
                        </a:ln>
                        <a:solidFill>
                          <a:schemeClr val="tx1"/>
                        </a:solidFill>
                        <a:effectLst/>
                        <a:latin typeface="+mn-lt"/>
                        <a:ea typeface="MS PGothic"/>
                      </a:endParaRPr>
                    </a:p>
                    <a:p>
                      <a:pPr marL="194945" marR="0" lvl="0" indent="-171450" algn="l" defTabSz="914400">
                        <a:lnSpc>
                          <a:spcPct val="100000"/>
                        </a:lnSpc>
                        <a:spcBef>
                          <a:spcPct val="20000"/>
                        </a:spcBef>
                        <a:spcAft>
                          <a:spcPct val="0"/>
                        </a:spcAft>
                        <a:buClrTx/>
                        <a:buSzTx/>
                        <a:buFont typeface="Arial" panose="020B0604020202020204" pitchFamily="34" charset="0"/>
                        <a:buChar char="•"/>
                        <a:tabLst/>
                      </a:pPr>
                      <a:r>
                        <a:rPr kumimoji="0" lang="en-US" altLang="ko-KR" sz="800" b="0" i="1" u="none" strike="noStrike" cap="none" normalizeH="0" baseline="0" dirty="0">
                          <a:ln>
                            <a:noFill/>
                          </a:ln>
                          <a:solidFill>
                            <a:schemeClr val="tx1"/>
                          </a:solidFill>
                          <a:effectLst/>
                          <a:latin typeface="+mn-lt"/>
                          <a:ea typeface="MS PGothic"/>
                        </a:rPr>
                        <a:t>Data Access Permissions requirements (who can see what data)</a:t>
                      </a:r>
                    </a:p>
                    <a:p>
                      <a:pPr marL="194945" marR="0" lvl="0" indent="-171450" algn="l" defTabSz="914400">
                        <a:lnSpc>
                          <a:spcPct val="100000"/>
                        </a:lnSpc>
                        <a:spcBef>
                          <a:spcPct val="20000"/>
                        </a:spcBef>
                        <a:spcAft>
                          <a:spcPct val="0"/>
                        </a:spcAft>
                        <a:buClrTx/>
                        <a:buSzTx/>
                        <a:buFont typeface="Arial" panose="020B0604020202020204" pitchFamily="34" charset="0"/>
                        <a:buChar char="•"/>
                        <a:tabLst/>
                      </a:pPr>
                      <a:r>
                        <a:rPr kumimoji="0" lang="en-US" altLang="ko-KR" sz="800" b="0" i="1" u="none" strike="noStrike" cap="none" normalizeH="0" baseline="0" dirty="0">
                          <a:ln>
                            <a:noFill/>
                          </a:ln>
                          <a:solidFill>
                            <a:schemeClr val="tx1"/>
                          </a:solidFill>
                          <a:effectLst/>
                          <a:latin typeface="+mn-lt"/>
                          <a:ea typeface="MS PGothic"/>
                        </a:rPr>
                        <a:t>Understanding Export requirements for AWS and Azure</a:t>
                      </a:r>
                    </a:p>
                    <a:p>
                      <a:pPr marL="194945" marR="0" lvl="0" indent="-171450" algn="l" defTabSz="914400">
                        <a:lnSpc>
                          <a:spcPct val="100000"/>
                        </a:lnSpc>
                        <a:spcBef>
                          <a:spcPct val="20000"/>
                        </a:spcBef>
                        <a:spcAft>
                          <a:spcPct val="0"/>
                        </a:spcAft>
                        <a:buClrTx/>
                        <a:buSzTx/>
                        <a:buFont typeface="Arial" panose="020B0604020202020204" pitchFamily="34" charset="0"/>
                        <a:buChar char="•"/>
                        <a:tabLst/>
                      </a:pPr>
                      <a:r>
                        <a:rPr kumimoji="0" lang="en-US" altLang="ko-KR" sz="800" b="0" i="1" u="none" strike="noStrike" cap="none" normalizeH="0" baseline="0" dirty="0">
                          <a:ln>
                            <a:noFill/>
                          </a:ln>
                          <a:solidFill>
                            <a:schemeClr val="tx1"/>
                          </a:solidFill>
                          <a:effectLst/>
                          <a:latin typeface="+mn-lt"/>
                          <a:ea typeface="MS PGothic"/>
                        </a:rPr>
                        <a:t>Finalizing details on MVP Architecture</a:t>
                      </a:r>
                    </a:p>
                    <a:p>
                      <a:pPr marL="194945" marR="0" lvl="0" indent="-171450" algn="l" defTabSz="914400">
                        <a:lnSpc>
                          <a:spcPct val="100000"/>
                        </a:lnSpc>
                        <a:spcBef>
                          <a:spcPct val="20000"/>
                        </a:spcBef>
                        <a:spcAft>
                          <a:spcPct val="0"/>
                        </a:spcAft>
                        <a:buClrTx/>
                        <a:buSzTx/>
                        <a:buFont typeface="Arial" panose="020B0604020202020204" pitchFamily="34" charset="0"/>
                        <a:buChar char="•"/>
                        <a:tabLst/>
                      </a:pPr>
                      <a:endParaRPr kumimoji="0" lang="en-US" altLang="ko-KR" sz="800" b="0" i="1" u="none" strike="noStrike" cap="none" normalizeH="0" baseline="0" dirty="0">
                        <a:ln>
                          <a:noFill/>
                        </a:ln>
                        <a:solidFill>
                          <a:schemeClr val="tx1"/>
                        </a:solidFill>
                        <a:effectLst/>
                        <a:latin typeface="+mn-lt"/>
                        <a:ea typeface="MS PGothic"/>
                      </a:endParaRPr>
                    </a:p>
                    <a:p>
                      <a:pPr marL="194945" marR="0" lvl="0" indent="-171450" algn="l" defTabSz="914400">
                        <a:lnSpc>
                          <a:spcPct val="100000"/>
                        </a:lnSpc>
                        <a:spcBef>
                          <a:spcPct val="20000"/>
                        </a:spcBef>
                        <a:spcAft>
                          <a:spcPct val="0"/>
                        </a:spcAft>
                        <a:buClrTx/>
                        <a:buSzTx/>
                        <a:buFont typeface="Arial" panose="020B0604020202020204" pitchFamily="34" charset="0"/>
                        <a:buChar char="•"/>
                        <a:tabLst/>
                      </a:pPr>
                      <a:endParaRPr kumimoji="0" lang="en-US" altLang="ko-KR" sz="800" b="0" i="1" u="none" strike="noStrike" cap="none" normalizeH="0" baseline="0" dirty="0">
                        <a:ln>
                          <a:noFill/>
                        </a:ln>
                        <a:solidFill>
                          <a:schemeClr val="tx1"/>
                        </a:solidFill>
                        <a:effectLst/>
                        <a:latin typeface="+mn-lt"/>
                        <a:ea typeface="MS PGothic"/>
                      </a:endParaRPr>
                    </a:p>
                  </a:txBody>
                  <a:tcPr marL="36000" marR="36000" marT="36000" marB="36000"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40075845"/>
                  </a:ext>
                </a:extLst>
              </a:tr>
            </a:tbl>
          </a:graphicData>
        </a:graphic>
      </p:graphicFrame>
      <p:graphicFrame>
        <p:nvGraphicFramePr>
          <p:cNvPr id="4" name="Group 132">
            <a:extLst>
              <a:ext uri="{FF2B5EF4-FFF2-40B4-BE49-F238E27FC236}">
                <a16:creationId xmlns:a16="http://schemas.microsoft.com/office/drawing/2014/main" id="{E123F5FD-35A7-B076-B2C2-0E555DFF8B35}"/>
              </a:ext>
            </a:extLst>
          </p:cNvPr>
          <p:cNvGraphicFramePr>
            <a:graphicFrameLocks noGrp="1"/>
          </p:cNvGraphicFramePr>
          <p:nvPr>
            <p:custDataLst>
              <p:tags r:id="rId1"/>
            </p:custDataLst>
            <p:extLst>
              <p:ext uri="{D42A27DB-BD31-4B8C-83A1-F6EECF244321}">
                <p14:modId xmlns:p14="http://schemas.microsoft.com/office/powerpoint/2010/main" val="2046001208"/>
              </p:ext>
            </p:extLst>
          </p:nvPr>
        </p:nvGraphicFramePr>
        <p:xfrm>
          <a:off x="430737" y="3452525"/>
          <a:ext cx="8465443" cy="1544928"/>
        </p:xfrm>
        <a:graphic>
          <a:graphicData uri="http://schemas.openxmlformats.org/drawingml/2006/table">
            <a:tbl>
              <a:tblPr/>
              <a:tblGrid>
                <a:gridCol w="442819">
                  <a:extLst>
                    <a:ext uri="{9D8B030D-6E8A-4147-A177-3AD203B41FA5}">
                      <a16:colId xmlns:a16="http://schemas.microsoft.com/office/drawing/2014/main" val="20000"/>
                    </a:ext>
                  </a:extLst>
                </a:gridCol>
                <a:gridCol w="2516200">
                  <a:extLst>
                    <a:ext uri="{9D8B030D-6E8A-4147-A177-3AD203B41FA5}">
                      <a16:colId xmlns:a16="http://schemas.microsoft.com/office/drawing/2014/main" val="2363533489"/>
                    </a:ext>
                  </a:extLst>
                </a:gridCol>
                <a:gridCol w="2880360">
                  <a:extLst>
                    <a:ext uri="{9D8B030D-6E8A-4147-A177-3AD203B41FA5}">
                      <a16:colId xmlns:a16="http://schemas.microsoft.com/office/drawing/2014/main" val="3302570499"/>
                    </a:ext>
                  </a:extLst>
                </a:gridCol>
                <a:gridCol w="632129">
                  <a:extLst>
                    <a:ext uri="{9D8B030D-6E8A-4147-A177-3AD203B41FA5}">
                      <a16:colId xmlns:a16="http://schemas.microsoft.com/office/drawing/2014/main" val="2836229242"/>
                    </a:ext>
                  </a:extLst>
                </a:gridCol>
                <a:gridCol w="972047">
                  <a:extLst>
                    <a:ext uri="{9D8B030D-6E8A-4147-A177-3AD203B41FA5}">
                      <a16:colId xmlns:a16="http://schemas.microsoft.com/office/drawing/2014/main" val="71085060"/>
                    </a:ext>
                  </a:extLst>
                </a:gridCol>
                <a:gridCol w="1021888">
                  <a:extLst>
                    <a:ext uri="{9D8B030D-6E8A-4147-A177-3AD203B41FA5}">
                      <a16:colId xmlns:a16="http://schemas.microsoft.com/office/drawing/2014/main" val="769545013"/>
                    </a:ext>
                  </a:extLst>
                </a:gridCol>
              </a:tblGrid>
              <a:tr h="130184">
                <a:tc>
                  <a:txBody>
                    <a:bodyPr/>
                    <a:lstStyle/>
                    <a:p>
                      <a:pPr marL="0" marR="0" lvl="0" indent="0" algn="ctr" defTabSz="914400" rtl="0" eaLnBrk="1" fontAlgn="base" latinLnBrk="0" hangingPunct="1">
                        <a:lnSpc>
                          <a:spcPct val="90000"/>
                        </a:lnSpc>
                        <a:spcBef>
                          <a:spcPct val="0"/>
                        </a:spcBef>
                        <a:spcAft>
                          <a:spcPct val="0"/>
                        </a:spcAft>
                        <a:buClr>
                          <a:srgbClr val="0A3A80"/>
                        </a:buClr>
                        <a:buSzPct val="75000"/>
                        <a:buFont typeface="Wingdings" pitchFamily="2" charset="2"/>
                        <a:buNone/>
                        <a:tabLst/>
                      </a:pPr>
                      <a:r>
                        <a:rPr kumimoji="0" lang="en-US" sz="800" b="1" i="0" u="none" strike="noStrike" cap="none" normalizeH="0" baseline="0" dirty="0">
                          <a:ln>
                            <a:noFill/>
                          </a:ln>
                          <a:solidFill>
                            <a:srgbClr val="FFFFFF"/>
                          </a:solidFill>
                          <a:effectLst/>
                          <a:latin typeface="+mn-lt"/>
                          <a:ea typeface="MS PGothic"/>
                          <a:cs typeface="MS PGothic"/>
                        </a:rPr>
                        <a:t>ID</a:t>
                      </a:r>
                    </a:p>
                  </a:txBody>
                  <a:tcPr marL="36000" marR="36000" marT="36000" marB="360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90000"/>
                        </a:lnSpc>
                        <a:spcBef>
                          <a:spcPct val="0"/>
                        </a:spcBef>
                        <a:spcAft>
                          <a:spcPct val="0"/>
                        </a:spcAft>
                        <a:buClr>
                          <a:srgbClr val="0A3A80"/>
                        </a:buClr>
                        <a:buSzPct val="75000"/>
                        <a:buFont typeface="Wingdings" pitchFamily="2" charset="2"/>
                        <a:buNone/>
                        <a:tabLst/>
                      </a:pPr>
                      <a:r>
                        <a:rPr kumimoji="0" lang="en-US" sz="800" b="1" i="0" u="none" strike="noStrike" cap="none" normalizeH="0" baseline="0" dirty="0">
                          <a:ln>
                            <a:noFill/>
                          </a:ln>
                          <a:solidFill>
                            <a:srgbClr val="FFFFFF"/>
                          </a:solidFill>
                          <a:effectLst/>
                          <a:latin typeface="+mn-lt"/>
                          <a:ea typeface="MS PGothic"/>
                          <a:cs typeface="MS PGothic"/>
                        </a:rPr>
                        <a:t>Risk / Assumption / Issue / Decision </a:t>
                      </a:r>
                    </a:p>
                  </a:txBody>
                  <a:tcPr marL="36000" marR="36000" marT="36000" marB="360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90000"/>
                        </a:lnSpc>
                        <a:spcBef>
                          <a:spcPct val="0"/>
                        </a:spcBef>
                        <a:spcAft>
                          <a:spcPct val="0"/>
                        </a:spcAft>
                        <a:buClr>
                          <a:srgbClr val="0A3A80"/>
                        </a:buClr>
                        <a:buSzPct val="75000"/>
                        <a:buFont typeface="Wingdings" pitchFamily="2" charset="2"/>
                        <a:buNone/>
                        <a:tabLst/>
                      </a:pPr>
                      <a:r>
                        <a:rPr kumimoji="0" lang="en-US" sz="800" b="1" i="0" u="none" strike="noStrike" cap="none" normalizeH="0" baseline="0" dirty="0">
                          <a:ln>
                            <a:noFill/>
                          </a:ln>
                          <a:solidFill>
                            <a:srgbClr val="FFFFFF"/>
                          </a:solidFill>
                          <a:effectLst/>
                          <a:latin typeface="+mn-lt"/>
                          <a:ea typeface="MS PGothic"/>
                          <a:cs typeface="MS PGothic"/>
                        </a:rPr>
                        <a:t>Mitigation / Impact </a:t>
                      </a:r>
                    </a:p>
                  </a:txBody>
                  <a:tcPr marL="36000" marR="36000" marT="36000" marB="360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90000"/>
                        </a:lnSpc>
                        <a:spcBef>
                          <a:spcPct val="0"/>
                        </a:spcBef>
                        <a:spcAft>
                          <a:spcPct val="0"/>
                        </a:spcAft>
                        <a:buClr>
                          <a:srgbClr val="0A3A80"/>
                        </a:buClr>
                        <a:buSzPct val="75000"/>
                        <a:buFont typeface="Wingdings" pitchFamily="2" charset="2"/>
                        <a:buNone/>
                        <a:tabLst/>
                      </a:pPr>
                      <a:r>
                        <a:rPr kumimoji="0" lang="en-US" sz="800" b="1" i="0" u="none" strike="noStrike" cap="none" normalizeH="0" baseline="0" dirty="0">
                          <a:ln>
                            <a:noFill/>
                          </a:ln>
                          <a:solidFill>
                            <a:srgbClr val="FFFFFF"/>
                          </a:solidFill>
                          <a:effectLst/>
                          <a:latin typeface="+mn-lt"/>
                          <a:ea typeface="MS PGothic"/>
                          <a:cs typeface="MS PGothic"/>
                        </a:rPr>
                        <a:t>Severity </a:t>
                      </a:r>
                    </a:p>
                  </a:txBody>
                  <a:tcPr marL="36000" marR="36000" marT="36000" marB="360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90000"/>
                        </a:lnSpc>
                        <a:spcBef>
                          <a:spcPct val="0"/>
                        </a:spcBef>
                        <a:spcAft>
                          <a:spcPct val="0"/>
                        </a:spcAft>
                        <a:buClr>
                          <a:srgbClr val="0A3A80"/>
                        </a:buClr>
                        <a:buSzPct val="75000"/>
                        <a:buFont typeface="Wingdings" pitchFamily="2" charset="2"/>
                        <a:buNone/>
                        <a:tabLst/>
                      </a:pPr>
                      <a:r>
                        <a:rPr kumimoji="0" lang="en-US" sz="800" b="1" i="0" u="none" strike="noStrike" cap="none" normalizeH="0" baseline="0" dirty="0">
                          <a:ln>
                            <a:noFill/>
                          </a:ln>
                          <a:solidFill>
                            <a:srgbClr val="FFFFFF"/>
                          </a:solidFill>
                          <a:effectLst/>
                          <a:latin typeface="+mn-lt"/>
                          <a:ea typeface="MS PGothic"/>
                          <a:cs typeface="MS PGothic"/>
                        </a:rPr>
                        <a:t>Owner </a:t>
                      </a:r>
                    </a:p>
                  </a:txBody>
                  <a:tcPr marL="36000" marR="36000" marT="36000" marB="360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90000"/>
                        </a:lnSpc>
                        <a:spcBef>
                          <a:spcPct val="0"/>
                        </a:spcBef>
                        <a:spcAft>
                          <a:spcPct val="0"/>
                        </a:spcAft>
                        <a:buClr>
                          <a:srgbClr val="0A3A80"/>
                        </a:buClr>
                        <a:buSzPct val="75000"/>
                        <a:buFont typeface="Wingdings" pitchFamily="2" charset="2"/>
                        <a:buNone/>
                        <a:tabLst/>
                      </a:pPr>
                      <a:r>
                        <a:rPr kumimoji="0" lang="en-US" sz="800" b="1" i="0" u="none" strike="noStrike" cap="none" normalizeH="0" baseline="0" dirty="0">
                          <a:ln>
                            <a:noFill/>
                          </a:ln>
                          <a:solidFill>
                            <a:srgbClr val="FFFFFF"/>
                          </a:solidFill>
                          <a:effectLst/>
                          <a:latin typeface="+mn-lt"/>
                          <a:ea typeface="MS PGothic"/>
                          <a:cs typeface="MS PGothic"/>
                        </a:rPr>
                        <a:t>Resolution Date</a:t>
                      </a:r>
                    </a:p>
                  </a:txBody>
                  <a:tcPr marL="36000" marR="36000" marT="36000" marB="360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4129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a:ln>
                            <a:noFill/>
                          </a:ln>
                          <a:solidFill>
                            <a:schemeClr val="tx1"/>
                          </a:solidFill>
                          <a:effectLst/>
                          <a:latin typeface="+mn-lt"/>
                          <a:ea typeface="MS PGothic"/>
                          <a:cs typeface="MS PGothic"/>
                        </a:rPr>
                        <a:t>1</a:t>
                      </a:r>
                    </a:p>
                  </a:txBody>
                  <a:tcPr marL="36000" marR="36000" marT="36000" marB="360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a:ln>
                            <a:noFill/>
                          </a:ln>
                          <a:solidFill>
                            <a:schemeClr val="tx1"/>
                          </a:solidFill>
                          <a:effectLst/>
                          <a:latin typeface="+mn-lt"/>
                          <a:ea typeface="MS PGothic"/>
                          <a:cs typeface="MS PGothic"/>
                        </a:rPr>
                        <a:t>Currently Missing JIRA Access</a:t>
                      </a:r>
                    </a:p>
                  </a:txBody>
                  <a:tcPr marL="36000" marR="36000" marT="36000" marB="360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en-US" sz="800" b="0" i="0" u="none" strike="noStrike" cap="none" normalizeH="0" baseline="0" dirty="0">
                          <a:ln>
                            <a:noFill/>
                          </a:ln>
                          <a:solidFill>
                            <a:schemeClr val="tx1"/>
                          </a:solidFill>
                          <a:effectLst/>
                          <a:latin typeface="+mn-lt"/>
                          <a:ea typeface="MS PGothic"/>
                          <a:cs typeface="MS PGothic"/>
                        </a:rPr>
                        <a:t>Will have trouble billing out a functional backlog without JIRA Access,  We will start using other templates and soon confluence</a:t>
                      </a: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en-US" sz="800" b="0" i="0" u="none" strike="noStrike" cap="none" normalizeH="0" baseline="0" dirty="0">
                          <a:ln>
                            <a:noFill/>
                          </a:ln>
                          <a:solidFill>
                            <a:schemeClr val="tx1"/>
                          </a:solidFill>
                          <a:effectLst/>
                          <a:latin typeface="+mn-lt"/>
                          <a:ea typeface="MS PGothic"/>
                          <a:cs typeface="MS PGothic"/>
                        </a:rPr>
                        <a:t>Service now ticket has been submitted – PDI0237219</a:t>
                      </a:r>
                    </a:p>
                  </a:txBody>
                  <a:tcPr marL="36000" marR="36000" marT="36000" marB="360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a:ln>
                            <a:noFill/>
                          </a:ln>
                          <a:solidFill>
                            <a:schemeClr val="tx1"/>
                          </a:solidFill>
                          <a:effectLst/>
                          <a:latin typeface="+mn-lt"/>
                          <a:ea typeface="MS PGothic"/>
                          <a:cs typeface="MS PGothic"/>
                        </a:rPr>
                        <a:t>Low</a:t>
                      </a:r>
                    </a:p>
                  </a:txBody>
                  <a:tcPr marL="36000" marR="36000" marT="36000" marB="360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a:ln>
                            <a:noFill/>
                          </a:ln>
                          <a:solidFill>
                            <a:schemeClr val="tx1"/>
                          </a:solidFill>
                          <a:effectLst/>
                          <a:latin typeface="+mn-lt"/>
                          <a:ea typeface="MS PGothic"/>
                          <a:cs typeface="MS PGothic"/>
                        </a:rPr>
                        <a:t>Torin</a:t>
                      </a:r>
                    </a:p>
                  </a:txBody>
                  <a:tcPr marL="36000" marR="36000" marT="36000" marB="360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dirty="0"/>
                        <a:t>5/8</a:t>
                      </a:r>
                    </a:p>
                  </a:txBody>
                  <a:tcPr marL="36000" marR="36000" marT="36000" marB="360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4129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a:ln>
                            <a:noFill/>
                          </a:ln>
                          <a:solidFill>
                            <a:schemeClr val="tx1"/>
                          </a:solidFill>
                          <a:effectLst/>
                          <a:latin typeface="+mn-lt"/>
                          <a:ea typeface="MS PGothic"/>
                          <a:cs typeface="MS PGothic"/>
                        </a:rPr>
                        <a:t>2</a:t>
                      </a:r>
                    </a:p>
                  </a:txBody>
                  <a:tcPr marL="36000" marR="36000" marT="36000" marB="360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a:ln>
                            <a:noFill/>
                          </a:ln>
                          <a:solidFill>
                            <a:schemeClr val="tx1"/>
                          </a:solidFill>
                          <a:effectLst/>
                          <a:latin typeface="+mn-lt"/>
                          <a:ea typeface="MS PGothic"/>
                          <a:cs typeface="MS PGothic"/>
                        </a:rPr>
                        <a:t>Getting access to necessary data sources, tools, etc.. Is critical to complete within this next week, specifically for AWS; for us to complete the foundation work by the 22</a:t>
                      </a:r>
                      <a:r>
                        <a:rPr kumimoji="0" lang="en-US" sz="800" b="0" i="0" u="none" strike="noStrike" cap="none" normalizeH="0" baseline="30000" dirty="0">
                          <a:ln>
                            <a:noFill/>
                          </a:ln>
                          <a:solidFill>
                            <a:schemeClr val="tx1"/>
                          </a:solidFill>
                          <a:effectLst/>
                          <a:latin typeface="+mn-lt"/>
                          <a:ea typeface="MS PGothic"/>
                          <a:cs typeface="MS PGothic"/>
                        </a:rPr>
                        <a:t>nd</a:t>
                      </a:r>
                      <a:r>
                        <a:rPr kumimoji="0" lang="en-US" sz="800" b="0" i="0" u="none" strike="noStrike" cap="none" normalizeH="0" baseline="0" dirty="0">
                          <a:ln>
                            <a:noFill/>
                          </a:ln>
                          <a:solidFill>
                            <a:schemeClr val="tx1"/>
                          </a:solidFill>
                          <a:effectLst/>
                          <a:latin typeface="+mn-lt"/>
                          <a:ea typeface="MS PGothic"/>
                          <a:cs typeface="MS PGothic"/>
                        </a:rPr>
                        <a:t>. </a:t>
                      </a:r>
                    </a:p>
                  </a:txBody>
                  <a:tcPr marL="36000" marR="36000" marT="36000" marB="360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en-US" sz="800" b="0" i="0" u="none" strike="noStrike" cap="none" normalizeH="0" baseline="0" dirty="0">
                          <a:ln>
                            <a:noFill/>
                          </a:ln>
                          <a:solidFill>
                            <a:schemeClr val="tx1"/>
                          </a:solidFill>
                          <a:effectLst/>
                          <a:latin typeface="+mn-lt"/>
                          <a:ea typeface="MS PGothic"/>
                          <a:cs typeface="MS PGothic"/>
                        </a:rPr>
                        <a:t>We are submitting service now requests as soon as we get them. </a:t>
                      </a: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en-US" sz="800" b="0" i="0" u="none" strike="noStrike" cap="none" normalizeH="0" baseline="0" dirty="0">
                          <a:ln>
                            <a:noFill/>
                          </a:ln>
                          <a:solidFill>
                            <a:schemeClr val="tx1"/>
                          </a:solidFill>
                          <a:effectLst/>
                          <a:latin typeface="+mn-lt"/>
                          <a:ea typeface="MS PGothic"/>
                          <a:cs typeface="MS PGothic"/>
                        </a:rPr>
                        <a:t>Meeting with Kaylan today to start defining architecture in detail</a:t>
                      </a: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en-US" sz="800" b="0" i="0" u="none" strike="noStrike" cap="none" normalizeH="0" baseline="0" dirty="0">
                          <a:ln>
                            <a:noFill/>
                          </a:ln>
                          <a:solidFill>
                            <a:schemeClr val="tx1"/>
                          </a:solidFill>
                          <a:effectLst/>
                          <a:latin typeface="+mn-lt"/>
                          <a:ea typeface="MS PGothic"/>
                          <a:cs typeface="MS PGothic"/>
                        </a:rPr>
                        <a:t>Meeting with Prasant to determine AWS Export bucket is set up for early next week.</a:t>
                      </a:r>
                    </a:p>
                  </a:txBody>
                  <a:tcPr marL="36000" marR="36000" marT="36000" marB="360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a:ln>
                            <a:noFill/>
                          </a:ln>
                          <a:solidFill>
                            <a:schemeClr val="tx1"/>
                          </a:solidFill>
                          <a:effectLst/>
                          <a:latin typeface="+mn-lt"/>
                          <a:ea typeface="MS PGothic"/>
                          <a:cs typeface="MS PGothic"/>
                        </a:rPr>
                        <a:t>High</a:t>
                      </a:r>
                    </a:p>
                  </a:txBody>
                  <a:tcPr marL="36000" marR="36000" marT="36000" marB="360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a:ln>
                            <a:noFill/>
                          </a:ln>
                          <a:solidFill>
                            <a:schemeClr val="tx1"/>
                          </a:solidFill>
                          <a:effectLst/>
                          <a:latin typeface="+mn-lt"/>
                          <a:ea typeface="MS PGothic"/>
                          <a:cs typeface="MS PGothic"/>
                        </a:rPr>
                        <a:t>Torin</a:t>
                      </a:r>
                    </a:p>
                  </a:txBody>
                  <a:tcPr marL="36000" marR="36000" marT="36000" marB="360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a:ln>
                            <a:noFill/>
                          </a:ln>
                          <a:solidFill>
                            <a:schemeClr val="tx1"/>
                          </a:solidFill>
                          <a:effectLst/>
                          <a:latin typeface="+mn-lt"/>
                          <a:ea typeface="MS PGothic"/>
                          <a:cs typeface="MS PGothic"/>
                        </a:rPr>
                        <a:t>5/8</a:t>
                      </a:r>
                    </a:p>
                  </a:txBody>
                  <a:tcPr marL="36000" marR="36000" marT="36000" marB="360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6106900"/>
                  </a:ext>
                </a:extLst>
              </a:tr>
            </a:tbl>
          </a:graphicData>
        </a:graphic>
      </p:graphicFrame>
      <p:graphicFrame>
        <p:nvGraphicFramePr>
          <p:cNvPr id="16" name="Table 15">
            <a:extLst>
              <a:ext uri="{FF2B5EF4-FFF2-40B4-BE49-F238E27FC236}">
                <a16:creationId xmlns:a16="http://schemas.microsoft.com/office/drawing/2014/main" id="{23453B7F-4844-63BD-B106-AC4B9CF59DCF}"/>
              </a:ext>
            </a:extLst>
          </p:cNvPr>
          <p:cNvGraphicFramePr>
            <a:graphicFrameLocks noGrp="1"/>
          </p:cNvGraphicFramePr>
          <p:nvPr>
            <p:extLst>
              <p:ext uri="{D42A27DB-BD31-4B8C-83A1-F6EECF244321}">
                <p14:modId xmlns:p14="http://schemas.microsoft.com/office/powerpoint/2010/main" val="1727798134"/>
              </p:ext>
            </p:extLst>
          </p:nvPr>
        </p:nvGraphicFramePr>
        <p:xfrm>
          <a:off x="428622" y="804911"/>
          <a:ext cx="3732211" cy="387191"/>
        </p:xfrm>
        <a:graphic>
          <a:graphicData uri="http://schemas.openxmlformats.org/drawingml/2006/table">
            <a:tbl>
              <a:tblPr firstRow="1" bandRow="1"/>
              <a:tblGrid>
                <a:gridCol w="555492">
                  <a:extLst>
                    <a:ext uri="{9D8B030D-6E8A-4147-A177-3AD203B41FA5}">
                      <a16:colId xmlns:a16="http://schemas.microsoft.com/office/drawing/2014/main" val="2623222067"/>
                    </a:ext>
                  </a:extLst>
                </a:gridCol>
                <a:gridCol w="786946">
                  <a:extLst>
                    <a:ext uri="{9D8B030D-6E8A-4147-A177-3AD203B41FA5}">
                      <a16:colId xmlns:a16="http://schemas.microsoft.com/office/drawing/2014/main" val="1658486760"/>
                    </a:ext>
                  </a:extLst>
                </a:gridCol>
                <a:gridCol w="740655">
                  <a:extLst>
                    <a:ext uri="{9D8B030D-6E8A-4147-A177-3AD203B41FA5}">
                      <a16:colId xmlns:a16="http://schemas.microsoft.com/office/drawing/2014/main" val="1349613835"/>
                    </a:ext>
                  </a:extLst>
                </a:gridCol>
                <a:gridCol w="824559">
                  <a:extLst>
                    <a:ext uri="{9D8B030D-6E8A-4147-A177-3AD203B41FA5}">
                      <a16:colId xmlns:a16="http://schemas.microsoft.com/office/drawing/2014/main" val="3309731404"/>
                    </a:ext>
                  </a:extLst>
                </a:gridCol>
                <a:gridCol w="824559">
                  <a:extLst>
                    <a:ext uri="{9D8B030D-6E8A-4147-A177-3AD203B41FA5}">
                      <a16:colId xmlns:a16="http://schemas.microsoft.com/office/drawing/2014/main" val="3806152315"/>
                    </a:ext>
                  </a:extLst>
                </a:gridCol>
              </a:tblGrid>
              <a:tr h="134009">
                <a:tc rowSpan="2">
                  <a:txBody>
                    <a:bodyPr/>
                    <a:lstStyle/>
                    <a:p>
                      <a:pPr algn="ctr" rtl="0" fontAlgn="ctr"/>
                      <a:r>
                        <a:rPr lang="en-US" sz="800" b="1" i="0" u="none" strike="noStrike">
                          <a:solidFill>
                            <a:srgbClr val="FFFFFF"/>
                          </a:solidFill>
                          <a:effectLst/>
                          <a:latin typeface="+mn-lt"/>
                          <a:cs typeface="Arial" panose="020B0604020202020204" pitchFamily="34" charset="0"/>
                        </a:rPr>
                        <a:t>Current</a:t>
                      </a:r>
                    </a:p>
                    <a:p>
                      <a:pPr algn="ctr" rtl="0" fontAlgn="ctr"/>
                      <a:r>
                        <a:rPr lang="en-US" sz="800" b="1" i="0" u="none" strike="noStrike">
                          <a:solidFill>
                            <a:srgbClr val="FFFFFF"/>
                          </a:solidFill>
                          <a:effectLst/>
                          <a:latin typeface="+mn-lt"/>
                          <a:cs typeface="Arial" panose="020B0604020202020204" pitchFamily="34" charset="0"/>
                        </a:rPr>
                        <a:t>Status</a:t>
                      </a:r>
                    </a:p>
                  </a:txBody>
                  <a:tcPr marL="7144" marR="7144" marT="7144"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en-US" sz="800" b="1" i="0" u="none" strike="noStrike">
                          <a:solidFill>
                            <a:srgbClr val="FFFFFF"/>
                          </a:solidFill>
                          <a:effectLst/>
                          <a:latin typeface="+mn-lt"/>
                          <a:cs typeface="Arial" panose="020B0604020202020204" pitchFamily="34" charset="0"/>
                        </a:rPr>
                        <a:t>Overall Status</a:t>
                      </a:r>
                    </a:p>
                  </a:txBody>
                  <a:tcPr marL="7144" marR="7144" marT="7144"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en-US" sz="800" b="1" i="0" u="none" strike="noStrike">
                          <a:solidFill>
                            <a:srgbClr val="FFFFFF"/>
                          </a:solidFill>
                          <a:effectLst/>
                          <a:latin typeface="+mn-lt"/>
                          <a:cs typeface="Arial" panose="020B0604020202020204" pitchFamily="34" charset="0"/>
                        </a:rPr>
                        <a:t>Schedule</a:t>
                      </a:r>
                    </a:p>
                  </a:txBody>
                  <a:tcPr marL="7144" marR="7144" marT="7144"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en-US" sz="800" b="1" i="0" u="none" strike="noStrike">
                          <a:solidFill>
                            <a:srgbClr val="FFFFFF"/>
                          </a:solidFill>
                          <a:effectLst/>
                          <a:latin typeface="+mn-lt"/>
                          <a:cs typeface="Arial" panose="020B0604020202020204" pitchFamily="34" charset="0"/>
                        </a:rPr>
                        <a:t>Budget</a:t>
                      </a:r>
                    </a:p>
                  </a:txBody>
                  <a:tcPr marL="7144" marR="7144" marT="7144"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en-US" sz="800" b="1" i="0" u="none" strike="noStrike">
                          <a:solidFill>
                            <a:srgbClr val="FFFFFF"/>
                          </a:solidFill>
                          <a:effectLst/>
                          <a:latin typeface="+mn-lt"/>
                          <a:cs typeface="Arial" panose="020B0604020202020204" pitchFamily="34" charset="0"/>
                        </a:rPr>
                        <a:t>Scope</a:t>
                      </a:r>
                    </a:p>
                  </a:txBody>
                  <a:tcPr marL="7144" marR="7144" marT="7144"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927612127"/>
                  </a:ext>
                </a:extLst>
              </a:tr>
              <a:tr h="253182">
                <a:tc vMerge="1">
                  <a:txBody>
                    <a:bodyPr/>
                    <a:lstStyle/>
                    <a:p>
                      <a:pPr algn="ctr" rtl="0" fontAlgn="ctr"/>
                      <a:endParaRPr lang="en-US" sz="1000" b="1" i="0" u="none" strike="noStrike">
                        <a:solidFill>
                          <a:srgbClr val="FFFFFF"/>
                        </a:solidFill>
                        <a:effectLst/>
                        <a:latin typeface="Arial" panose="020B0604020202020204" pitchFamily="34" charset="0"/>
                        <a:cs typeface="Arial" panose="020B0604020202020204" pitchFamily="34" charset="0"/>
                      </a:endParaRPr>
                    </a:p>
                  </a:txBody>
                  <a:tcPr marL="9525" marR="9525" marT="9525" marB="0" anchor="ctr">
                    <a:lnL w="12700" cap="flat" cmpd="sng" algn="ctr">
                      <a:solidFill>
                        <a:srgbClr val="4A4B4D"/>
                      </a:solidFill>
                      <a:prstDash val="solid"/>
                      <a:round/>
                      <a:headEnd type="none" w="med" len="med"/>
                      <a:tailEnd type="none" w="med" len="med"/>
                    </a:lnL>
                    <a:lnR w="12700" cap="flat" cmpd="sng" algn="ctr">
                      <a:solidFill>
                        <a:srgbClr val="4A4B4D"/>
                      </a:solidFill>
                      <a:prstDash val="solid"/>
                      <a:round/>
                      <a:headEnd type="none" w="med" len="med"/>
                      <a:tailEnd type="none" w="med" len="med"/>
                    </a:lnR>
                    <a:lnT w="12700" cap="flat" cmpd="sng" algn="ctr">
                      <a:solidFill>
                        <a:srgbClr val="4A4B4D"/>
                      </a:solidFill>
                      <a:prstDash val="solid"/>
                      <a:round/>
                      <a:headEnd type="none" w="med" len="med"/>
                      <a:tailEnd type="none" w="med" len="med"/>
                    </a:lnT>
                    <a:lnB w="12700" cap="flat" cmpd="sng" algn="ctr">
                      <a:solidFill>
                        <a:srgbClr val="4A4B4D"/>
                      </a:solidFill>
                      <a:prstDash val="solid"/>
                      <a:round/>
                      <a:headEnd type="none" w="med" len="med"/>
                      <a:tailEnd type="none" w="med" len="med"/>
                    </a:lnB>
                    <a:solidFill>
                      <a:schemeClr val="accent1"/>
                    </a:solidFill>
                  </a:tcPr>
                </a:tc>
                <a:tc>
                  <a:txBody>
                    <a:bodyPr/>
                    <a:lstStyle/>
                    <a:p>
                      <a:pPr algn="ctr" fontAlgn="ctr"/>
                      <a:r>
                        <a:rPr lang="en-US" sz="800" b="1" i="0" u="none" strike="noStrike">
                          <a:solidFill>
                            <a:srgbClr val="000000"/>
                          </a:solidFill>
                          <a:effectLst/>
                          <a:latin typeface="+mn-lt"/>
                        </a:rPr>
                        <a:t>G</a:t>
                      </a:r>
                    </a:p>
                  </a:txBody>
                  <a:tcPr marL="7144" marR="7144" marT="7144"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fontAlgn="ctr"/>
                      <a:r>
                        <a:rPr lang="en-US" sz="800" b="1" i="0" u="none" strike="noStrike" dirty="0">
                          <a:solidFill>
                            <a:schemeClr val="tx1"/>
                          </a:solidFill>
                          <a:effectLst/>
                          <a:latin typeface="+mn-lt"/>
                        </a:rPr>
                        <a:t>Y</a:t>
                      </a:r>
                    </a:p>
                  </a:txBody>
                  <a:tcPr marL="7144" marR="7144" marT="7144"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sz="800" b="1" i="0" u="none" strike="noStrike">
                          <a:solidFill>
                            <a:srgbClr val="000000"/>
                          </a:solidFill>
                          <a:effectLst/>
                          <a:latin typeface="+mn-lt"/>
                        </a:rPr>
                        <a:t>G</a:t>
                      </a:r>
                    </a:p>
                  </a:txBody>
                  <a:tcPr marL="7144" marR="7144" marT="7144"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US" sz="800" b="1" i="0" u="none" strike="noStrike" dirty="0">
                          <a:solidFill>
                            <a:srgbClr val="000000"/>
                          </a:solidFill>
                          <a:effectLst/>
                          <a:latin typeface="+mn-lt"/>
                        </a:rPr>
                        <a:t>G</a:t>
                      </a:r>
                    </a:p>
                  </a:txBody>
                  <a:tcPr marL="7144" marR="7144" marT="7144"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528560110"/>
                  </a:ext>
                </a:extLst>
              </a:tr>
            </a:tbl>
          </a:graphicData>
        </a:graphic>
      </p:graphicFrame>
      <p:graphicFrame>
        <p:nvGraphicFramePr>
          <p:cNvPr id="26" name="Table 25">
            <a:extLst>
              <a:ext uri="{FF2B5EF4-FFF2-40B4-BE49-F238E27FC236}">
                <a16:creationId xmlns:a16="http://schemas.microsoft.com/office/drawing/2014/main" id="{F585139B-EEBC-C928-5E96-92E083595CF5}"/>
              </a:ext>
            </a:extLst>
          </p:cNvPr>
          <p:cNvGraphicFramePr>
            <a:graphicFrameLocks noGrp="1"/>
          </p:cNvGraphicFramePr>
          <p:nvPr>
            <p:extLst>
              <p:ext uri="{D42A27DB-BD31-4B8C-83A1-F6EECF244321}">
                <p14:modId xmlns:p14="http://schemas.microsoft.com/office/powerpoint/2010/main" val="1407214652"/>
              </p:ext>
            </p:extLst>
          </p:nvPr>
        </p:nvGraphicFramePr>
        <p:xfrm>
          <a:off x="428624" y="1268217"/>
          <a:ext cx="8465442" cy="479489"/>
        </p:xfrm>
        <a:graphic>
          <a:graphicData uri="http://schemas.openxmlformats.org/drawingml/2006/table">
            <a:tbl>
              <a:tblPr firstRow="1" bandRow="1"/>
              <a:tblGrid>
                <a:gridCol w="777769">
                  <a:extLst>
                    <a:ext uri="{9D8B030D-6E8A-4147-A177-3AD203B41FA5}">
                      <a16:colId xmlns:a16="http://schemas.microsoft.com/office/drawing/2014/main" val="989450478"/>
                    </a:ext>
                  </a:extLst>
                </a:gridCol>
                <a:gridCol w="7687673">
                  <a:extLst>
                    <a:ext uri="{9D8B030D-6E8A-4147-A177-3AD203B41FA5}">
                      <a16:colId xmlns:a16="http://schemas.microsoft.com/office/drawing/2014/main" val="1658486760"/>
                    </a:ext>
                  </a:extLst>
                </a:gridCol>
              </a:tblGrid>
              <a:tr h="479489">
                <a:tc>
                  <a:txBody>
                    <a:bodyPr/>
                    <a:lstStyle/>
                    <a:p>
                      <a:pPr marL="53975" marR="0" lvl="1" indent="0" algn="l" defTabSz="914377" rtl="0" eaLnBrk="1" fontAlgn="ctr" latinLnBrk="0" hangingPunct="1">
                        <a:lnSpc>
                          <a:spcPct val="100000"/>
                        </a:lnSpc>
                        <a:spcBef>
                          <a:spcPts val="0"/>
                        </a:spcBef>
                        <a:spcAft>
                          <a:spcPts val="0"/>
                        </a:spcAft>
                        <a:buClrTx/>
                        <a:buSzTx/>
                        <a:buFont typeface="Arial" panose="020B0604020202020204" pitchFamily="34" charset="0"/>
                        <a:buNone/>
                        <a:tabLst/>
                        <a:defRPr/>
                      </a:pPr>
                      <a:r>
                        <a:rPr lang="en-US" sz="900" b="1" i="0" u="none" strike="noStrike" dirty="0">
                          <a:solidFill>
                            <a:schemeClr val="bg1"/>
                          </a:solidFill>
                          <a:effectLst/>
                          <a:latin typeface="+mn-lt"/>
                          <a:cs typeface="Arial"/>
                        </a:rPr>
                        <a:t>Scope Summary</a:t>
                      </a:r>
                    </a:p>
                  </a:txBody>
                  <a:tcPr marL="7144" marR="7144" marT="7144"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0C62FB"/>
                    </a:solidFill>
                  </a:tcPr>
                </a:tc>
                <a:tc>
                  <a:txBody>
                    <a:bodyPr/>
                    <a:lstStyle/>
                    <a:p>
                      <a:pPr marL="53975" indent="0"/>
                      <a:r>
                        <a:rPr lang="en-US" sz="800" dirty="0">
                          <a:latin typeface="Avenir Next LT Pro"/>
                        </a:rPr>
                        <a:t>Establish a multi-cloud FinOps foundation across AWS, Azure, and GCP to provide automated, business-aligned visibility into cloud spend, usage, and optimization opportunities.  Phases 1 and 2 will prioritize maturity in the primary renewal cloud (AWS), while delivering structured Ingestion, normalization, and a baseline visibility across Azure and GCP. </a:t>
                      </a:r>
                    </a:p>
                  </a:txBody>
                  <a:tcPr marL="7144" marR="7144" marT="7144"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20773420"/>
                  </a:ext>
                </a:extLst>
              </a:tr>
            </a:tbl>
          </a:graphicData>
        </a:graphic>
      </p:graphicFrame>
      <p:sp>
        <p:nvSpPr>
          <p:cNvPr id="33" name="TextBox 32">
            <a:extLst>
              <a:ext uri="{FF2B5EF4-FFF2-40B4-BE49-F238E27FC236}">
                <a16:creationId xmlns:a16="http://schemas.microsoft.com/office/drawing/2014/main" id="{59B6BEF4-6868-1B1B-1FAA-28707BBF78AD}"/>
              </a:ext>
            </a:extLst>
          </p:cNvPr>
          <p:cNvSpPr txBox="1"/>
          <p:nvPr/>
        </p:nvSpPr>
        <p:spPr>
          <a:xfrm>
            <a:off x="11217105" y="1563554"/>
            <a:ext cx="0" cy="0"/>
          </a:xfrm>
          <a:prstGeom prst="rect">
            <a:avLst/>
          </a:prstGeom>
          <a:noFill/>
        </p:spPr>
        <p:txBody>
          <a:bodyPr wrap="none" lIns="0" tIns="0" rIns="0" bIns="0" rtlCol="0">
            <a:noAutofit/>
          </a:bodyPr>
          <a:lstStyle/>
          <a:p>
            <a:pPr marL="0" marR="0" lvl="0" indent="0" algn="l" defTabSz="914400" rtl="0" eaLnBrk="1" fontAlgn="auto" latinLnBrk="0" hangingPunct="1">
              <a:lnSpc>
                <a:spcPct val="110000"/>
              </a:lnSpc>
              <a:spcBef>
                <a:spcPts val="1000"/>
              </a:spcBef>
              <a:spcAft>
                <a:spcPts val="0"/>
              </a:spcAft>
              <a:buClrTx/>
              <a:buSzTx/>
              <a:buFontTx/>
              <a:buNone/>
              <a:tabLst/>
              <a:defRPr/>
            </a:pPr>
            <a:endParaRPr kumimoji="0" lang="en-US" sz="1800" b="0" i="0" u="none" strike="noStrike" kern="1200" cap="none" spc="0" normalizeH="0" baseline="0" noProof="0">
              <a:ln>
                <a:noFill/>
              </a:ln>
              <a:solidFill>
                <a:srgbClr val="151515"/>
              </a:solidFill>
              <a:effectLst/>
              <a:uLnTx/>
              <a:uFillTx/>
              <a:latin typeface="Avenir Next LT Pro"/>
              <a:ea typeface="+mn-ea"/>
              <a:cs typeface="+mn-cs"/>
            </a:endParaRPr>
          </a:p>
        </p:txBody>
      </p:sp>
      <p:graphicFrame>
        <p:nvGraphicFramePr>
          <p:cNvPr id="10" name="Table 9">
            <a:extLst>
              <a:ext uri="{FF2B5EF4-FFF2-40B4-BE49-F238E27FC236}">
                <a16:creationId xmlns:a16="http://schemas.microsoft.com/office/drawing/2014/main" id="{526ECD5E-87D8-4AED-2B14-C3ECAD768DA2}"/>
              </a:ext>
            </a:extLst>
          </p:cNvPr>
          <p:cNvGraphicFramePr>
            <a:graphicFrameLocks noGrp="1"/>
          </p:cNvGraphicFramePr>
          <p:nvPr>
            <p:extLst>
              <p:ext uri="{D42A27DB-BD31-4B8C-83A1-F6EECF244321}">
                <p14:modId xmlns:p14="http://schemas.microsoft.com/office/powerpoint/2010/main" val="11197702"/>
              </p:ext>
            </p:extLst>
          </p:nvPr>
        </p:nvGraphicFramePr>
        <p:xfrm>
          <a:off x="4225924" y="806034"/>
          <a:ext cx="4668140" cy="388620"/>
        </p:xfrm>
        <a:graphic>
          <a:graphicData uri="http://schemas.openxmlformats.org/drawingml/2006/table">
            <a:tbl>
              <a:tblPr firstRow="1" bandRow="1"/>
              <a:tblGrid>
                <a:gridCol w="721700">
                  <a:extLst>
                    <a:ext uri="{9D8B030D-6E8A-4147-A177-3AD203B41FA5}">
                      <a16:colId xmlns:a16="http://schemas.microsoft.com/office/drawing/2014/main" val="989450478"/>
                    </a:ext>
                  </a:extLst>
                </a:gridCol>
                <a:gridCol w="3946440">
                  <a:extLst>
                    <a:ext uri="{9D8B030D-6E8A-4147-A177-3AD203B41FA5}">
                      <a16:colId xmlns:a16="http://schemas.microsoft.com/office/drawing/2014/main" val="1658486760"/>
                    </a:ext>
                  </a:extLst>
                </a:gridCol>
              </a:tblGrid>
              <a:tr h="388620">
                <a:tc>
                  <a:txBody>
                    <a:bodyPr/>
                    <a:lstStyle/>
                    <a:p>
                      <a:pPr marL="113665" marR="0" lvl="0" indent="0" algn="l" defTabSz="914377" rtl="0" eaLnBrk="1" fontAlgn="ctr" latinLnBrk="0" hangingPunct="1">
                        <a:lnSpc>
                          <a:spcPct val="100000"/>
                        </a:lnSpc>
                        <a:spcBef>
                          <a:spcPts val="0"/>
                        </a:spcBef>
                        <a:spcAft>
                          <a:spcPts val="0"/>
                        </a:spcAft>
                        <a:buClrTx/>
                        <a:buSzTx/>
                        <a:buFont typeface="Arial" panose="020B0604020202020204" pitchFamily="34" charset="0"/>
                        <a:buNone/>
                        <a:tabLst/>
                        <a:defRPr/>
                      </a:pPr>
                      <a:r>
                        <a:rPr lang="en-US" sz="800" b="1" i="0" u="none" strike="noStrike" dirty="0">
                          <a:solidFill>
                            <a:schemeClr val="bg1"/>
                          </a:solidFill>
                          <a:effectLst/>
                          <a:latin typeface="+mn-lt"/>
                          <a:cs typeface="Arial"/>
                        </a:rPr>
                        <a:t>Status Overview</a:t>
                      </a:r>
                    </a:p>
                  </a:txBody>
                  <a:tcPr marL="7144" marR="7144" marT="7144"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0C62FB"/>
                    </a:solidFill>
                  </a:tcPr>
                </a:tc>
                <a:tc>
                  <a:txBody>
                    <a:bodyPr/>
                    <a:lstStyle/>
                    <a:p>
                      <a:pPr marL="53975" indent="0"/>
                      <a:r>
                        <a:rPr kumimoji="0" lang="en-US" sz="800" b="0" i="0" u="none" strike="noStrike" kern="1200" cap="none" spc="0" normalizeH="0" baseline="0" noProof="0" dirty="0">
                          <a:ln>
                            <a:noFill/>
                          </a:ln>
                          <a:solidFill>
                            <a:schemeClr val="tx1"/>
                          </a:solidFill>
                          <a:effectLst/>
                          <a:uLnTx/>
                          <a:uFillTx/>
                          <a:latin typeface="Avenir Next LT Pro"/>
                          <a:cs typeface="SlalomSans-Light"/>
                        </a:rPr>
                        <a:t>Overall status is Green status on track.  I’ve made schedule yellow, because next week will be critical to complete Project Definition and Design. No major concerns about us being able to do that, but wanted to identify the risk.</a:t>
                      </a:r>
                    </a:p>
                  </a:txBody>
                  <a:tcPr marL="7144" marR="7144" marT="7144" marB="0">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20773420"/>
                  </a:ext>
                </a:extLst>
              </a:tr>
            </a:tbl>
          </a:graphicData>
        </a:graphic>
      </p:graphicFrame>
    </p:spTree>
    <p:extLst>
      <p:ext uri="{BB962C8B-B14F-4D97-AF65-F5344CB8AC3E}">
        <p14:creationId xmlns:p14="http://schemas.microsoft.com/office/powerpoint/2010/main" val="4013090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CA2816C-C8B4-EE5D-1510-499FBAC1A40C}"/>
              </a:ext>
            </a:extLst>
          </p:cNvPr>
          <p:cNvSpPr>
            <a:spLocks noGrp="1"/>
          </p:cNvSpPr>
          <p:nvPr>
            <p:ph type="dt" sz="half" idx="10"/>
          </p:nvPr>
        </p:nvSpPr>
        <p:spPr/>
        <p:txBody>
          <a:bodyPr/>
          <a:lstStyle/>
          <a:p>
            <a:fld id="{8549838B-8FB6-4A1D-8FF7-A75B50B468EC}" type="datetimeyyyy">
              <a:rPr lang="en-US" smtClean="0"/>
              <a:t>2026</a:t>
            </a:fld>
            <a:endParaRPr lang="en-US"/>
          </a:p>
        </p:txBody>
      </p:sp>
      <p:sp>
        <p:nvSpPr>
          <p:cNvPr id="5" name="Footer Placeholder 4">
            <a:extLst>
              <a:ext uri="{FF2B5EF4-FFF2-40B4-BE49-F238E27FC236}">
                <a16:creationId xmlns:a16="http://schemas.microsoft.com/office/drawing/2014/main" id="{A70AAC87-91DD-8D5F-5DC2-B7EF3295355B}"/>
              </a:ext>
            </a:extLst>
          </p:cNvPr>
          <p:cNvSpPr>
            <a:spLocks noGrp="1"/>
          </p:cNvSpPr>
          <p:nvPr>
            <p:ph type="ftr" sz="quarter" idx="11"/>
          </p:nvPr>
        </p:nvSpPr>
        <p:spPr/>
        <p:txBody>
          <a:bodyPr/>
          <a:lstStyle/>
          <a:p>
            <a:r>
              <a:rPr lang="en-US"/>
              <a:t>Slalom. All Rights Reserved. Proprietary and Confidential.</a:t>
            </a:r>
          </a:p>
        </p:txBody>
      </p:sp>
      <p:sp>
        <p:nvSpPr>
          <p:cNvPr id="6" name="Slide Number Placeholder 5">
            <a:extLst>
              <a:ext uri="{FF2B5EF4-FFF2-40B4-BE49-F238E27FC236}">
                <a16:creationId xmlns:a16="http://schemas.microsoft.com/office/drawing/2014/main" id="{D082CCF8-1833-27AA-698A-3DF5A46797A5}"/>
              </a:ext>
            </a:extLst>
          </p:cNvPr>
          <p:cNvSpPr>
            <a:spLocks noGrp="1"/>
          </p:cNvSpPr>
          <p:nvPr>
            <p:ph type="sldNum" sz="quarter" idx="12"/>
          </p:nvPr>
        </p:nvSpPr>
        <p:spPr/>
        <p:txBody>
          <a:bodyPr/>
          <a:lstStyle/>
          <a:p>
            <a:fld id="{B2643E34-DC33-45ED-8E33-EC0D5991E9A4}" type="slidenum">
              <a:rPr lang="en-US" smtClean="0"/>
              <a:pPr/>
              <a:t>3</a:t>
            </a:fld>
            <a:endParaRPr lang="en-US"/>
          </a:p>
        </p:txBody>
      </p:sp>
      <p:graphicFrame>
        <p:nvGraphicFramePr>
          <p:cNvPr id="3" name="Table 2">
            <a:extLst>
              <a:ext uri="{FF2B5EF4-FFF2-40B4-BE49-F238E27FC236}">
                <a16:creationId xmlns:a16="http://schemas.microsoft.com/office/drawing/2014/main" id="{9A70B23A-EEC5-46CD-F66B-837B8E83AB71}"/>
              </a:ext>
            </a:extLst>
          </p:cNvPr>
          <p:cNvGraphicFramePr>
            <a:graphicFrameLocks noGrp="1"/>
          </p:cNvGraphicFramePr>
          <p:nvPr>
            <p:extLst>
              <p:ext uri="{D42A27DB-BD31-4B8C-83A1-F6EECF244321}">
                <p14:modId xmlns:p14="http://schemas.microsoft.com/office/powerpoint/2010/main" val="109949541"/>
              </p:ext>
            </p:extLst>
          </p:nvPr>
        </p:nvGraphicFramePr>
        <p:xfrm>
          <a:off x="167640" y="588026"/>
          <a:ext cx="8808720" cy="4561436"/>
        </p:xfrm>
        <a:graphic>
          <a:graphicData uri="http://schemas.openxmlformats.org/drawingml/2006/table">
            <a:tbl>
              <a:tblPr firstRow="1" bandRow="1">
                <a:tableStyleId>{6E25E649-3F16-4E02-A733-19D2CDBF48F0}</a:tableStyleId>
              </a:tblPr>
              <a:tblGrid>
                <a:gridCol w="559569">
                  <a:extLst>
                    <a:ext uri="{9D8B030D-6E8A-4147-A177-3AD203B41FA5}">
                      <a16:colId xmlns:a16="http://schemas.microsoft.com/office/drawing/2014/main" val="1296145238"/>
                    </a:ext>
                  </a:extLst>
                </a:gridCol>
                <a:gridCol w="1113796">
                  <a:extLst>
                    <a:ext uri="{9D8B030D-6E8A-4147-A177-3AD203B41FA5}">
                      <a16:colId xmlns:a16="http://schemas.microsoft.com/office/drawing/2014/main" val="2734367273"/>
                    </a:ext>
                  </a:extLst>
                </a:gridCol>
                <a:gridCol w="5451335">
                  <a:extLst>
                    <a:ext uri="{9D8B030D-6E8A-4147-A177-3AD203B41FA5}">
                      <a16:colId xmlns:a16="http://schemas.microsoft.com/office/drawing/2014/main" val="46704494"/>
                    </a:ext>
                  </a:extLst>
                </a:gridCol>
                <a:gridCol w="529590">
                  <a:extLst>
                    <a:ext uri="{9D8B030D-6E8A-4147-A177-3AD203B41FA5}">
                      <a16:colId xmlns:a16="http://schemas.microsoft.com/office/drawing/2014/main" val="154591660"/>
                    </a:ext>
                  </a:extLst>
                </a:gridCol>
                <a:gridCol w="502920">
                  <a:extLst>
                    <a:ext uri="{9D8B030D-6E8A-4147-A177-3AD203B41FA5}">
                      <a16:colId xmlns:a16="http://schemas.microsoft.com/office/drawing/2014/main" val="246086668"/>
                    </a:ext>
                  </a:extLst>
                </a:gridCol>
                <a:gridCol w="651510">
                  <a:extLst>
                    <a:ext uri="{9D8B030D-6E8A-4147-A177-3AD203B41FA5}">
                      <a16:colId xmlns:a16="http://schemas.microsoft.com/office/drawing/2014/main" val="676163242"/>
                    </a:ext>
                  </a:extLst>
                </a:gridCol>
              </a:tblGrid>
              <a:tr h="326094">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1" i="0" kern="1200">
                          <a:solidFill>
                            <a:schemeClr val="lt1"/>
                          </a:solidFill>
                          <a:effectLst/>
                          <a:latin typeface="+mn-lt"/>
                          <a:ea typeface="+mn-ea"/>
                          <a:cs typeface="+mn-cs"/>
                        </a:rPr>
                        <a:t>Priority</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1" i="0" kern="1200">
                          <a:solidFill>
                            <a:schemeClr val="lt1"/>
                          </a:solidFill>
                          <a:effectLst/>
                          <a:latin typeface="+mn-lt"/>
                          <a:ea typeface="+mn-ea"/>
                          <a:cs typeface="+mn-cs"/>
                        </a:rPr>
                        <a:t>Milestone</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1" i="0" kern="1200">
                          <a:solidFill>
                            <a:schemeClr val="lt1"/>
                          </a:solidFill>
                          <a:effectLst/>
                          <a:latin typeface="+mn-lt"/>
                          <a:ea typeface="+mn-ea"/>
                          <a:cs typeface="+mn-cs"/>
                        </a:rPr>
                        <a:t>Description</a:t>
                      </a: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1" i="0" kern="1200" dirty="0">
                          <a:solidFill>
                            <a:schemeClr val="lt1"/>
                          </a:solidFill>
                          <a:effectLst/>
                          <a:latin typeface="+mn-lt"/>
                          <a:ea typeface="+mn-ea"/>
                          <a:cs typeface="+mn-cs"/>
                        </a:rPr>
                        <a:t>Status</a:t>
                      </a: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1" i="0" kern="1200">
                          <a:solidFill>
                            <a:schemeClr val="lt1"/>
                          </a:solidFill>
                          <a:effectLst/>
                          <a:latin typeface="+mn-lt"/>
                          <a:ea typeface="+mn-ea"/>
                          <a:cs typeface="+mn-cs"/>
                        </a:rPr>
                        <a:t>ADR Date</a:t>
                      </a: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1" i="0" kern="1200">
                          <a:solidFill>
                            <a:schemeClr val="lt1"/>
                          </a:solidFill>
                          <a:effectLst/>
                          <a:latin typeface="+mn-lt"/>
                          <a:ea typeface="+mn-ea"/>
                          <a:cs typeface="+mn-cs"/>
                        </a:rPr>
                        <a:t>Delivery Date</a:t>
                      </a:r>
                    </a:p>
                  </a:txBody>
                  <a:tcPr marL="68580" marR="68580" marT="34290" marB="34290" anchor="ctr"/>
                </a:tc>
                <a:extLst>
                  <a:ext uri="{0D108BD9-81ED-4DB2-BD59-A6C34878D82A}">
                    <a16:rowId xmlns:a16="http://schemas.microsoft.com/office/drawing/2014/main" val="2084466629"/>
                  </a:ext>
                </a:extLst>
              </a:tr>
              <a:tr h="797118">
                <a:tc>
                  <a:txBody>
                    <a:bodyPr/>
                    <a:lstStyle/>
                    <a:p>
                      <a:pPr algn="ctr" fontAlgn="ctr">
                        <a:buNone/>
                      </a:pPr>
                      <a:r>
                        <a:rPr lang="en-US" sz="1100" b="1" i="0" u="none" strike="noStrike" dirty="0">
                          <a:solidFill>
                            <a:srgbClr val="000000"/>
                          </a:solidFill>
                          <a:effectLst/>
                          <a:latin typeface="Aptos Narrow" panose="020B0004020202020204" pitchFamily="34" charset="0"/>
                        </a:rPr>
                        <a:t>1</a:t>
                      </a:r>
                    </a:p>
                  </a:txBody>
                  <a:tcPr marL="0" marR="0" marT="0" marB="0" anchor="ctr"/>
                </a:tc>
                <a:tc>
                  <a:txBody>
                    <a:bodyPr/>
                    <a:lstStyle/>
                    <a:p>
                      <a:pPr algn="ctr" fontAlgn="ctr">
                        <a:buNone/>
                      </a:pPr>
                      <a:r>
                        <a:rPr lang="en-US" sz="1100" b="0" i="0" u="none" strike="noStrike" dirty="0">
                          <a:solidFill>
                            <a:srgbClr val="000000"/>
                          </a:solidFill>
                          <a:effectLst/>
                          <a:latin typeface="Aptos Narrow" panose="020B0004020202020204" pitchFamily="34" charset="0"/>
                        </a:rPr>
                        <a:t>MVP Definition &amp; Feature Capture</a:t>
                      </a:r>
                    </a:p>
                  </a:txBody>
                  <a:tcPr marL="0" marR="0" marT="0" marB="0" anchor="ctr"/>
                </a:tc>
                <a:tc>
                  <a:txBody>
                    <a:bodyPr/>
                    <a:lstStyle/>
                    <a:p>
                      <a:pPr algn="l" fontAlgn="t">
                        <a:buNone/>
                      </a:pPr>
                      <a:r>
                        <a:rPr lang="en-US" sz="1100" b="0" i="0" u="none" strike="noStrike" dirty="0">
                          <a:solidFill>
                            <a:srgbClr val="000000"/>
                          </a:solidFill>
                          <a:effectLst/>
                          <a:latin typeface="Aptos Narrow" panose="020B0004020202020204" pitchFamily="34" charset="0"/>
                        </a:rPr>
                        <a:t>Define and document the Minimum Viable Product (MVP), including functional requirements, in‑scope and out‑of‑scope capabilities, project goals, and an initial effort estimate.  This milestone establishes a shared understanding of what will be delivered in the MVP and sets clear boundaries for MVP architecture, development and scope. Additionally, the identification of future features will be captured.</a:t>
                      </a:r>
                    </a:p>
                  </a:txBody>
                  <a:tcPr marL="0" marR="0" marT="0" marB="0"/>
                </a:tc>
                <a:tc>
                  <a:txBody>
                    <a:bodyPr/>
                    <a:lstStyle/>
                    <a:p>
                      <a:pPr algn="ctr" fontAlgn="ctr">
                        <a:buNone/>
                      </a:pPr>
                      <a:r>
                        <a:rPr lang="en-US" sz="1100" b="1" i="0" u="none" strike="noStrike" dirty="0">
                          <a:solidFill>
                            <a:srgbClr val="000000"/>
                          </a:solidFill>
                          <a:effectLst/>
                          <a:latin typeface="Aptos Narrow" panose="020B0004020202020204" pitchFamily="34" charset="0"/>
                        </a:rPr>
                        <a:t>In progress</a:t>
                      </a:r>
                    </a:p>
                  </a:txBody>
                  <a:tcPr marL="0" marR="0" marT="0" marB="0" anchor="ctr"/>
                </a:tc>
                <a:tc>
                  <a:txBody>
                    <a:bodyPr/>
                    <a:lstStyle/>
                    <a:p>
                      <a:pPr algn="ctr" fontAlgn="ctr">
                        <a:buNone/>
                      </a:pPr>
                      <a:r>
                        <a:rPr lang="en-US" sz="1100" b="1" i="0" u="none" strike="noStrike">
                          <a:solidFill>
                            <a:srgbClr val="000000"/>
                          </a:solidFill>
                          <a:effectLst/>
                          <a:latin typeface="Aptos Narrow" panose="020B0004020202020204" pitchFamily="34" charset="0"/>
                        </a:rPr>
                        <a:t>5-May</a:t>
                      </a:r>
                    </a:p>
                  </a:txBody>
                  <a:tcPr marL="0" marR="0" marT="0" marB="0" anchor="ctr"/>
                </a:tc>
                <a:tc>
                  <a:txBody>
                    <a:bodyPr/>
                    <a:lstStyle/>
                    <a:p>
                      <a:pPr algn="ctr" fontAlgn="ctr">
                        <a:buNone/>
                      </a:pPr>
                      <a:r>
                        <a:rPr lang="en-US" sz="1100" b="1" i="0" u="none" strike="noStrike" dirty="0">
                          <a:solidFill>
                            <a:srgbClr val="000000"/>
                          </a:solidFill>
                          <a:effectLst/>
                          <a:latin typeface="Aptos Narrow" panose="020B0004020202020204" pitchFamily="34" charset="0"/>
                        </a:rPr>
                        <a:t>8-May</a:t>
                      </a:r>
                    </a:p>
                  </a:txBody>
                  <a:tcPr marL="0" marR="0" marT="0" marB="0" anchor="ctr"/>
                </a:tc>
                <a:extLst>
                  <a:ext uri="{0D108BD9-81ED-4DB2-BD59-A6C34878D82A}">
                    <a16:rowId xmlns:a16="http://schemas.microsoft.com/office/drawing/2014/main" val="146338571"/>
                  </a:ext>
                </a:extLst>
              </a:tr>
              <a:tr h="478271">
                <a:tc>
                  <a:txBody>
                    <a:bodyPr/>
                    <a:lstStyle/>
                    <a:p>
                      <a:pPr algn="ctr" fontAlgn="ctr">
                        <a:buNone/>
                      </a:pPr>
                      <a:r>
                        <a:rPr lang="en-US" sz="1100" b="1" i="0" u="none" strike="noStrike" dirty="0">
                          <a:solidFill>
                            <a:srgbClr val="000000"/>
                          </a:solidFill>
                          <a:effectLst/>
                          <a:latin typeface="Aptos Narrow" panose="020B0004020202020204" pitchFamily="34" charset="0"/>
                        </a:rPr>
                        <a:t>2</a:t>
                      </a:r>
                    </a:p>
                  </a:txBody>
                  <a:tcPr marL="0" marR="0" marT="0" marB="0" anchor="ctr"/>
                </a:tc>
                <a:tc>
                  <a:txBody>
                    <a:bodyPr/>
                    <a:lstStyle/>
                    <a:p>
                      <a:pPr algn="ctr" fontAlgn="ctr">
                        <a:buNone/>
                      </a:pPr>
                      <a:r>
                        <a:rPr lang="en-US" sz="1100" b="0" i="0" u="none" strike="noStrike">
                          <a:solidFill>
                            <a:srgbClr val="000000"/>
                          </a:solidFill>
                          <a:effectLst/>
                          <a:latin typeface="Aptos Narrow" panose="020B0004020202020204" pitchFamily="34" charset="0"/>
                        </a:rPr>
                        <a:t>MVP Architecture Complete</a:t>
                      </a:r>
                    </a:p>
                  </a:txBody>
                  <a:tcPr marL="0" marR="0" marT="0" marB="0" anchor="ctr"/>
                </a:tc>
                <a:tc>
                  <a:txBody>
                    <a:bodyPr/>
                    <a:lstStyle/>
                    <a:p>
                      <a:pPr algn="l" fontAlgn="t">
                        <a:buNone/>
                      </a:pPr>
                      <a:r>
                        <a:rPr lang="en-US" sz="1100" b="0" i="0" u="none" strike="noStrike">
                          <a:solidFill>
                            <a:srgbClr val="000000"/>
                          </a:solidFill>
                          <a:effectLst/>
                          <a:latin typeface="Aptos Narrow" panose="020B0004020202020204" pitchFamily="34" charset="0"/>
                        </a:rPr>
                        <a:t>Align and Finalize the MVP technical architecture prior to TMA and ARB approval finalization.  This milestone confirms that the architecture is fit for purpose, understood by stakeholders, and ready for approvals.</a:t>
                      </a:r>
                    </a:p>
                  </a:txBody>
                  <a:tcPr marL="0" marR="0" marT="0" marB="0"/>
                </a:tc>
                <a:tc>
                  <a:txBody>
                    <a:bodyPr/>
                    <a:lstStyle/>
                    <a:p>
                      <a:pPr algn="ctr" fontAlgn="ctr">
                        <a:buNone/>
                      </a:pPr>
                      <a:r>
                        <a:rPr lang="en-US" sz="1100" b="1" i="0" u="none" strike="noStrike">
                          <a:solidFill>
                            <a:srgbClr val="000000"/>
                          </a:solidFill>
                          <a:effectLst/>
                          <a:latin typeface="Aptos Narrow" panose="020B0004020202020204" pitchFamily="34" charset="0"/>
                        </a:rPr>
                        <a:t>In progress</a:t>
                      </a:r>
                    </a:p>
                  </a:txBody>
                  <a:tcPr marL="0" marR="0" marT="0" marB="0" anchor="ctr"/>
                </a:tc>
                <a:tc>
                  <a:txBody>
                    <a:bodyPr/>
                    <a:lstStyle/>
                    <a:p>
                      <a:pPr algn="ctr" fontAlgn="ctr">
                        <a:buNone/>
                      </a:pPr>
                      <a:r>
                        <a:rPr lang="en-US" sz="1100" b="1" i="0" u="none" strike="noStrike">
                          <a:solidFill>
                            <a:srgbClr val="000000"/>
                          </a:solidFill>
                          <a:effectLst/>
                          <a:latin typeface="Aptos Narrow" panose="020B0004020202020204" pitchFamily="34" charset="0"/>
                        </a:rPr>
                        <a:t>6-May</a:t>
                      </a:r>
                    </a:p>
                  </a:txBody>
                  <a:tcPr marL="0" marR="0" marT="0" marB="0" anchor="ctr"/>
                </a:tc>
                <a:tc>
                  <a:txBody>
                    <a:bodyPr/>
                    <a:lstStyle/>
                    <a:p>
                      <a:pPr algn="ctr" fontAlgn="ctr">
                        <a:buNone/>
                      </a:pPr>
                      <a:r>
                        <a:rPr lang="en-US" sz="1100" b="1" i="0" u="none" strike="noStrike">
                          <a:solidFill>
                            <a:srgbClr val="000000"/>
                          </a:solidFill>
                          <a:effectLst/>
                          <a:latin typeface="Aptos Narrow" panose="020B0004020202020204" pitchFamily="34" charset="0"/>
                        </a:rPr>
                        <a:t>6-May</a:t>
                      </a:r>
                    </a:p>
                  </a:txBody>
                  <a:tcPr marL="0" marR="0" marT="0" marB="0" anchor="ctr"/>
                </a:tc>
                <a:extLst>
                  <a:ext uri="{0D108BD9-81ED-4DB2-BD59-A6C34878D82A}">
                    <a16:rowId xmlns:a16="http://schemas.microsoft.com/office/drawing/2014/main" val="4271194184"/>
                  </a:ext>
                </a:extLst>
              </a:tr>
              <a:tr h="637694">
                <a:tc>
                  <a:txBody>
                    <a:bodyPr/>
                    <a:lstStyle/>
                    <a:p>
                      <a:pPr algn="ctr" fontAlgn="ctr">
                        <a:buNone/>
                      </a:pPr>
                      <a:r>
                        <a:rPr lang="en-US" sz="1100" b="1" i="0" u="none" strike="noStrike">
                          <a:solidFill>
                            <a:srgbClr val="000000"/>
                          </a:solidFill>
                          <a:effectLst/>
                          <a:latin typeface="Aptos Narrow" panose="020B0004020202020204" pitchFamily="34" charset="0"/>
                        </a:rPr>
                        <a:t>3</a:t>
                      </a:r>
                    </a:p>
                  </a:txBody>
                  <a:tcPr marL="0" marR="0" marT="0" marB="0" anchor="ctr"/>
                </a:tc>
                <a:tc>
                  <a:txBody>
                    <a:bodyPr/>
                    <a:lstStyle/>
                    <a:p>
                      <a:pPr algn="ctr" fontAlgn="ctr">
                        <a:buNone/>
                      </a:pPr>
                      <a:r>
                        <a:rPr lang="en-US" sz="1100" b="0" i="0" u="none" strike="noStrike">
                          <a:solidFill>
                            <a:srgbClr val="000000"/>
                          </a:solidFill>
                          <a:effectLst/>
                          <a:latin typeface="Aptos Narrow" panose="020B0004020202020204" pitchFamily="34" charset="0"/>
                        </a:rPr>
                        <a:t>Backlog initialization</a:t>
                      </a:r>
                    </a:p>
                  </a:txBody>
                  <a:tcPr marL="0" marR="0" marT="0" marB="0" anchor="ctr"/>
                </a:tc>
                <a:tc>
                  <a:txBody>
                    <a:bodyPr/>
                    <a:lstStyle/>
                    <a:p>
                      <a:pPr algn="l" fontAlgn="t">
                        <a:buNone/>
                      </a:pPr>
                      <a:r>
                        <a:rPr lang="en-US" sz="1100" b="0" i="0" u="none" strike="noStrike">
                          <a:solidFill>
                            <a:srgbClr val="000000"/>
                          </a:solidFill>
                          <a:effectLst/>
                          <a:latin typeface="Aptos Narrow" panose="020B0004020202020204" pitchFamily="34" charset="0"/>
                        </a:rPr>
                        <a:t>Translate the approved MVP definition into a structured delivery backlog. This includes defining epics, features, and initial engineering‑ready stories, as well as establishing and aligning on the Definition of Ready (DoR) and Definition of Done (DoD) to support consistent and predictable delivery. Includes future state features to support roadmap.</a:t>
                      </a:r>
                    </a:p>
                  </a:txBody>
                  <a:tcPr marL="0" marR="0" marT="0" marB="0"/>
                </a:tc>
                <a:tc>
                  <a:txBody>
                    <a:bodyPr/>
                    <a:lstStyle/>
                    <a:p>
                      <a:pPr algn="ctr" fontAlgn="ctr">
                        <a:buNone/>
                      </a:pPr>
                      <a:r>
                        <a:rPr lang="en-US" sz="1100" b="1" i="0" u="none" strike="noStrike">
                          <a:solidFill>
                            <a:srgbClr val="000000"/>
                          </a:solidFill>
                          <a:effectLst/>
                          <a:latin typeface="Aptos Narrow" panose="020B0004020202020204" pitchFamily="34" charset="0"/>
                        </a:rPr>
                        <a:t>Not Started</a:t>
                      </a:r>
                    </a:p>
                  </a:txBody>
                  <a:tcPr marL="0" marR="0" marT="0" marB="0" anchor="ctr"/>
                </a:tc>
                <a:tc>
                  <a:txBody>
                    <a:bodyPr/>
                    <a:lstStyle/>
                    <a:p>
                      <a:pPr algn="ctr" fontAlgn="ctr">
                        <a:buNone/>
                      </a:pPr>
                      <a:r>
                        <a:rPr lang="en-US" sz="1100" b="0" i="0" u="none" strike="noStrike">
                          <a:solidFill>
                            <a:srgbClr val="000000"/>
                          </a:solidFill>
                          <a:effectLst/>
                          <a:latin typeface="Aptos Narrow" panose="020B0004020202020204" pitchFamily="34" charset="0"/>
                        </a:rPr>
                        <a:t>15-May</a:t>
                      </a:r>
                    </a:p>
                  </a:txBody>
                  <a:tcPr marL="0" marR="0" marT="0" marB="0" anchor="ctr"/>
                </a:tc>
                <a:tc>
                  <a:txBody>
                    <a:bodyPr/>
                    <a:lstStyle/>
                    <a:p>
                      <a:pPr algn="ctr" fontAlgn="ctr">
                        <a:buNone/>
                      </a:pPr>
                      <a:r>
                        <a:rPr lang="en-US" sz="1100" b="1" i="0" u="none" strike="noStrike">
                          <a:solidFill>
                            <a:srgbClr val="000000"/>
                          </a:solidFill>
                          <a:effectLst/>
                          <a:latin typeface="Aptos Narrow" panose="020B0004020202020204" pitchFamily="34" charset="0"/>
                        </a:rPr>
                        <a:t>15-May</a:t>
                      </a:r>
                    </a:p>
                  </a:txBody>
                  <a:tcPr marL="0" marR="0" marT="0" marB="0" anchor="ctr"/>
                </a:tc>
                <a:extLst>
                  <a:ext uri="{0D108BD9-81ED-4DB2-BD59-A6C34878D82A}">
                    <a16:rowId xmlns:a16="http://schemas.microsoft.com/office/drawing/2014/main" val="3744820660"/>
                  </a:ext>
                </a:extLst>
              </a:tr>
              <a:tr h="266075">
                <a:tc>
                  <a:txBody>
                    <a:bodyPr/>
                    <a:lstStyle/>
                    <a:p>
                      <a:pPr algn="ctr" fontAlgn="ctr">
                        <a:buNone/>
                      </a:pPr>
                      <a:r>
                        <a:rPr lang="en-US" sz="1100" b="1" i="0" u="none" strike="noStrike">
                          <a:solidFill>
                            <a:srgbClr val="000000"/>
                          </a:solidFill>
                          <a:effectLst/>
                          <a:latin typeface="Aptos Narrow" panose="020B0004020202020204" pitchFamily="34" charset="0"/>
                        </a:rPr>
                        <a:t>4</a:t>
                      </a:r>
                    </a:p>
                  </a:txBody>
                  <a:tcPr marL="0" marR="0" marT="0" marB="0" anchor="ctr"/>
                </a:tc>
                <a:tc>
                  <a:txBody>
                    <a:bodyPr/>
                    <a:lstStyle/>
                    <a:p>
                      <a:pPr algn="ctr" fontAlgn="ctr">
                        <a:buNone/>
                      </a:pPr>
                      <a:r>
                        <a:rPr lang="en-US" sz="1100" b="0" i="0" u="none" strike="noStrike" dirty="0">
                          <a:solidFill>
                            <a:srgbClr val="000000"/>
                          </a:solidFill>
                          <a:effectLst/>
                          <a:latin typeface="Aptos Narrow" panose="020B0004020202020204" pitchFamily="34" charset="0"/>
                        </a:rPr>
                        <a:t>Tech </a:t>
                      </a:r>
                      <a:r>
                        <a:rPr lang="en-US" sz="1100" b="0" i="0" u="none" strike="noStrike" dirty="0" err="1">
                          <a:solidFill>
                            <a:srgbClr val="000000"/>
                          </a:solidFill>
                          <a:effectLst/>
                          <a:latin typeface="Aptos Narrow" panose="020B0004020202020204" pitchFamily="34" charset="0"/>
                        </a:rPr>
                        <a:t>Apprv’l</a:t>
                      </a:r>
                      <a:r>
                        <a:rPr lang="en-US" sz="1100" b="0" i="0" u="none" strike="noStrike" dirty="0">
                          <a:solidFill>
                            <a:srgbClr val="000000"/>
                          </a:solidFill>
                          <a:effectLst/>
                          <a:latin typeface="Aptos Narrow" panose="020B0004020202020204" pitchFamily="34" charset="0"/>
                        </a:rPr>
                        <a:t> Comp.</a:t>
                      </a:r>
                    </a:p>
                  </a:txBody>
                  <a:tcPr marL="0" marR="0" marT="0" marB="0" anchor="ctr"/>
                </a:tc>
                <a:tc>
                  <a:txBody>
                    <a:bodyPr/>
                    <a:lstStyle/>
                    <a:p>
                      <a:pPr algn="l" fontAlgn="t">
                        <a:buNone/>
                      </a:pPr>
                      <a:r>
                        <a:rPr lang="en-US" sz="1100" b="0" i="0" u="none" strike="noStrike">
                          <a:solidFill>
                            <a:srgbClr val="000000"/>
                          </a:solidFill>
                          <a:effectLst/>
                          <a:latin typeface="Aptos Narrow" panose="020B0004020202020204" pitchFamily="34" charset="0"/>
                        </a:rPr>
                        <a:t>TMA, ARB, Completed and validated for MVP architecture</a:t>
                      </a:r>
                    </a:p>
                  </a:txBody>
                  <a:tcPr marL="0" marR="0" marT="0" marB="0"/>
                </a:tc>
                <a:tc>
                  <a:txBody>
                    <a:bodyPr/>
                    <a:lstStyle/>
                    <a:p>
                      <a:pPr algn="ctr" fontAlgn="ctr">
                        <a:buNone/>
                      </a:pPr>
                      <a:r>
                        <a:rPr lang="en-US" sz="1100" b="1" i="0" u="none" strike="noStrike">
                          <a:solidFill>
                            <a:srgbClr val="000000"/>
                          </a:solidFill>
                          <a:effectLst/>
                          <a:latin typeface="Aptos Narrow" panose="020B0004020202020204" pitchFamily="34" charset="0"/>
                        </a:rPr>
                        <a:t>Started</a:t>
                      </a:r>
                    </a:p>
                  </a:txBody>
                  <a:tcPr marL="0" marR="0" marT="0" marB="0" anchor="ctr"/>
                </a:tc>
                <a:tc>
                  <a:txBody>
                    <a:bodyPr/>
                    <a:lstStyle/>
                    <a:p>
                      <a:pPr algn="ctr" fontAlgn="ctr">
                        <a:buNone/>
                      </a:pPr>
                      <a:r>
                        <a:rPr lang="en-US" sz="1100" b="0" i="0" u="none" strike="noStrike">
                          <a:solidFill>
                            <a:srgbClr val="000000"/>
                          </a:solidFill>
                          <a:effectLst/>
                          <a:latin typeface="Aptos Narrow" panose="020B0004020202020204" pitchFamily="34" charset="0"/>
                        </a:rPr>
                        <a:t>8-May</a:t>
                      </a:r>
                    </a:p>
                  </a:txBody>
                  <a:tcPr marL="0" marR="0" marT="0" marB="0" anchor="ctr"/>
                </a:tc>
                <a:tc>
                  <a:txBody>
                    <a:bodyPr/>
                    <a:lstStyle/>
                    <a:p>
                      <a:pPr algn="ctr" fontAlgn="ctr">
                        <a:buNone/>
                      </a:pPr>
                      <a:r>
                        <a:rPr lang="en-US" sz="1100" b="1" i="0" u="none" strike="noStrike">
                          <a:solidFill>
                            <a:srgbClr val="000000"/>
                          </a:solidFill>
                          <a:effectLst/>
                          <a:latin typeface="Aptos Narrow" panose="020B0004020202020204" pitchFamily="34" charset="0"/>
                        </a:rPr>
                        <a:t>8-May</a:t>
                      </a:r>
                    </a:p>
                  </a:txBody>
                  <a:tcPr marL="0" marR="0" marT="0" marB="0" anchor="ctr"/>
                </a:tc>
                <a:extLst>
                  <a:ext uri="{0D108BD9-81ED-4DB2-BD59-A6C34878D82A}">
                    <a16:rowId xmlns:a16="http://schemas.microsoft.com/office/drawing/2014/main" val="1614640657"/>
                  </a:ext>
                </a:extLst>
              </a:tr>
              <a:tr h="637694">
                <a:tc>
                  <a:txBody>
                    <a:bodyPr/>
                    <a:lstStyle/>
                    <a:p>
                      <a:pPr algn="ctr" fontAlgn="ctr">
                        <a:buNone/>
                      </a:pPr>
                      <a:r>
                        <a:rPr lang="en-US" sz="1100" b="1" i="0" u="none" strike="noStrike">
                          <a:solidFill>
                            <a:srgbClr val="000000"/>
                          </a:solidFill>
                          <a:effectLst/>
                          <a:latin typeface="Aptos Narrow" panose="020B0004020202020204" pitchFamily="34" charset="0"/>
                        </a:rPr>
                        <a:t>5</a:t>
                      </a:r>
                    </a:p>
                  </a:txBody>
                  <a:tcPr marL="0" marR="0" marT="0" marB="0" anchor="ctr"/>
                </a:tc>
                <a:tc>
                  <a:txBody>
                    <a:bodyPr/>
                    <a:lstStyle/>
                    <a:p>
                      <a:pPr algn="ctr" fontAlgn="ctr">
                        <a:buNone/>
                      </a:pPr>
                      <a:r>
                        <a:rPr lang="en-US" sz="1100" b="0" i="0" u="none" strike="noStrike">
                          <a:solidFill>
                            <a:srgbClr val="000000"/>
                          </a:solidFill>
                          <a:effectLst/>
                          <a:latin typeface="Aptos Narrow" panose="020B0004020202020204" pitchFamily="34" charset="0"/>
                        </a:rPr>
                        <a:t>FinOps Data Platform Roadmaps</a:t>
                      </a:r>
                    </a:p>
                  </a:txBody>
                  <a:tcPr marL="0" marR="0" marT="0" marB="0" anchor="ctr"/>
                </a:tc>
                <a:tc>
                  <a:txBody>
                    <a:bodyPr/>
                    <a:lstStyle/>
                    <a:p>
                      <a:pPr algn="l" fontAlgn="t">
                        <a:buNone/>
                      </a:pPr>
                      <a:r>
                        <a:rPr lang="en-US" sz="1100" b="0" i="0" u="none" strike="noStrike" dirty="0">
                          <a:solidFill>
                            <a:srgbClr val="000000"/>
                          </a:solidFill>
                          <a:effectLst/>
                          <a:latin typeface="Aptos Narrow" panose="020B0004020202020204" pitchFamily="34" charset="0"/>
                        </a:rPr>
                        <a:t>Develop a forward‑looking roadmap that outlines future platform capabilities beyond the MVP into future work.  This milestone provides clarity on near‑term priorities and sequencing (approximately the next two months), while also communicating longer‑term direction to support planning, alignment, and expectation setting.</a:t>
                      </a:r>
                    </a:p>
                  </a:txBody>
                  <a:tcPr marL="0" marR="0" marT="0" marB="0"/>
                </a:tc>
                <a:tc>
                  <a:txBody>
                    <a:bodyPr/>
                    <a:lstStyle/>
                    <a:p>
                      <a:pPr algn="ctr" fontAlgn="ctr">
                        <a:buNone/>
                      </a:pPr>
                      <a:r>
                        <a:rPr lang="en-US" sz="1100" b="1" i="0" u="none" strike="noStrike">
                          <a:solidFill>
                            <a:srgbClr val="000000"/>
                          </a:solidFill>
                          <a:effectLst/>
                          <a:latin typeface="Aptos Narrow" panose="020B0004020202020204" pitchFamily="34" charset="0"/>
                        </a:rPr>
                        <a:t>Not Started</a:t>
                      </a:r>
                    </a:p>
                  </a:txBody>
                  <a:tcPr marL="0" marR="0" marT="0" marB="0" anchor="ctr"/>
                </a:tc>
                <a:tc>
                  <a:txBody>
                    <a:bodyPr/>
                    <a:lstStyle/>
                    <a:p>
                      <a:pPr algn="ctr" fontAlgn="ctr">
                        <a:buNone/>
                      </a:pPr>
                      <a:r>
                        <a:rPr lang="en-US" sz="1100" b="0" i="0" u="none" strike="noStrike">
                          <a:solidFill>
                            <a:srgbClr val="000000"/>
                          </a:solidFill>
                          <a:effectLst/>
                          <a:latin typeface="Aptos Narrow" panose="020B0004020202020204" pitchFamily="34" charset="0"/>
                        </a:rPr>
                        <a:t>15-May</a:t>
                      </a:r>
                    </a:p>
                  </a:txBody>
                  <a:tcPr marL="0" marR="0" marT="0" marB="0" anchor="ctr"/>
                </a:tc>
                <a:tc>
                  <a:txBody>
                    <a:bodyPr/>
                    <a:lstStyle/>
                    <a:p>
                      <a:pPr algn="ctr" fontAlgn="ctr">
                        <a:buNone/>
                      </a:pPr>
                      <a:r>
                        <a:rPr lang="en-US" sz="1100" b="1" i="0" u="none" strike="noStrike">
                          <a:solidFill>
                            <a:srgbClr val="000000"/>
                          </a:solidFill>
                          <a:effectLst/>
                          <a:latin typeface="Aptos Narrow" panose="020B0004020202020204" pitchFamily="34" charset="0"/>
                        </a:rPr>
                        <a:t>15-May</a:t>
                      </a:r>
                    </a:p>
                  </a:txBody>
                  <a:tcPr marL="0" marR="0" marT="0" marB="0" anchor="ctr"/>
                </a:tc>
                <a:extLst>
                  <a:ext uri="{0D108BD9-81ED-4DB2-BD59-A6C34878D82A}">
                    <a16:rowId xmlns:a16="http://schemas.microsoft.com/office/drawing/2014/main" val="4254674161"/>
                  </a:ext>
                </a:extLst>
              </a:tr>
              <a:tr h="524253">
                <a:tc>
                  <a:txBody>
                    <a:bodyPr/>
                    <a:lstStyle/>
                    <a:p>
                      <a:pPr algn="ctr" fontAlgn="ctr">
                        <a:buNone/>
                      </a:pPr>
                      <a:r>
                        <a:rPr lang="en-US" sz="1100" b="1" i="0" u="none" strike="noStrike" dirty="0">
                          <a:solidFill>
                            <a:srgbClr val="000000"/>
                          </a:solidFill>
                          <a:effectLst/>
                          <a:latin typeface="Aptos Narrow" panose="020B0004020202020204" pitchFamily="34" charset="0"/>
                        </a:rPr>
                        <a:t>6</a:t>
                      </a:r>
                    </a:p>
                  </a:txBody>
                  <a:tcPr marL="0" marR="0" marT="0" marB="0" anchor="ctr"/>
                </a:tc>
                <a:tc>
                  <a:txBody>
                    <a:bodyPr/>
                    <a:lstStyle/>
                    <a:p>
                      <a:pPr algn="ctr" fontAlgn="ctr">
                        <a:buNone/>
                      </a:pPr>
                      <a:r>
                        <a:rPr lang="en-US" sz="1100" b="0" i="0" u="none" strike="noStrike" dirty="0">
                          <a:solidFill>
                            <a:srgbClr val="000000"/>
                          </a:solidFill>
                          <a:effectLst/>
                          <a:latin typeface="Aptos Narrow" panose="020B0004020202020204" pitchFamily="34" charset="0"/>
                        </a:rPr>
                        <a:t>Foundations Buildout</a:t>
                      </a:r>
                    </a:p>
                  </a:txBody>
                  <a:tcPr marL="0" marR="0" marT="0" marB="0" anchor="ctr"/>
                </a:tc>
                <a:tc>
                  <a:txBody>
                    <a:bodyPr/>
                    <a:lstStyle/>
                    <a:p>
                      <a:pPr algn="l" fontAlgn="t">
                        <a:buNone/>
                      </a:pPr>
                      <a:r>
                        <a:rPr lang="en-US" sz="1100" b="0" i="0" u="none" strike="noStrike" dirty="0">
                          <a:solidFill>
                            <a:srgbClr val="000000"/>
                          </a:solidFill>
                          <a:effectLst/>
                          <a:latin typeface="Aptos Narrow" panose="020B0004020202020204" pitchFamily="34" charset="0"/>
                        </a:rPr>
                        <a:t>Establish the core technical foundations required to support the FinOps data platform for AWS. This includes provisioning and configuring the SF WH environment, setting up DevOps and version control workflows, validating environments, and confirm successful data ingestion from AWS billing sources.</a:t>
                      </a:r>
                    </a:p>
                  </a:txBody>
                  <a:tcPr marL="0" marR="0" marT="0" marB="0"/>
                </a:tc>
                <a:tc>
                  <a:txBody>
                    <a:bodyPr/>
                    <a:lstStyle/>
                    <a:p>
                      <a:pPr algn="ctr" fontAlgn="ctr">
                        <a:buNone/>
                      </a:pPr>
                      <a:r>
                        <a:rPr lang="en-US" sz="1100" b="1" i="0" u="none" strike="noStrike">
                          <a:solidFill>
                            <a:srgbClr val="000000"/>
                          </a:solidFill>
                          <a:effectLst/>
                          <a:latin typeface="Aptos Narrow" panose="020B0004020202020204" pitchFamily="34" charset="0"/>
                        </a:rPr>
                        <a:t>Started</a:t>
                      </a:r>
                    </a:p>
                  </a:txBody>
                  <a:tcPr marL="0" marR="0" marT="0" marB="0" anchor="ctr"/>
                </a:tc>
                <a:tc>
                  <a:txBody>
                    <a:bodyPr/>
                    <a:lstStyle/>
                    <a:p>
                      <a:pPr algn="ctr" fontAlgn="ctr">
                        <a:buNone/>
                      </a:pPr>
                      <a:r>
                        <a:rPr lang="en-US" sz="1100" b="1" i="0" u="none" strike="noStrike">
                          <a:solidFill>
                            <a:srgbClr val="000000"/>
                          </a:solidFill>
                          <a:effectLst/>
                          <a:latin typeface="Aptos Narrow" panose="020B0004020202020204" pitchFamily="34" charset="0"/>
                        </a:rPr>
                        <a:t>6-May</a:t>
                      </a:r>
                    </a:p>
                  </a:txBody>
                  <a:tcPr marL="0" marR="0" marT="0" marB="0" anchor="ctr"/>
                </a:tc>
                <a:tc>
                  <a:txBody>
                    <a:bodyPr/>
                    <a:lstStyle/>
                    <a:p>
                      <a:pPr algn="ctr" fontAlgn="b">
                        <a:buNone/>
                      </a:pPr>
                      <a:r>
                        <a:rPr lang="en-US" sz="1100" b="1" i="0" u="none" strike="noStrike" dirty="0">
                          <a:solidFill>
                            <a:srgbClr val="000000"/>
                          </a:solidFill>
                          <a:effectLst/>
                          <a:latin typeface="Aptos Narrow" panose="020B0004020202020204" pitchFamily="34" charset="0"/>
                        </a:rPr>
                        <a:t>22-May</a:t>
                      </a:r>
                    </a:p>
                  </a:txBody>
                  <a:tcPr marL="0" marR="0" marT="0" marB="0" anchor="b"/>
                </a:tc>
                <a:extLst>
                  <a:ext uri="{0D108BD9-81ED-4DB2-BD59-A6C34878D82A}">
                    <a16:rowId xmlns:a16="http://schemas.microsoft.com/office/drawing/2014/main" val="1739223142"/>
                  </a:ext>
                </a:extLst>
              </a:tr>
              <a:tr h="599661">
                <a:tc>
                  <a:txBody>
                    <a:bodyPr/>
                    <a:lstStyle/>
                    <a:p>
                      <a:pPr marL="0" marR="0" lvl="0" indent="0" algn="ctr"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1" i="0" u="none" strike="noStrike" dirty="0">
                          <a:solidFill>
                            <a:srgbClr val="000000"/>
                          </a:solidFill>
                          <a:effectLst/>
                          <a:latin typeface="Aptos Narrow" panose="020B0004020202020204" pitchFamily="34" charset="0"/>
                        </a:rPr>
                        <a:t>9</a:t>
                      </a:r>
                    </a:p>
                  </a:txBody>
                  <a:tcPr marL="68580" marR="68580" marT="34290" marB="34290" anchor="ctr"/>
                </a:tc>
                <a:tc>
                  <a:txBody>
                    <a:bodyPr/>
                    <a:lstStyle/>
                    <a:p>
                      <a:pPr algn="ctr" fontAlgn="ctr">
                        <a:buNone/>
                      </a:pPr>
                      <a:r>
                        <a:rPr lang="en-US" sz="1100" b="0" i="0" u="none" strike="noStrike" dirty="0">
                          <a:solidFill>
                            <a:srgbClr val="000000"/>
                          </a:solidFill>
                          <a:effectLst/>
                          <a:latin typeface="Aptos Narrow" panose="020B0004020202020204" pitchFamily="34" charset="0"/>
                        </a:rPr>
                        <a:t>Feedback Workshop 1st</a:t>
                      </a:r>
                    </a:p>
                  </a:txBody>
                  <a:tcPr marL="0" marR="0" marT="0" marB="0" anchor="ctr"/>
                </a:tc>
                <a:tc>
                  <a:txBody>
                    <a:bodyPr/>
                    <a:lstStyle/>
                    <a:p>
                      <a:pPr algn="l" fontAlgn="t">
                        <a:buNone/>
                      </a:pPr>
                      <a:r>
                        <a:rPr lang="en-US" sz="1100" b="0" i="0" u="none" strike="noStrike" dirty="0">
                          <a:solidFill>
                            <a:srgbClr val="000000"/>
                          </a:solidFill>
                          <a:effectLst/>
                          <a:latin typeface="Aptos Narrow" panose="020B0004020202020204" pitchFamily="34" charset="0"/>
                        </a:rPr>
                        <a:t>Conduct structured stakeholder workshops to review a working demo of the solution, gather feedback, and validate direction. Feedback will be documented, prioritized, and used to confirm readiness for the next phase or to inform targeted refinements.</a:t>
                      </a:r>
                    </a:p>
                  </a:txBody>
                  <a:tcPr marL="0" marR="0" marT="0" marB="0"/>
                </a:tc>
                <a:tc>
                  <a:txBody>
                    <a:bodyPr/>
                    <a:lstStyle/>
                    <a:p>
                      <a:pPr algn="ctr" fontAlgn="ctr">
                        <a:buNone/>
                      </a:pPr>
                      <a:r>
                        <a:rPr lang="en-US" sz="1100" b="1" i="0" u="none" strike="noStrike" dirty="0">
                          <a:solidFill>
                            <a:srgbClr val="000000"/>
                          </a:solidFill>
                          <a:effectLst/>
                          <a:latin typeface="Aptos Narrow" panose="020B0004020202020204" pitchFamily="34" charset="0"/>
                        </a:rPr>
                        <a:t>Not Started</a:t>
                      </a:r>
                    </a:p>
                  </a:txBody>
                  <a:tcPr marL="0" marR="0" marT="0" marB="0" anchor="ctr"/>
                </a:tc>
                <a:tc>
                  <a:txBody>
                    <a:bodyPr/>
                    <a:lstStyle/>
                    <a:p>
                      <a:pPr algn="ctr" fontAlgn="ctr">
                        <a:buNone/>
                      </a:pPr>
                      <a:r>
                        <a:rPr lang="en-US" sz="1100" b="0" i="0" u="none" strike="noStrike">
                          <a:solidFill>
                            <a:srgbClr val="000000"/>
                          </a:solidFill>
                          <a:effectLst/>
                          <a:latin typeface="Aptos Narrow" panose="020B0004020202020204" pitchFamily="34" charset="0"/>
                        </a:rPr>
                        <a:t>NA</a:t>
                      </a:r>
                    </a:p>
                  </a:txBody>
                  <a:tcPr marL="0" marR="0" marT="0" marB="0" anchor="ctr"/>
                </a:tc>
                <a:tc>
                  <a:txBody>
                    <a:bodyPr/>
                    <a:lstStyle/>
                    <a:p>
                      <a:pPr algn="ctr" fontAlgn="ctr">
                        <a:buNone/>
                      </a:pPr>
                      <a:r>
                        <a:rPr lang="en-US" sz="1100" b="1" i="0" u="none" strike="noStrike" dirty="0">
                          <a:solidFill>
                            <a:srgbClr val="000000"/>
                          </a:solidFill>
                          <a:effectLst/>
                          <a:latin typeface="Aptos Narrow" panose="020B0004020202020204" pitchFamily="34" charset="0"/>
                        </a:rPr>
                        <a:t>22-May</a:t>
                      </a:r>
                    </a:p>
                  </a:txBody>
                  <a:tcPr marL="0" marR="0" marT="0" marB="0" anchor="ctr"/>
                </a:tc>
                <a:extLst>
                  <a:ext uri="{0D108BD9-81ED-4DB2-BD59-A6C34878D82A}">
                    <a16:rowId xmlns:a16="http://schemas.microsoft.com/office/drawing/2014/main" val="3794723125"/>
                  </a:ext>
                </a:extLst>
              </a:tr>
            </a:tbl>
          </a:graphicData>
        </a:graphic>
      </p:graphicFrame>
      <p:sp>
        <p:nvSpPr>
          <p:cNvPr id="7" name="Title 1">
            <a:extLst>
              <a:ext uri="{FF2B5EF4-FFF2-40B4-BE49-F238E27FC236}">
                <a16:creationId xmlns:a16="http://schemas.microsoft.com/office/drawing/2014/main" id="{C21AC5EA-75D4-BD8B-6E2C-9CE4284B6D1C}"/>
              </a:ext>
            </a:extLst>
          </p:cNvPr>
          <p:cNvSpPr txBox="1">
            <a:spLocks/>
          </p:cNvSpPr>
          <p:nvPr/>
        </p:nvSpPr>
        <p:spPr>
          <a:xfrm>
            <a:off x="428625" y="219076"/>
            <a:ext cx="8286750" cy="742950"/>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sz="2400" dirty="0"/>
              <a:t>FinOps Data Platform – 4 Week Project Milestones</a:t>
            </a:r>
          </a:p>
        </p:txBody>
      </p:sp>
    </p:spTree>
    <p:extLst>
      <p:ext uri="{BB962C8B-B14F-4D97-AF65-F5344CB8AC3E}">
        <p14:creationId xmlns:p14="http://schemas.microsoft.com/office/powerpoint/2010/main" val="3218173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B9063-233E-AD47-CED4-B8879659AA1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908DF97-49CA-0E44-D78D-DAC9F79073B7}"/>
              </a:ext>
            </a:extLst>
          </p:cNvPr>
          <p:cNvSpPr>
            <a:spLocks noGrp="1"/>
          </p:cNvSpPr>
          <p:nvPr>
            <p:ph type="dt" sz="half" idx="10"/>
          </p:nvPr>
        </p:nvSpPr>
        <p:spPr/>
        <p:txBody>
          <a:bodyPr/>
          <a:lstStyle/>
          <a:p>
            <a:fld id="{8549838B-8FB6-4A1D-8FF7-A75B50B468EC}" type="datetimeyyyy">
              <a:rPr lang="en-US" smtClean="0"/>
              <a:t>2026</a:t>
            </a:fld>
            <a:endParaRPr lang="en-US"/>
          </a:p>
        </p:txBody>
      </p:sp>
      <p:sp>
        <p:nvSpPr>
          <p:cNvPr id="5" name="Footer Placeholder 4">
            <a:extLst>
              <a:ext uri="{FF2B5EF4-FFF2-40B4-BE49-F238E27FC236}">
                <a16:creationId xmlns:a16="http://schemas.microsoft.com/office/drawing/2014/main" id="{C76E852D-418E-E4A8-F1CE-BD4516EA2B52}"/>
              </a:ext>
            </a:extLst>
          </p:cNvPr>
          <p:cNvSpPr>
            <a:spLocks noGrp="1"/>
          </p:cNvSpPr>
          <p:nvPr>
            <p:ph type="ftr" sz="quarter" idx="11"/>
          </p:nvPr>
        </p:nvSpPr>
        <p:spPr/>
        <p:txBody>
          <a:bodyPr/>
          <a:lstStyle/>
          <a:p>
            <a:r>
              <a:rPr lang="en-US"/>
              <a:t>Slalom. All Rights Reserved. Proprietary and Confidential.</a:t>
            </a:r>
          </a:p>
        </p:txBody>
      </p:sp>
      <p:sp>
        <p:nvSpPr>
          <p:cNvPr id="6" name="Slide Number Placeholder 5">
            <a:extLst>
              <a:ext uri="{FF2B5EF4-FFF2-40B4-BE49-F238E27FC236}">
                <a16:creationId xmlns:a16="http://schemas.microsoft.com/office/drawing/2014/main" id="{981EE424-1034-1FC7-FAD7-C596DF1AAE7F}"/>
              </a:ext>
            </a:extLst>
          </p:cNvPr>
          <p:cNvSpPr>
            <a:spLocks noGrp="1"/>
          </p:cNvSpPr>
          <p:nvPr>
            <p:ph type="sldNum" sz="quarter" idx="12"/>
          </p:nvPr>
        </p:nvSpPr>
        <p:spPr/>
        <p:txBody>
          <a:bodyPr/>
          <a:lstStyle/>
          <a:p>
            <a:fld id="{B2643E34-DC33-45ED-8E33-EC0D5991E9A4}" type="slidenum">
              <a:rPr lang="en-US" smtClean="0"/>
              <a:pPr/>
              <a:t>4</a:t>
            </a:fld>
            <a:endParaRPr lang="en-US"/>
          </a:p>
        </p:txBody>
      </p:sp>
      <p:graphicFrame>
        <p:nvGraphicFramePr>
          <p:cNvPr id="3" name="Table 2">
            <a:extLst>
              <a:ext uri="{FF2B5EF4-FFF2-40B4-BE49-F238E27FC236}">
                <a16:creationId xmlns:a16="http://schemas.microsoft.com/office/drawing/2014/main" id="{E6304C0B-7F7A-4386-55A2-13ABD550DAAB}"/>
              </a:ext>
            </a:extLst>
          </p:cNvPr>
          <p:cNvGraphicFramePr>
            <a:graphicFrameLocks noGrp="1"/>
          </p:cNvGraphicFramePr>
          <p:nvPr>
            <p:extLst>
              <p:ext uri="{D42A27DB-BD31-4B8C-83A1-F6EECF244321}">
                <p14:modId xmlns:p14="http://schemas.microsoft.com/office/powerpoint/2010/main" val="1003209632"/>
              </p:ext>
            </p:extLst>
          </p:nvPr>
        </p:nvGraphicFramePr>
        <p:xfrm>
          <a:off x="167640" y="763286"/>
          <a:ext cx="8808720" cy="2783552"/>
        </p:xfrm>
        <a:graphic>
          <a:graphicData uri="http://schemas.openxmlformats.org/drawingml/2006/table">
            <a:tbl>
              <a:tblPr firstRow="1" bandRow="1">
                <a:tableStyleId>{6E25E649-3F16-4E02-A733-19D2CDBF48F0}</a:tableStyleId>
              </a:tblPr>
              <a:tblGrid>
                <a:gridCol w="559569">
                  <a:extLst>
                    <a:ext uri="{9D8B030D-6E8A-4147-A177-3AD203B41FA5}">
                      <a16:colId xmlns:a16="http://schemas.microsoft.com/office/drawing/2014/main" val="1296145238"/>
                    </a:ext>
                  </a:extLst>
                </a:gridCol>
                <a:gridCol w="1113796">
                  <a:extLst>
                    <a:ext uri="{9D8B030D-6E8A-4147-A177-3AD203B41FA5}">
                      <a16:colId xmlns:a16="http://schemas.microsoft.com/office/drawing/2014/main" val="2734367273"/>
                    </a:ext>
                  </a:extLst>
                </a:gridCol>
                <a:gridCol w="5451335">
                  <a:extLst>
                    <a:ext uri="{9D8B030D-6E8A-4147-A177-3AD203B41FA5}">
                      <a16:colId xmlns:a16="http://schemas.microsoft.com/office/drawing/2014/main" val="46704494"/>
                    </a:ext>
                  </a:extLst>
                </a:gridCol>
                <a:gridCol w="529590">
                  <a:extLst>
                    <a:ext uri="{9D8B030D-6E8A-4147-A177-3AD203B41FA5}">
                      <a16:colId xmlns:a16="http://schemas.microsoft.com/office/drawing/2014/main" val="154591660"/>
                    </a:ext>
                  </a:extLst>
                </a:gridCol>
                <a:gridCol w="502920">
                  <a:extLst>
                    <a:ext uri="{9D8B030D-6E8A-4147-A177-3AD203B41FA5}">
                      <a16:colId xmlns:a16="http://schemas.microsoft.com/office/drawing/2014/main" val="246086668"/>
                    </a:ext>
                  </a:extLst>
                </a:gridCol>
                <a:gridCol w="651510">
                  <a:extLst>
                    <a:ext uri="{9D8B030D-6E8A-4147-A177-3AD203B41FA5}">
                      <a16:colId xmlns:a16="http://schemas.microsoft.com/office/drawing/2014/main" val="676163242"/>
                    </a:ext>
                  </a:extLst>
                </a:gridCol>
              </a:tblGrid>
              <a:tr h="326094">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1" i="0" kern="1200">
                          <a:solidFill>
                            <a:schemeClr val="lt1"/>
                          </a:solidFill>
                          <a:effectLst/>
                          <a:latin typeface="+mn-lt"/>
                          <a:ea typeface="+mn-ea"/>
                          <a:cs typeface="+mn-cs"/>
                        </a:rPr>
                        <a:t>Priority</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1" i="0" kern="1200">
                          <a:solidFill>
                            <a:schemeClr val="lt1"/>
                          </a:solidFill>
                          <a:effectLst/>
                          <a:latin typeface="+mn-lt"/>
                          <a:ea typeface="+mn-ea"/>
                          <a:cs typeface="+mn-cs"/>
                        </a:rPr>
                        <a:t>Milestone</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1" i="0" kern="1200">
                          <a:solidFill>
                            <a:schemeClr val="lt1"/>
                          </a:solidFill>
                          <a:effectLst/>
                          <a:latin typeface="+mn-lt"/>
                          <a:ea typeface="+mn-ea"/>
                          <a:cs typeface="+mn-cs"/>
                        </a:rPr>
                        <a:t>Description</a:t>
                      </a: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1" i="0" kern="1200" dirty="0">
                          <a:solidFill>
                            <a:schemeClr val="lt1"/>
                          </a:solidFill>
                          <a:effectLst/>
                          <a:latin typeface="+mn-lt"/>
                          <a:ea typeface="+mn-ea"/>
                          <a:cs typeface="+mn-cs"/>
                        </a:rPr>
                        <a:t>Status</a:t>
                      </a: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1" i="0" kern="1200">
                          <a:solidFill>
                            <a:schemeClr val="lt1"/>
                          </a:solidFill>
                          <a:effectLst/>
                          <a:latin typeface="+mn-lt"/>
                          <a:ea typeface="+mn-ea"/>
                          <a:cs typeface="+mn-cs"/>
                        </a:rPr>
                        <a:t>ADR Date</a:t>
                      </a: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1" i="0" kern="1200">
                          <a:solidFill>
                            <a:schemeClr val="lt1"/>
                          </a:solidFill>
                          <a:effectLst/>
                          <a:latin typeface="+mn-lt"/>
                          <a:ea typeface="+mn-ea"/>
                          <a:cs typeface="+mn-cs"/>
                        </a:rPr>
                        <a:t>Delivery Date</a:t>
                      </a:r>
                    </a:p>
                  </a:txBody>
                  <a:tcPr marL="68580" marR="68580" marT="34290" marB="34290" anchor="ctr"/>
                </a:tc>
                <a:extLst>
                  <a:ext uri="{0D108BD9-81ED-4DB2-BD59-A6C34878D82A}">
                    <a16:rowId xmlns:a16="http://schemas.microsoft.com/office/drawing/2014/main" val="2084466629"/>
                  </a:ext>
                </a:extLst>
              </a:tr>
              <a:tr h="797118">
                <a:tc>
                  <a:txBody>
                    <a:bodyPr/>
                    <a:lstStyle/>
                    <a:p>
                      <a:pPr algn="ctr" fontAlgn="ctr">
                        <a:buNone/>
                      </a:pPr>
                      <a:r>
                        <a:rPr lang="en-US" sz="1100" b="1" i="0" u="none" strike="noStrike" dirty="0">
                          <a:solidFill>
                            <a:srgbClr val="000000"/>
                          </a:solidFill>
                          <a:effectLst/>
                          <a:latin typeface="Aptos Narrow" panose="020B0004020202020204" pitchFamily="34" charset="0"/>
                        </a:rPr>
                        <a:t>7</a:t>
                      </a:r>
                    </a:p>
                  </a:txBody>
                  <a:tcPr marL="0" marR="0" marT="0" marB="0" anchor="ctr"/>
                </a:tc>
                <a:tc>
                  <a:txBody>
                    <a:bodyPr/>
                    <a:lstStyle/>
                    <a:p>
                      <a:pPr algn="ctr" fontAlgn="ctr">
                        <a:buNone/>
                      </a:pPr>
                      <a:r>
                        <a:rPr lang="en-US" sz="1100" b="0" i="0" u="none" strike="noStrike" dirty="0">
                          <a:solidFill>
                            <a:srgbClr val="000000"/>
                          </a:solidFill>
                          <a:effectLst/>
                          <a:latin typeface="Aptos Narrow" panose="020B0004020202020204" pitchFamily="34" charset="0"/>
                        </a:rPr>
                        <a:t>MVP Sources Integrated - Azure</a:t>
                      </a:r>
                    </a:p>
                  </a:txBody>
                  <a:tcPr marL="0" marR="0" marT="0" marB="0" anchor="ctr"/>
                </a:tc>
                <a:tc>
                  <a:txBody>
                    <a:bodyPr/>
                    <a:lstStyle/>
                    <a:p>
                      <a:pPr algn="l" fontAlgn="t">
                        <a:buNone/>
                      </a:pPr>
                      <a:r>
                        <a:rPr lang="en-US" sz="1100" b="0" i="0" u="none" strike="noStrike">
                          <a:solidFill>
                            <a:srgbClr val="000000"/>
                          </a:solidFill>
                          <a:effectLst/>
                          <a:latin typeface="Aptos Narrow" panose="020B0004020202020204" pitchFamily="34" charset="0"/>
                        </a:rPr>
                        <a:t>Integrate Azure cost and usage data into the platform and validate that the data is successfully ingested, processed, and visualized. This milestone ensures Azure data can be used reliably for FinOps reporting and analysis within the MVP.</a:t>
                      </a:r>
                    </a:p>
                  </a:txBody>
                  <a:tcPr marL="0" marR="0" marT="0" marB="0"/>
                </a:tc>
                <a:tc>
                  <a:txBody>
                    <a:bodyPr/>
                    <a:lstStyle/>
                    <a:p>
                      <a:pPr algn="ctr" fontAlgn="ctr">
                        <a:buNone/>
                      </a:pPr>
                      <a:r>
                        <a:rPr lang="en-US" sz="1100" b="1" i="0" u="none" strike="noStrike" dirty="0">
                          <a:solidFill>
                            <a:srgbClr val="000000"/>
                          </a:solidFill>
                          <a:effectLst/>
                          <a:latin typeface="Aptos Narrow" panose="020B0004020202020204" pitchFamily="34" charset="0"/>
                        </a:rPr>
                        <a:t>Not Started</a:t>
                      </a:r>
                    </a:p>
                  </a:txBody>
                  <a:tcPr marL="0" marR="0" marT="0" marB="0" anchor="ctr"/>
                </a:tc>
                <a:tc>
                  <a:txBody>
                    <a:bodyPr/>
                    <a:lstStyle/>
                    <a:p>
                      <a:pPr algn="ctr" fontAlgn="ctr">
                        <a:buNone/>
                      </a:pPr>
                      <a:r>
                        <a:rPr lang="en-US" sz="1100" b="0" i="0" u="none" strike="noStrike">
                          <a:solidFill>
                            <a:srgbClr val="000000"/>
                          </a:solidFill>
                          <a:effectLst/>
                          <a:latin typeface="Aptos Narrow" panose="020B0004020202020204" pitchFamily="34" charset="0"/>
                        </a:rPr>
                        <a:t>TBD</a:t>
                      </a:r>
                    </a:p>
                  </a:txBody>
                  <a:tcPr marL="0" marR="0" marT="0" marB="0" anchor="ctr"/>
                </a:tc>
                <a:tc>
                  <a:txBody>
                    <a:bodyPr/>
                    <a:lstStyle/>
                    <a:p>
                      <a:pPr algn="ctr" fontAlgn="b">
                        <a:buNone/>
                      </a:pPr>
                      <a:r>
                        <a:rPr lang="en-US" sz="1100" b="1" i="0" u="none" strike="noStrike">
                          <a:solidFill>
                            <a:srgbClr val="000000"/>
                          </a:solidFill>
                          <a:effectLst/>
                          <a:latin typeface="Aptos Narrow" panose="020B0004020202020204" pitchFamily="34" charset="0"/>
                        </a:rPr>
                        <a:t>TBD</a:t>
                      </a:r>
                    </a:p>
                  </a:txBody>
                  <a:tcPr marL="0" marR="0" marT="0" marB="0" anchor="b"/>
                </a:tc>
                <a:extLst>
                  <a:ext uri="{0D108BD9-81ED-4DB2-BD59-A6C34878D82A}">
                    <a16:rowId xmlns:a16="http://schemas.microsoft.com/office/drawing/2014/main" val="146338571"/>
                  </a:ext>
                </a:extLst>
              </a:tr>
              <a:tr h="478271">
                <a:tc>
                  <a:txBody>
                    <a:bodyPr/>
                    <a:lstStyle/>
                    <a:p>
                      <a:pPr algn="ctr" fontAlgn="ctr">
                        <a:buNone/>
                      </a:pPr>
                      <a:r>
                        <a:rPr lang="en-US" sz="1100" b="1" i="0" u="none" strike="noStrike">
                          <a:solidFill>
                            <a:srgbClr val="000000"/>
                          </a:solidFill>
                          <a:effectLst/>
                          <a:latin typeface="Aptos Narrow" panose="020B0004020202020204" pitchFamily="34" charset="0"/>
                        </a:rPr>
                        <a:t>8</a:t>
                      </a:r>
                    </a:p>
                  </a:txBody>
                  <a:tcPr marL="0" marR="0" marT="0" marB="0" anchor="ctr"/>
                </a:tc>
                <a:tc>
                  <a:txBody>
                    <a:bodyPr/>
                    <a:lstStyle/>
                    <a:p>
                      <a:pPr algn="ctr" fontAlgn="ctr">
                        <a:buNone/>
                      </a:pPr>
                      <a:r>
                        <a:rPr lang="en-US" sz="1100" b="0" i="0" u="none" strike="noStrike">
                          <a:solidFill>
                            <a:srgbClr val="000000"/>
                          </a:solidFill>
                          <a:effectLst/>
                          <a:latin typeface="Aptos Narrow" panose="020B0004020202020204" pitchFamily="34" charset="0"/>
                        </a:rPr>
                        <a:t>MVP Sources Integrated - GCP</a:t>
                      </a:r>
                    </a:p>
                  </a:txBody>
                  <a:tcPr marL="0" marR="0" marT="0" marB="0" anchor="ctr"/>
                </a:tc>
                <a:tc>
                  <a:txBody>
                    <a:bodyPr/>
                    <a:lstStyle/>
                    <a:p>
                      <a:pPr algn="l" fontAlgn="t">
                        <a:buNone/>
                      </a:pPr>
                      <a:r>
                        <a:rPr lang="en-US" sz="1100" b="0" i="0" u="none" strike="noStrike">
                          <a:solidFill>
                            <a:srgbClr val="000000"/>
                          </a:solidFill>
                          <a:effectLst/>
                          <a:latin typeface="Aptos Narrow" panose="020B0004020202020204" pitchFamily="34" charset="0"/>
                        </a:rPr>
                        <a:t>Integrate Google Cloud Platform (GCP) cost and usage data into the platform and confirm successful ingestion and visualization. This enables multi‑cloud visibility and supports cross‑provider comparison within the MVP.</a:t>
                      </a:r>
                    </a:p>
                  </a:txBody>
                  <a:tcPr marL="0" marR="0" marT="0" marB="0"/>
                </a:tc>
                <a:tc>
                  <a:txBody>
                    <a:bodyPr/>
                    <a:lstStyle/>
                    <a:p>
                      <a:pPr algn="ctr" fontAlgn="ctr">
                        <a:buNone/>
                      </a:pPr>
                      <a:r>
                        <a:rPr lang="en-US" sz="1100" b="1" i="0" u="none" strike="noStrike">
                          <a:solidFill>
                            <a:srgbClr val="000000"/>
                          </a:solidFill>
                          <a:effectLst/>
                          <a:latin typeface="Aptos Narrow" panose="020B0004020202020204" pitchFamily="34" charset="0"/>
                        </a:rPr>
                        <a:t>Not Started</a:t>
                      </a:r>
                    </a:p>
                  </a:txBody>
                  <a:tcPr marL="0" marR="0" marT="0" marB="0" anchor="ctr"/>
                </a:tc>
                <a:tc>
                  <a:txBody>
                    <a:bodyPr/>
                    <a:lstStyle/>
                    <a:p>
                      <a:pPr algn="ctr" fontAlgn="ctr">
                        <a:buNone/>
                      </a:pPr>
                      <a:r>
                        <a:rPr lang="en-US" sz="1100" b="0" i="0" u="none" strike="noStrike">
                          <a:solidFill>
                            <a:srgbClr val="000000"/>
                          </a:solidFill>
                          <a:effectLst/>
                          <a:latin typeface="Aptos Narrow" panose="020B0004020202020204" pitchFamily="34" charset="0"/>
                        </a:rPr>
                        <a:t>TBD</a:t>
                      </a:r>
                    </a:p>
                  </a:txBody>
                  <a:tcPr marL="0" marR="0" marT="0" marB="0" anchor="ctr"/>
                </a:tc>
                <a:tc>
                  <a:txBody>
                    <a:bodyPr/>
                    <a:lstStyle/>
                    <a:p>
                      <a:pPr algn="ctr" fontAlgn="b">
                        <a:buNone/>
                      </a:pPr>
                      <a:r>
                        <a:rPr lang="en-US" sz="1100" b="1" i="0" u="none" strike="noStrike">
                          <a:solidFill>
                            <a:srgbClr val="000000"/>
                          </a:solidFill>
                          <a:effectLst/>
                          <a:latin typeface="Aptos Narrow" panose="020B0004020202020204" pitchFamily="34" charset="0"/>
                        </a:rPr>
                        <a:t>TBD</a:t>
                      </a:r>
                    </a:p>
                  </a:txBody>
                  <a:tcPr marL="0" marR="0" marT="0" marB="0" anchor="b"/>
                </a:tc>
                <a:extLst>
                  <a:ext uri="{0D108BD9-81ED-4DB2-BD59-A6C34878D82A}">
                    <a16:rowId xmlns:a16="http://schemas.microsoft.com/office/drawing/2014/main" val="4271194184"/>
                  </a:ext>
                </a:extLst>
              </a:tr>
              <a:tr h="266075">
                <a:tc>
                  <a:txBody>
                    <a:bodyPr/>
                    <a:lstStyle/>
                    <a:p>
                      <a:pPr algn="ctr" fontAlgn="ctr">
                        <a:buNone/>
                      </a:pPr>
                      <a:r>
                        <a:rPr lang="en-US" sz="1100" b="1" i="0" u="none" strike="noStrike">
                          <a:solidFill>
                            <a:srgbClr val="000000"/>
                          </a:solidFill>
                          <a:effectLst/>
                          <a:latin typeface="Aptos Narrow" panose="020B0004020202020204" pitchFamily="34" charset="0"/>
                        </a:rPr>
                        <a:t>10</a:t>
                      </a:r>
                    </a:p>
                  </a:txBody>
                  <a:tcPr marL="0" marR="0" marT="0" marB="0" anchor="ctr"/>
                </a:tc>
                <a:tc>
                  <a:txBody>
                    <a:bodyPr/>
                    <a:lstStyle/>
                    <a:p>
                      <a:pPr algn="ctr" fontAlgn="ctr">
                        <a:buNone/>
                      </a:pPr>
                      <a:r>
                        <a:rPr lang="en-US" sz="1100" b="0" i="0" u="none" strike="noStrike">
                          <a:solidFill>
                            <a:srgbClr val="000000"/>
                          </a:solidFill>
                          <a:effectLst/>
                          <a:latin typeface="Aptos Narrow" panose="020B0004020202020204" pitchFamily="34" charset="0"/>
                        </a:rPr>
                        <a:t>Agent Strategy Implemented</a:t>
                      </a:r>
                    </a:p>
                  </a:txBody>
                  <a:tcPr marL="0" marR="0" marT="0" marB="0" anchor="ctr"/>
                </a:tc>
                <a:tc>
                  <a:txBody>
                    <a:bodyPr/>
                    <a:lstStyle/>
                    <a:p>
                      <a:pPr algn="l" fontAlgn="t">
                        <a:buNone/>
                      </a:pPr>
                      <a:r>
                        <a:rPr lang="en-US" sz="1100" b="0" i="0" u="none" strike="noStrike">
                          <a:solidFill>
                            <a:srgbClr val="000000"/>
                          </a:solidFill>
                          <a:effectLst/>
                          <a:latin typeface="Aptos Narrow" panose="020B0004020202020204" pitchFamily="34" charset="0"/>
                        </a:rPr>
                        <a:t>Implement and operationalize the defined agent strategy, including persona‑based usage patterns, restrictions, and governance controls. This milestone ensures agent capabilities are applied consistently, safely, and in alignment with agreed‑upon roles and responsibilities.</a:t>
                      </a:r>
                    </a:p>
                  </a:txBody>
                  <a:tcPr marL="0" marR="0" marT="0" marB="0"/>
                </a:tc>
                <a:tc>
                  <a:txBody>
                    <a:bodyPr/>
                    <a:lstStyle/>
                    <a:p>
                      <a:pPr algn="ctr" fontAlgn="ctr">
                        <a:buNone/>
                      </a:pPr>
                      <a:r>
                        <a:rPr lang="en-US" sz="1100" b="1" i="0" u="none" strike="noStrike">
                          <a:solidFill>
                            <a:srgbClr val="000000"/>
                          </a:solidFill>
                          <a:effectLst/>
                          <a:latin typeface="Aptos Narrow" panose="020B0004020202020204" pitchFamily="34" charset="0"/>
                        </a:rPr>
                        <a:t>Not Started</a:t>
                      </a:r>
                    </a:p>
                  </a:txBody>
                  <a:tcPr marL="0" marR="0" marT="0" marB="0" anchor="ctr"/>
                </a:tc>
                <a:tc>
                  <a:txBody>
                    <a:bodyPr/>
                    <a:lstStyle/>
                    <a:p>
                      <a:pPr algn="ctr" fontAlgn="ctr">
                        <a:buNone/>
                      </a:pPr>
                      <a:r>
                        <a:rPr lang="en-US" sz="1100" b="0" i="0" u="none" strike="noStrike">
                          <a:solidFill>
                            <a:srgbClr val="000000"/>
                          </a:solidFill>
                          <a:effectLst/>
                          <a:latin typeface="Aptos Narrow" panose="020B0004020202020204" pitchFamily="34" charset="0"/>
                        </a:rPr>
                        <a:t>TBD</a:t>
                      </a:r>
                    </a:p>
                  </a:txBody>
                  <a:tcPr marL="0" marR="0" marT="0" marB="0" anchor="ctr"/>
                </a:tc>
                <a:tc>
                  <a:txBody>
                    <a:bodyPr/>
                    <a:lstStyle/>
                    <a:p>
                      <a:pPr algn="ctr" fontAlgn="b">
                        <a:buNone/>
                      </a:pPr>
                      <a:r>
                        <a:rPr lang="en-US" sz="1100" b="1" i="0" u="none" strike="noStrike" dirty="0">
                          <a:solidFill>
                            <a:srgbClr val="000000"/>
                          </a:solidFill>
                          <a:effectLst/>
                          <a:latin typeface="Aptos Narrow" panose="020B0004020202020204" pitchFamily="34" charset="0"/>
                        </a:rPr>
                        <a:t>TBD</a:t>
                      </a:r>
                    </a:p>
                  </a:txBody>
                  <a:tcPr marL="0" marR="0" marT="0" marB="0" anchor="b"/>
                </a:tc>
                <a:extLst>
                  <a:ext uri="{0D108BD9-81ED-4DB2-BD59-A6C34878D82A}">
                    <a16:rowId xmlns:a16="http://schemas.microsoft.com/office/drawing/2014/main" val="1614640657"/>
                  </a:ext>
                </a:extLst>
              </a:tr>
              <a:tr h="637694">
                <a:tc>
                  <a:txBody>
                    <a:bodyPr/>
                    <a:lstStyle/>
                    <a:p>
                      <a:pPr algn="ctr" fontAlgn="ctr">
                        <a:buNone/>
                      </a:pPr>
                      <a:r>
                        <a:rPr lang="en-US" sz="1100" b="1" i="0" u="none" strike="noStrike" dirty="0">
                          <a:solidFill>
                            <a:srgbClr val="000000"/>
                          </a:solidFill>
                          <a:effectLst/>
                          <a:latin typeface="Aptos Narrow" panose="020B0004020202020204" pitchFamily="34" charset="0"/>
                        </a:rPr>
                        <a:t>11</a:t>
                      </a:r>
                    </a:p>
                  </a:txBody>
                  <a:tcPr marL="0" marR="0" marT="0" marB="0" anchor="ctr"/>
                </a:tc>
                <a:tc>
                  <a:txBody>
                    <a:bodyPr/>
                    <a:lstStyle/>
                    <a:p>
                      <a:pPr algn="ctr" fontAlgn="ctr">
                        <a:buNone/>
                      </a:pPr>
                      <a:r>
                        <a:rPr lang="en-US" sz="1100" b="0" i="0" u="none" strike="noStrike">
                          <a:solidFill>
                            <a:srgbClr val="000000"/>
                          </a:solidFill>
                          <a:effectLst/>
                          <a:latin typeface="Aptos Narrow" panose="020B0004020202020204" pitchFamily="34" charset="0"/>
                        </a:rPr>
                        <a:t>MVP Complete</a:t>
                      </a:r>
                    </a:p>
                  </a:txBody>
                  <a:tcPr marL="0" marR="0" marT="0" marB="0" anchor="ctr"/>
                </a:tc>
                <a:tc>
                  <a:txBody>
                    <a:bodyPr/>
                    <a:lstStyle/>
                    <a:p>
                      <a:pPr algn="l" fontAlgn="t">
                        <a:buNone/>
                      </a:pPr>
                      <a:r>
                        <a:rPr lang="en-US" sz="1100" b="0" i="0" u="none" strike="noStrike" dirty="0">
                          <a:solidFill>
                            <a:srgbClr val="000000"/>
                          </a:solidFill>
                          <a:effectLst/>
                          <a:latin typeface="Aptos Narrow" panose="020B0004020202020204" pitchFamily="34" charset="0"/>
                        </a:rPr>
                        <a:t>Deliver a complete MVP that is ready for controlled rollout and validation with a selected group of power users. The solution provides usable insights, supports the intended FinOps use cases, and is prepared for structured feedback, iteration, or broader adoption.</a:t>
                      </a:r>
                    </a:p>
                  </a:txBody>
                  <a:tcPr marL="0" marR="0" marT="0" marB="0"/>
                </a:tc>
                <a:tc>
                  <a:txBody>
                    <a:bodyPr/>
                    <a:lstStyle/>
                    <a:p>
                      <a:pPr algn="ctr" fontAlgn="ctr">
                        <a:buNone/>
                      </a:pPr>
                      <a:r>
                        <a:rPr lang="en-US" sz="1100" b="1" i="0" u="none" strike="noStrike">
                          <a:solidFill>
                            <a:srgbClr val="000000"/>
                          </a:solidFill>
                          <a:effectLst/>
                          <a:latin typeface="Aptos Narrow" panose="020B0004020202020204" pitchFamily="34" charset="0"/>
                        </a:rPr>
                        <a:t>Not Started</a:t>
                      </a:r>
                    </a:p>
                  </a:txBody>
                  <a:tcPr marL="0" marR="0" marT="0" marB="0" anchor="ctr"/>
                </a:tc>
                <a:tc>
                  <a:txBody>
                    <a:bodyPr/>
                    <a:lstStyle/>
                    <a:p>
                      <a:pPr algn="ctr" fontAlgn="ctr">
                        <a:buNone/>
                      </a:pPr>
                      <a:r>
                        <a:rPr lang="en-US" sz="1100" b="0" i="0" u="none" strike="noStrike">
                          <a:solidFill>
                            <a:srgbClr val="000000"/>
                          </a:solidFill>
                          <a:effectLst/>
                          <a:latin typeface="Aptos Narrow" panose="020B0004020202020204" pitchFamily="34" charset="0"/>
                        </a:rPr>
                        <a:t>NA</a:t>
                      </a:r>
                    </a:p>
                  </a:txBody>
                  <a:tcPr marL="0" marR="0" marT="0" marB="0" anchor="ctr"/>
                </a:tc>
                <a:tc>
                  <a:txBody>
                    <a:bodyPr/>
                    <a:lstStyle/>
                    <a:p>
                      <a:pPr algn="ctr" fontAlgn="b">
                        <a:buNone/>
                      </a:pPr>
                      <a:r>
                        <a:rPr lang="en-US" sz="1100" b="1" i="0" u="none" strike="noStrike" dirty="0">
                          <a:solidFill>
                            <a:srgbClr val="000000"/>
                          </a:solidFill>
                          <a:effectLst/>
                          <a:latin typeface="Aptos Narrow" panose="020B0004020202020204" pitchFamily="34" charset="0"/>
                        </a:rPr>
                        <a:t>TBD</a:t>
                      </a:r>
                    </a:p>
                  </a:txBody>
                  <a:tcPr marL="0" marR="0" marT="0" marB="0" anchor="b"/>
                </a:tc>
                <a:extLst>
                  <a:ext uri="{0D108BD9-81ED-4DB2-BD59-A6C34878D82A}">
                    <a16:rowId xmlns:a16="http://schemas.microsoft.com/office/drawing/2014/main" val="4254674161"/>
                  </a:ext>
                </a:extLst>
              </a:tr>
            </a:tbl>
          </a:graphicData>
        </a:graphic>
      </p:graphicFrame>
      <p:sp>
        <p:nvSpPr>
          <p:cNvPr id="7" name="Title 1">
            <a:extLst>
              <a:ext uri="{FF2B5EF4-FFF2-40B4-BE49-F238E27FC236}">
                <a16:creationId xmlns:a16="http://schemas.microsoft.com/office/drawing/2014/main" id="{2B8E9ED7-B15F-1FD8-77A5-53EA1481B9A1}"/>
              </a:ext>
            </a:extLst>
          </p:cNvPr>
          <p:cNvSpPr txBox="1">
            <a:spLocks/>
          </p:cNvSpPr>
          <p:nvPr/>
        </p:nvSpPr>
        <p:spPr>
          <a:xfrm>
            <a:off x="428625" y="219076"/>
            <a:ext cx="8286750" cy="742950"/>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sz="2400" dirty="0"/>
              <a:t>FinOps Data Platform – 10 Week Project Milestones</a:t>
            </a:r>
          </a:p>
        </p:txBody>
      </p:sp>
    </p:spTree>
    <p:extLst>
      <p:ext uri="{BB962C8B-B14F-4D97-AF65-F5344CB8AC3E}">
        <p14:creationId xmlns:p14="http://schemas.microsoft.com/office/powerpoint/2010/main" val="26309608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53670-C054-0710-6C9D-A6FBFE969F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9A6C1-6D3E-9E79-2F04-164BFEC143EF}"/>
              </a:ext>
            </a:extLst>
          </p:cNvPr>
          <p:cNvSpPr>
            <a:spLocks noGrp="1"/>
          </p:cNvSpPr>
          <p:nvPr>
            <p:ph type="title"/>
          </p:nvPr>
        </p:nvSpPr>
        <p:spPr>
          <a:xfrm>
            <a:off x="428625" y="219076"/>
            <a:ext cx="8286750" cy="742950"/>
          </a:xfrm>
        </p:spPr>
        <p:txBody>
          <a:bodyPr/>
          <a:lstStyle/>
          <a:p>
            <a:r>
              <a:rPr lang="en-US" sz="2100"/>
              <a:t>FinOps Data Platform - </a:t>
            </a:r>
            <a:r>
              <a:rPr lang="en-US" sz="1350"/>
              <a:t>Week by Week</a:t>
            </a:r>
            <a:endParaRPr lang="en-US" sz="2100"/>
          </a:p>
        </p:txBody>
      </p:sp>
      <p:sp>
        <p:nvSpPr>
          <p:cNvPr id="4" name="Date Placeholder 3">
            <a:extLst>
              <a:ext uri="{FF2B5EF4-FFF2-40B4-BE49-F238E27FC236}">
                <a16:creationId xmlns:a16="http://schemas.microsoft.com/office/drawing/2014/main" id="{85C8A300-DE94-E7F3-9578-4A1CF0E85630}"/>
              </a:ext>
            </a:extLst>
          </p:cNvPr>
          <p:cNvSpPr>
            <a:spLocks noGrp="1"/>
          </p:cNvSpPr>
          <p:nvPr>
            <p:ph type="dt" sz="half" idx="10"/>
          </p:nvPr>
        </p:nvSpPr>
        <p:spPr/>
        <p:txBody>
          <a:bodyPr/>
          <a:lstStyle/>
          <a:p>
            <a:pPr defTabSz="685800">
              <a:defRPr/>
            </a:pPr>
            <a:fld id="{8549838B-8FB6-4A1D-8FF7-A75B50B468EC}" type="datetimeyyyy">
              <a:rPr lang="en-US">
                <a:solidFill>
                  <a:srgbClr val="666666"/>
                </a:solidFill>
                <a:latin typeface="Avenir Next LT Pro"/>
              </a:rPr>
              <a:pPr defTabSz="685800">
                <a:defRPr/>
              </a:pPr>
              <a:t>2026</a:t>
            </a:fld>
            <a:endParaRPr lang="en-US">
              <a:solidFill>
                <a:srgbClr val="666666"/>
              </a:solidFill>
              <a:latin typeface="Avenir Next LT Pro"/>
            </a:endParaRPr>
          </a:p>
        </p:txBody>
      </p:sp>
      <p:sp>
        <p:nvSpPr>
          <p:cNvPr id="5" name="Footer Placeholder 4">
            <a:extLst>
              <a:ext uri="{FF2B5EF4-FFF2-40B4-BE49-F238E27FC236}">
                <a16:creationId xmlns:a16="http://schemas.microsoft.com/office/drawing/2014/main" id="{94B3933D-86BC-F08D-F1A5-C2129B75F07F}"/>
              </a:ext>
            </a:extLst>
          </p:cNvPr>
          <p:cNvSpPr>
            <a:spLocks noGrp="1"/>
          </p:cNvSpPr>
          <p:nvPr>
            <p:ph type="ftr" sz="quarter" idx="11"/>
          </p:nvPr>
        </p:nvSpPr>
        <p:spPr/>
        <p:txBody>
          <a:bodyPr/>
          <a:lstStyle/>
          <a:p>
            <a:pPr defTabSz="685800">
              <a:defRPr/>
            </a:pPr>
            <a:r>
              <a:rPr lang="en-US">
                <a:solidFill>
                  <a:srgbClr val="666666"/>
                </a:solidFill>
                <a:latin typeface="Avenir Next LT Pro"/>
              </a:rPr>
              <a:t>Slalom. All Rights Reserved. Proprietary and Confidential.</a:t>
            </a:r>
          </a:p>
        </p:txBody>
      </p:sp>
      <p:sp>
        <p:nvSpPr>
          <p:cNvPr id="6" name="Slide Number Placeholder 5">
            <a:extLst>
              <a:ext uri="{FF2B5EF4-FFF2-40B4-BE49-F238E27FC236}">
                <a16:creationId xmlns:a16="http://schemas.microsoft.com/office/drawing/2014/main" id="{B4780E18-4DD0-89DC-7B20-A40B663957BC}"/>
              </a:ext>
            </a:extLst>
          </p:cNvPr>
          <p:cNvSpPr>
            <a:spLocks noGrp="1"/>
          </p:cNvSpPr>
          <p:nvPr>
            <p:ph type="sldNum" sz="quarter" idx="12"/>
          </p:nvPr>
        </p:nvSpPr>
        <p:spPr/>
        <p:txBody>
          <a:bodyPr/>
          <a:lstStyle/>
          <a:p>
            <a:pPr defTabSz="685800">
              <a:defRPr/>
            </a:pPr>
            <a:fld id="{B2643E34-DC33-45ED-8E33-EC0D5991E9A4}" type="slidenum">
              <a:rPr lang="en-US">
                <a:solidFill>
                  <a:srgbClr val="666666"/>
                </a:solidFill>
                <a:latin typeface="Avenir Next LT Pro"/>
              </a:rPr>
              <a:pPr defTabSz="685800">
                <a:defRPr/>
              </a:pPr>
              <a:t>5</a:t>
            </a:fld>
            <a:endParaRPr lang="en-US">
              <a:solidFill>
                <a:srgbClr val="666666"/>
              </a:solidFill>
              <a:latin typeface="Avenir Next LT Pro"/>
            </a:endParaRPr>
          </a:p>
        </p:txBody>
      </p:sp>
      <p:graphicFrame>
        <p:nvGraphicFramePr>
          <p:cNvPr id="3" name="Table 2">
            <a:extLst>
              <a:ext uri="{FF2B5EF4-FFF2-40B4-BE49-F238E27FC236}">
                <a16:creationId xmlns:a16="http://schemas.microsoft.com/office/drawing/2014/main" id="{73B6D22F-89D4-D736-4A8E-6B9870B8AB3D}"/>
              </a:ext>
            </a:extLst>
          </p:cNvPr>
          <p:cNvGraphicFramePr>
            <a:graphicFrameLocks noGrp="1"/>
          </p:cNvGraphicFramePr>
          <p:nvPr>
            <p:extLst>
              <p:ext uri="{D42A27DB-BD31-4B8C-83A1-F6EECF244321}">
                <p14:modId xmlns:p14="http://schemas.microsoft.com/office/powerpoint/2010/main" val="2069820900"/>
              </p:ext>
            </p:extLst>
          </p:nvPr>
        </p:nvGraphicFramePr>
        <p:xfrm>
          <a:off x="115687" y="650485"/>
          <a:ext cx="8894963" cy="4578266"/>
        </p:xfrm>
        <a:graphic>
          <a:graphicData uri="http://schemas.openxmlformats.org/drawingml/2006/table">
            <a:tbl>
              <a:tblPr firstRow="1" bandRow="1">
                <a:tableStyleId>{6E25E649-3F16-4E02-A733-19D2CDBF48F0}</a:tableStyleId>
              </a:tblPr>
              <a:tblGrid>
                <a:gridCol w="676459">
                  <a:extLst>
                    <a:ext uri="{9D8B030D-6E8A-4147-A177-3AD203B41FA5}">
                      <a16:colId xmlns:a16="http://schemas.microsoft.com/office/drawing/2014/main" val="1296145238"/>
                    </a:ext>
                  </a:extLst>
                </a:gridCol>
                <a:gridCol w="2167230">
                  <a:extLst>
                    <a:ext uri="{9D8B030D-6E8A-4147-A177-3AD203B41FA5}">
                      <a16:colId xmlns:a16="http://schemas.microsoft.com/office/drawing/2014/main" val="1840605624"/>
                    </a:ext>
                  </a:extLst>
                </a:gridCol>
                <a:gridCol w="1908313">
                  <a:extLst>
                    <a:ext uri="{9D8B030D-6E8A-4147-A177-3AD203B41FA5}">
                      <a16:colId xmlns:a16="http://schemas.microsoft.com/office/drawing/2014/main" val="2734367273"/>
                    </a:ext>
                  </a:extLst>
                </a:gridCol>
                <a:gridCol w="2009361">
                  <a:extLst>
                    <a:ext uri="{9D8B030D-6E8A-4147-A177-3AD203B41FA5}">
                      <a16:colId xmlns:a16="http://schemas.microsoft.com/office/drawing/2014/main" val="46704494"/>
                    </a:ext>
                  </a:extLst>
                </a:gridCol>
                <a:gridCol w="2133600">
                  <a:extLst>
                    <a:ext uri="{9D8B030D-6E8A-4147-A177-3AD203B41FA5}">
                      <a16:colId xmlns:a16="http://schemas.microsoft.com/office/drawing/2014/main" val="154591660"/>
                    </a:ext>
                  </a:extLst>
                </a:gridCol>
              </a:tblGrid>
              <a:tr h="217086">
                <a:tc>
                  <a:txBody>
                    <a:bodyPr/>
                    <a:lstStyle/>
                    <a:p>
                      <a:pPr algn="ctr"/>
                      <a:r>
                        <a:rPr lang="en-US" sz="800" b="1" kern="1200" cap="all" spc="150">
                          <a:solidFill>
                            <a:schemeClr val="bg1"/>
                          </a:solidFill>
                          <a:latin typeface="+mn-lt"/>
                          <a:ea typeface="+mn-ea"/>
                          <a:cs typeface="+mn-cs"/>
                        </a:rPr>
                        <a:t>Week</a:t>
                      </a:r>
                    </a:p>
                  </a:txBody>
                  <a:tcPr marL="68580" marR="68580" marT="34290" marB="34290" anchor="ctr"/>
                </a:tc>
                <a:tc>
                  <a:txBody>
                    <a:bodyPr/>
                    <a:lstStyle/>
                    <a:p>
                      <a:pPr algn="ctr"/>
                      <a:r>
                        <a:rPr lang="en-US" sz="800" b="1" kern="1200" cap="all" spc="150">
                          <a:solidFill>
                            <a:schemeClr val="bg1"/>
                          </a:solidFill>
                        </a:rPr>
                        <a:t>4/27 – 5/1</a:t>
                      </a:r>
                      <a:endParaRPr lang="en-US" sz="800" b="1" kern="1200" cap="all" spc="150">
                        <a:solidFill>
                          <a:schemeClr val="bg1"/>
                        </a:solidFill>
                        <a:latin typeface="+mn-lt"/>
                        <a:ea typeface="+mj-ea"/>
                        <a:cs typeface="+mj-cs"/>
                      </a:endParaRPr>
                    </a:p>
                  </a:txBody>
                  <a:tcPr marL="91355" marR="91355" marT="45678" marB="45678" anchor="ctr">
                    <a:solidFill>
                      <a:srgbClr val="0C62FB"/>
                    </a:solidFill>
                  </a:tcPr>
                </a:tc>
                <a:tc>
                  <a:txBody>
                    <a:bodyPr/>
                    <a:lstStyle/>
                    <a:p>
                      <a:pPr lvl="0" algn="ctr">
                        <a:buNone/>
                      </a:pPr>
                      <a:r>
                        <a:rPr lang="en-US" sz="800" b="1" kern="1200" cap="all" spc="150">
                          <a:solidFill>
                            <a:schemeClr val="bg1"/>
                          </a:solidFill>
                        </a:rPr>
                        <a:t>5/4 – 5/8</a:t>
                      </a:r>
                    </a:p>
                  </a:txBody>
                  <a:tcPr marL="91355" marR="91355" marT="45678" marB="45678" anchor="ctr"/>
                </a:tc>
                <a:tc>
                  <a:txBody>
                    <a:bodyPr/>
                    <a:lstStyle/>
                    <a:p>
                      <a:pPr algn="ctr"/>
                      <a:r>
                        <a:rPr lang="en-US" sz="800" b="1" kern="1200" cap="all" spc="150">
                          <a:solidFill>
                            <a:schemeClr val="bg1"/>
                          </a:solidFill>
                        </a:rPr>
                        <a:t>5/11 – 5/15</a:t>
                      </a:r>
                      <a:endParaRPr lang="en-US" sz="800" b="1" kern="1200" cap="all" spc="150">
                        <a:solidFill>
                          <a:schemeClr val="bg1"/>
                        </a:solidFill>
                        <a:latin typeface="+mn-lt"/>
                        <a:ea typeface="+mj-ea"/>
                        <a:cs typeface="+mj-cs"/>
                      </a:endParaRPr>
                    </a:p>
                  </a:txBody>
                  <a:tcPr marL="91355" marR="91355" marT="45678" marB="45678" anchor="ctr"/>
                </a:tc>
                <a:tc>
                  <a:txBody>
                    <a:bodyPr/>
                    <a:lstStyle/>
                    <a:p>
                      <a:pPr algn="ctr"/>
                      <a:r>
                        <a:rPr lang="en-US" sz="800" b="1" kern="1200" cap="all" spc="150">
                          <a:solidFill>
                            <a:schemeClr val="bg1"/>
                          </a:solidFill>
                        </a:rPr>
                        <a:t>5/18 – 5/22</a:t>
                      </a:r>
                      <a:endParaRPr lang="en-US" sz="800" b="1" kern="1200" cap="all" spc="150">
                        <a:solidFill>
                          <a:schemeClr val="bg1"/>
                        </a:solidFill>
                        <a:latin typeface="+mn-lt"/>
                        <a:ea typeface="+mj-ea"/>
                        <a:cs typeface="+mj-cs"/>
                      </a:endParaRPr>
                    </a:p>
                  </a:txBody>
                  <a:tcPr marL="91355" marR="91355" marT="45678" marB="45678" anchor="ctr"/>
                </a:tc>
                <a:extLst>
                  <a:ext uri="{0D108BD9-81ED-4DB2-BD59-A6C34878D82A}">
                    <a16:rowId xmlns:a16="http://schemas.microsoft.com/office/drawing/2014/main" val="2084466629"/>
                  </a:ext>
                </a:extLst>
              </a:tr>
              <a:tr h="1107832">
                <a:tc>
                  <a:txBody>
                    <a:bodyPr/>
                    <a:lstStyle/>
                    <a:p>
                      <a:pPr lvl="0" algn="ctr">
                        <a:buNone/>
                      </a:pPr>
                      <a:r>
                        <a:rPr lang="en-US" sz="800" b="1" kern="1200" cap="all" spc="150">
                          <a:solidFill>
                            <a:schemeClr val="tx1"/>
                          </a:solidFill>
                        </a:rPr>
                        <a:t>Project Initialization</a:t>
                      </a:r>
                      <a:endParaRPr lang="en-US" sz="1400">
                        <a:solidFill>
                          <a:schemeClr val="tx1"/>
                        </a:solidFill>
                      </a:endParaRPr>
                    </a:p>
                  </a:txBody>
                  <a:tcPr marL="91355" marR="91355" marT="45677" marB="45677" vert="vert270" anchor="ctr"/>
                </a:tc>
                <a:tc>
                  <a:txBody>
                    <a:bodyPr/>
                    <a:lstStyle/>
                    <a:p>
                      <a:pPr marL="171450" lvl="0" indent="-171450" algn="l">
                        <a:lnSpc>
                          <a:spcPct val="100000"/>
                        </a:lnSpc>
                        <a:spcBef>
                          <a:spcPts val="200"/>
                        </a:spcBef>
                        <a:spcAft>
                          <a:spcPts val="200"/>
                        </a:spcAft>
                        <a:buFont typeface="Arial" panose="020B0604020202020204" pitchFamily="34" charset="0"/>
                        <a:buChar char="•"/>
                      </a:pPr>
                      <a:r>
                        <a:rPr lang="en-US" sz="700" b="0" kern="1200">
                          <a:solidFill>
                            <a:schemeClr val="tx1"/>
                          </a:solidFill>
                        </a:rPr>
                        <a:t>App/Tool Access – 4/30</a:t>
                      </a:r>
                    </a:p>
                    <a:p>
                      <a:pPr marL="628650" lvl="1" indent="-171450" algn="l">
                        <a:lnSpc>
                          <a:spcPct val="100000"/>
                        </a:lnSpc>
                        <a:spcBef>
                          <a:spcPts val="200"/>
                        </a:spcBef>
                        <a:spcAft>
                          <a:spcPts val="200"/>
                        </a:spcAft>
                        <a:buFont typeface="Arial" panose="020B0604020202020204" pitchFamily="34" charset="0"/>
                        <a:buChar char="•"/>
                      </a:pPr>
                      <a:r>
                        <a:rPr lang="en-US" sz="700" b="0" kern="1200">
                          <a:solidFill>
                            <a:schemeClr val="tx1"/>
                          </a:solidFill>
                        </a:rPr>
                        <a:t>JIRA/Confluence</a:t>
                      </a:r>
                    </a:p>
                    <a:p>
                      <a:pPr marL="628650" lvl="1" indent="-171450" algn="l">
                        <a:lnSpc>
                          <a:spcPct val="100000"/>
                        </a:lnSpc>
                        <a:spcBef>
                          <a:spcPts val="200"/>
                        </a:spcBef>
                        <a:spcAft>
                          <a:spcPts val="200"/>
                        </a:spcAft>
                        <a:buFont typeface="Arial" panose="020B0604020202020204" pitchFamily="34" charset="0"/>
                        <a:buChar char="•"/>
                      </a:pPr>
                      <a:r>
                        <a:rPr lang="en-US" sz="700" b="0" kern="1200">
                          <a:solidFill>
                            <a:schemeClr val="tx1"/>
                          </a:solidFill>
                        </a:rPr>
                        <a:t>LucidChart - Provisioned</a:t>
                      </a:r>
                    </a:p>
                    <a:p>
                      <a:pPr marL="171450" lvl="0" indent="-171450" algn="l">
                        <a:lnSpc>
                          <a:spcPct val="100000"/>
                        </a:lnSpc>
                        <a:spcBef>
                          <a:spcPts val="200"/>
                        </a:spcBef>
                        <a:spcAft>
                          <a:spcPts val="200"/>
                        </a:spcAft>
                        <a:buFont typeface="Arial" panose="020B0604020202020204" pitchFamily="34" charset="0"/>
                        <a:buChar char="•"/>
                      </a:pPr>
                      <a:r>
                        <a:rPr lang="en-US" sz="700" b="0" kern="1200">
                          <a:solidFill>
                            <a:schemeClr val="tx1"/>
                          </a:solidFill>
                        </a:rPr>
                        <a:t>Establish Ways of Working – In Progress</a:t>
                      </a:r>
                    </a:p>
                    <a:p>
                      <a:pPr marL="171450" lvl="0" indent="-171450" algn="l">
                        <a:lnSpc>
                          <a:spcPct val="100000"/>
                        </a:lnSpc>
                        <a:spcBef>
                          <a:spcPts val="200"/>
                        </a:spcBef>
                        <a:spcAft>
                          <a:spcPts val="200"/>
                        </a:spcAft>
                        <a:buFont typeface="Arial" panose="020B0604020202020204" pitchFamily="34" charset="0"/>
                        <a:buChar char="•"/>
                      </a:pPr>
                      <a:r>
                        <a:rPr lang="en-US" sz="700" b="0" i="0" kern="1200">
                          <a:solidFill>
                            <a:schemeClr val="tx1"/>
                          </a:solidFill>
                          <a:latin typeface="+mj-lt"/>
                          <a:ea typeface="+mn-ea"/>
                          <a:cs typeface="+mn-cs"/>
                        </a:rPr>
                        <a:t>Onboarding training – In progress</a:t>
                      </a:r>
                    </a:p>
                    <a:p>
                      <a:pPr marL="171450" marR="0" lvl="0" indent="-171450" algn="l"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en-US" sz="700" b="0" i="0" u="none" strike="noStrike" kern="1200" noProof="0">
                          <a:solidFill>
                            <a:schemeClr val="tx1"/>
                          </a:solidFill>
                          <a:latin typeface="+mn-lt"/>
                          <a:ea typeface="+mn-ea"/>
                          <a:cs typeface="+mn-cs"/>
                        </a:rPr>
                        <a:t>Confluence Space Creation and Structure setup</a:t>
                      </a:r>
                      <a:endParaRPr lang="en-US" sz="700" b="0" u="none" strike="noStrike" kern="1200" noProof="0">
                        <a:solidFill>
                          <a:schemeClr val="tx1"/>
                        </a:solidFill>
                      </a:endParaRPr>
                    </a:p>
                  </a:txBody>
                  <a:tcPr marL="68580" marR="68580" marT="137160" marB="68580"/>
                </a:tc>
                <a:tc>
                  <a:txBody>
                    <a:bodyPr/>
                    <a:lstStyle/>
                    <a:p>
                      <a:pPr marL="171450" marR="0" lvl="0" indent="-171450" algn="l">
                        <a:lnSpc>
                          <a:spcPct val="100000"/>
                        </a:lnSpc>
                        <a:spcBef>
                          <a:spcPts val="200"/>
                        </a:spcBef>
                        <a:spcAft>
                          <a:spcPts val="200"/>
                        </a:spcAft>
                        <a:buFont typeface="Arial" panose="020B0604020202020204" pitchFamily="34" charset="0"/>
                        <a:buChar char="•"/>
                      </a:pPr>
                      <a:r>
                        <a:rPr lang="en-US" sz="700" b="0" i="0" u="none" strike="noStrike" kern="1200" noProof="0" dirty="0">
                          <a:solidFill>
                            <a:schemeClr val="tx1"/>
                          </a:solidFill>
                          <a:latin typeface="+mn-lt"/>
                          <a:ea typeface="+mn-ea"/>
                          <a:cs typeface="+mn-cs"/>
                        </a:rPr>
                        <a:t>JIRA Board Creation and Setup</a:t>
                      </a:r>
                    </a:p>
                    <a:p>
                      <a:pPr marL="171450" marR="0" lvl="0" indent="-171450" algn="l">
                        <a:lnSpc>
                          <a:spcPct val="100000"/>
                        </a:lnSpc>
                        <a:spcBef>
                          <a:spcPts val="200"/>
                        </a:spcBef>
                        <a:spcAft>
                          <a:spcPts val="200"/>
                        </a:spcAft>
                        <a:buFont typeface="Arial" panose="020B0604020202020204" pitchFamily="34" charset="0"/>
                        <a:buChar char="•"/>
                      </a:pPr>
                      <a:r>
                        <a:rPr lang="en-US" sz="800" b="0" i="0" u="none" strike="noStrike" kern="1200" noProof="0" dirty="0">
                          <a:solidFill>
                            <a:schemeClr val="tx1"/>
                          </a:solidFill>
                          <a:latin typeface="Aptos"/>
                          <a:ea typeface="+mn-ea"/>
                          <a:cs typeface="+mn-cs"/>
                        </a:rPr>
                        <a:t>Any additional data access requirements identified and requested </a:t>
                      </a:r>
                      <a:endParaRPr lang="en-US" sz="800" b="0" i="0" u="none" strike="noStrike" kern="1200" noProof="0" dirty="0">
                        <a:solidFill>
                          <a:schemeClr val="tx1"/>
                        </a:solidFill>
                        <a:latin typeface="+mn-lt"/>
                        <a:ea typeface="+mn-ea"/>
                        <a:cs typeface="+mn-cs"/>
                      </a:endParaRPr>
                    </a:p>
                  </a:txBody>
                  <a:tcPr marL="68580" marR="68580" marT="137160" marB="68580"/>
                </a:tc>
                <a:tc>
                  <a:txBody>
                    <a:bodyPr/>
                    <a:lstStyle/>
                    <a:p>
                      <a:pPr marL="171450" marR="0" lvl="0" indent="-171450" algn="l"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en-US" sz="700" b="0" kern="1200">
                          <a:solidFill>
                            <a:schemeClr val="tx1"/>
                          </a:solidFill>
                        </a:rPr>
                        <a:t>Additional TBD?</a:t>
                      </a:r>
                      <a:endParaRPr lang="en-US" sz="700" b="0" kern="1200">
                        <a:solidFill>
                          <a:schemeClr val="tx1"/>
                        </a:solidFill>
                        <a:latin typeface="+mj-lt"/>
                        <a:ea typeface="+mn-ea"/>
                        <a:cs typeface="+mn-cs"/>
                      </a:endParaRPr>
                    </a:p>
                  </a:txBody>
                  <a:tcPr marL="68580" marR="68580" marT="137160" marB="68580"/>
                </a:tc>
                <a:tc>
                  <a:txBody>
                    <a:bodyPr/>
                    <a:lstStyle/>
                    <a:p>
                      <a:pPr marL="171450" marR="0" lvl="0" indent="-171450" algn="l" rtl="0" eaLnBrk="1" fontAlgn="auto" latinLnBrk="0" hangingPunct="1">
                        <a:lnSpc>
                          <a:spcPct val="100000"/>
                        </a:lnSpc>
                        <a:spcBef>
                          <a:spcPts val="200"/>
                        </a:spcBef>
                        <a:spcAft>
                          <a:spcPts val="200"/>
                        </a:spcAft>
                        <a:buClrTx/>
                        <a:buSzTx/>
                        <a:buFont typeface="Arial" panose="020B0604020202020204" pitchFamily="34" charset="0"/>
                        <a:buChar char="•"/>
                      </a:pPr>
                      <a:r>
                        <a:rPr lang="en-US" sz="700" b="0" kern="1200">
                          <a:solidFill>
                            <a:schemeClr val="tx1"/>
                          </a:solidFill>
                          <a:latin typeface="+mn-lt"/>
                          <a:ea typeface="+mn-ea"/>
                          <a:cs typeface="+mn-cs"/>
                        </a:rPr>
                        <a:t>Team Onboarding Preparation</a:t>
                      </a:r>
                    </a:p>
                  </a:txBody>
                  <a:tcPr marL="68580" marR="68580" marT="137160" marB="68580"/>
                </a:tc>
                <a:extLst>
                  <a:ext uri="{0D108BD9-81ED-4DB2-BD59-A6C34878D82A}">
                    <a16:rowId xmlns:a16="http://schemas.microsoft.com/office/drawing/2014/main" val="3061266334"/>
                  </a:ext>
                </a:extLst>
              </a:tr>
              <a:tr h="1154430">
                <a:tc>
                  <a:txBody>
                    <a:bodyPr/>
                    <a:lstStyle/>
                    <a:p>
                      <a:pPr lvl="0" algn="ctr">
                        <a:buNone/>
                      </a:pPr>
                      <a:r>
                        <a:rPr lang="en-US" sz="800" b="1" kern="1200" cap="all" spc="150">
                          <a:solidFill>
                            <a:schemeClr val="tx1"/>
                          </a:solidFill>
                        </a:rPr>
                        <a:t>Product Definition</a:t>
                      </a:r>
                      <a:endParaRPr lang="en-US" sz="800" b="1" kern="1200" cap="all" spc="150">
                        <a:solidFill>
                          <a:schemeClr val="tx1"/>
                        </a:solidFill>
                        <a:latin typeface="+mn-lt"/>
                        <a:ea typeface="+mj-ea"/>
                        <a:cs typeface="+mj-cs"/>
                      </a:endParaRPr>
                    </a:p>
                  </a:txBody>
                  <a:tcPr marL="91355" marR="91355" marT="45678" marB="45678" vert="vert270" anchor="ctr"/>
                </a:tc>
                <a:tc>
                  <a:txBody>
                    <a:bodyPr/>
                    <a:lstStyle/>
                    <a:p>
                      <a:pPr marL="171450" marR="0" lvl="0" indent="-171450" algn="l">
                        <a:lnSpc>
                          <a:spcPct val="100000"/>
                        </a:lnSpc>
                        <a:spcBef>
                          <a:spcPts val="200"/>
                        </a:spcBef>
                        <a:spcAft>
                          <a:spcPts val="200"/>
                        </a:spcAft>
                        <a:buFont typeface="Arial" panose="020B0604020202020204" pitchFamily="34" charset="0"/>
                        <a:buChar char="•"/>
                      </a:pPr>
                      <a:r>
                        <a:rPr lang="en-US" sz="700" b="0" u="none" strike="noStrike" kern="1200" noProof="0" dirty="0">
                          <a:solidFill>
                            <a:schemeClr val="tx1"/>
                          </a:solidFill>
                        </a:rPr>
                        <a:t>Intro Meeting with Ankit - 4/28 - Done</a:t>
                      </a:r>
                    </a:p>
                    <a:p>
                      <a:pPr marL="171450" marR="0" lvl="0" indent="-171450" algn="l">
                        <a:lnSpc>
                          <a:spcPct val="100000"/>
                        </a:lnSpc>
                        <a:spcBef>
                          <a:spcPts val="200"/>
                        </a:spcBef>
                        <a:spcAft>
                          <a:spcPts val="200"/>
                        </a:spcAft>
                        <a:buFont typeface="Arial" panose="020B0604020202020204" pitchFamily="34" charset="0"/>
                        <a:buChar char="•"/>
                      </a:pPr>
                      <a:r>
                        <a:rPr lang="en-US" sz="700" b="1" u="none" strike="noStrike" kern="1200" noProof="0" dirty="0">
                          <a:solidFill>
                            <a:schemeClr val="tx1"/>
                          </a:solidFill>
                        </a:rPr>
                        <a:t>Start:</a:t>
                      </a:r>
                      <a:r>
                        <a:rPr lang="en-US" sz="700" b="0" u="none" strike="noStrike" kern="1200" noProof="0" dirty="0">
                          <a:solidFill>
                            <a:schemeClr val="tx1"/>
                          </a:solidFill>
                        </a:rPr>
                        <a:t> Persona Definition - 4/27 – In Progress</a:t>
                      </a:r>
                    </a:p>
                    <a:p>
                      <a:pPr marL="171450" marR="0" lvl="0" indent="-171450" algn="l">
                        <a:lnSpc>
                          <a:spcPct val="100000"/>
                        </a:lnSpc>
                        <a:spcBef>
                          <a:spcPts val="200"/>
                        </a:spcBef>
                        <a:spcAft>
                          <a:spcPts val="200"/>
                        </a:spcAft>
                        <a:buFont typeface="Arial" panose="020B0604020202020204" pitchFamily="34" charset="0"/>
                        <a:buChar char="•"/>
                      </a:pPr>
                      <a:r>
                        <a:rPr lang="en-US" sz="700" b="1" u="none" strike="noStrike" kern="1200" noProof="0" dirty="0">
                          <a:solidFill>
                            <a:schemeClr val="tx1"/>
                          </a:solidFill>
                        </a:rPr>
                        <a:t>Start: </a:t>
                      </a:r>
                      <a:r>
                        <a:rPr lang="en-US" sz="700" b="0" u="none" strike="noStrike" kern="1200" noProof="0" dirty="0">
                          <a:solidFill>
                            <a:schemeClr val="tx1"/>
                          </a:solidFill>
                        </a:rPr>
                        <a:t>Stakeholder Interviews - 5/1 - TBD</a:t>
                      </a:r>
                    </a:p>
                    <a:p>
                      <a:pPr marL="171450" marR="0" lvl="0" indent="-171450" algn="l">
                        <a:lnSpc>
                          <a:spcPct val="100000"/>
                        </a:lnSpc>
                        <a:spcBef>
                          <a:spcPts val="200"/>
                        </a:spcBef>
                        <a:spcAft>
                          <a:spcPts val="200"/>
                        </a:spcAft>
                        <a:buFont typeface="Arial" panose="020B0604020202020204" pitchFamily="34" charset="0"/>
                        <a:buChar char="•"/>
                      </a:pPr>
                      <a:r>
                        <a:rPr lang="en-US" sz="700" b="0" u="none" strike="noStrike" kern="1200" noProof="0" dirty="0">
                          <a:solidFill>
                            <a:schemeClr val="tx1"/>
                          </a:solidFill>
                        </a:rPr>
                        <a:t>Share Requirements Templates – 4/28 - Done</a:t>
                      </a:r>
                    </a:p>
                    <a:p>
                      <a:pPr marL="171450" marR="0" lvl="0" indent="-171450" algn="l">
                        <a:lnSpc>
                          <a:spcPct val="100000"/>
                        </a:lnSpc>
                        <a:spcBef>
                          <a:spcPts val="200"/>
                        </a:spcBef>
                        <a:spcAft>
                          <a:spcPts val="200"/>
                        </a:spcAft>
                        <a:buFont typeface="Arial" panose="020B0604020202020204" pitchFamily="34" charset="0"/>
                        <a:buChar char="•"/>
                      </a:pPr>
                      <a:r>
                        <a:rPr lang="en-US" sz="700" b="0" u="none" strike="noStrike" kern="1200" noProof="0" dirty="0">
                          <a:solidFill>
                            <a:schemeClr val="tx1"/>
                          </a:solidFill>
                        </a:rPr>
                        <a:t>Product Definition </a:t>
                      </a:r>
                    </a:p>
                    <a:p>
                      <a:pPr marL="628650" marR="0" lvl="1" indent="-171450" algn="l">
                        <a:lnSpc>
                          <a:spcPct val="100000"/>
                        </a:lnSpc>
                        <a:spcBef>
                          <a:spcPts val="200"/>
                        </a:spcBef>
                        <a:spcAft>
                          <a:spcPts val="200"/>
                        </a:spcAft>
                        <a:buFont typeface="Arial" panose="020B0604020202020204" pitchFamily="34" charset="0"/>
                        <a:buChar char="•"/>
                      </a:pPr>
                      <a:r>
                        <a:rPr lang="en-US" sz="700" b="0" u="none" strike="noStrike" kern="1200" noProof="0" dirty="0">
                          <a:solidFill>
                            <a:schemeClr val="tx1"/>
                          </a:solidFill>
                        </a:rPr>
                        <a:t>Initial Requirements Discussion – 4/29 - Done</a:t>
                      </a:r>
                    </a:p>
                    <a:p>
                      <a:pPr marL="628650" marR="0" lvl="1" indent="-171450" algn="l">
                        <a:lnSpc>
                          <a:spcPct val="100000"/>
                        </a:lnSpc>
                        <a:spcBef>
                          <a:spcPts val="200"/>
                        </a:spcBef>
                        <a:spcAft>
                          <a:spcPts val="200"/>
                        </a:spcAft>
                        <a:buFont typeface="Arial" panose="020B0604020202020204" pitchFamily="34" charset="0"/>
                        <a:buChar char="•"/>
                      </a:pPr>
                      <a:r>
                        <a:rPr lang="en-US" sz="700" b="0" u="none" strike="noStrike" kern="1200" noProof="0" dirty="0">
                          <a:solidFill>
                            <a:schemeClr val="tx1"/>
                          </a:solidFill>
                        </a:rPr>
                        <a:t>FinOps Team</a:t>
                      </a:r>
                      <a:endParaRPr lang="en-US" sz="700" b="0" i="0" u="none" strike="noStrike" kern="1200" noProof="0" dirty="0">
                        <a:solidFill>
                          <a:schemeClr val="tx1"/>
                        </a:solidFill>
                        <a:latin typeface="+mj-lt"/>
                      </a:endParaRPr>
                    </a:p>
                  </a:txBody>
                  <a:tcPr marL="68580" marR="68580" marT="137160" marB="68580"/>
                </a:tc>
                <a:tc>
                  <a:txBody>
                    <a:bodyPr/>
                    <a:lstStyle/>
                    <a:p>
                      <a:pPr marL="194945" marR="0" lvl="0" indent="-171450" algn="l">
                        <a:lnSpc>
                          <a:spcPct val="100000"/>
                        </a:lnSpc>
                        <a:spcBef>
                          <a:spcPct val="20000"/>
                        </a:spcBef>
                        <a:spcAft>
                          <a:spcPct val="0"/>
                        </a:spcAft>
                        <a:buClr>
                          <a:srgbClr val="151515"/>
                        </a:buClr>
                        <a:buSzTx/>
                        <a:buFont typeface="Arial" panose="020B0604020202020204" pitchFamily="34" charset="0"/>
                        <a:buChar char="•"/>
                      </a:pPr>
                      <a:r>
                        <a:rPr lang="en-US" sz="700" b="1" i="0" u="none" strike="noStrike" kern="1200" noProof="0">
                          <a:solidFill>
                            <a:schemeClr val="tx1"/>
                          </a:solidFill>
                          <a:latin typeface="+mj-lt"/>
                        </a:rPr>
                        <a:t>Finalize: </a:t>
                      </a:r>
                      <a:r>
                        <a:rPr lang="en-US" sz="700" b="0" i="0" u="none" strike="noStrike" kern="1200" noProof="0">
                          <a:solidFill>
                            <a:schemeClr val="tx1"/>
                          </a:solidFill>
                          <a:latin typeface="+mj-lt"/>
                        </a:rPr>
                        <a:t>Persona Definitions</a:t>
                      </a:r>
                    </a:p>
                    <a:p>
                      <a:pPr marL="194945" marR="0" lvl="0" indent="-171450" algn="l">
                        <a:lnSpc>
                          <a:spcPct val="100000"/>
                        </a:lnSpc>
                        <a:spcBef>
                          <a:spcPct val="20000"/>
                        </a:spcBef>
                        <a:spcAft>
                          <a:spcPct val="0"/>
                        </a:spcAft>
                        <a:buClr>
                          <a:srgbClr val="151515"/>
                        </a:buClr>
                        <a:buSzTx/>
                        <a:buFont typeface="Arial" panose="020B0604020202020204" pitchFamily="34" charset="0"/>
                        <a:buChar char="•"/>
                      </a:pPr>
                      <a:r>
                        <a:rPr lang="en-US" sz="700" b="1" i="0" u="none" strike="noStrike" kern="1200" noProof="0">
                          <a:solidFill>
                            <a:schemeClr val="tx1"/>
                          </a:solidFill>
                          <a:latin typeface="+mj-lt"/>
                        </a:rPr>
                        <a:t>Finalize: </a:t>
                      </a:r>
                      <a:r>
                        <a:rPr lang="en-US" sz="700" b="0" i="0" u="none" strike="noStrike" kern="1200" noProof="0">
                          <a:solidFill>
                            <a:schemeClr val="tx1"/>
                          </a:solidFill>
                          <a:latin typeface="+mj-lt"/>
                        </a:rPr>
                        <a:t>Create initial Epic and Features</a:t>
                      </a:r>
                    </a:p>
                    <a:p>
                      <a:pPr marL="194945" marR="0" lvl="0" indent="-171450" algn="l">
                        <a:lnSpc>
                          <a:spcPct val="100000"/>
                        </a:lnSpc>
                        <a:spcBef>
                          <a:spcPct val="20000"/>
                        </a:spcBef>
                        <a:spcAft>
                          <a:spcPct val="0"/>
                        </a:spcAft>
                        <a:buClr>
                          <a:srgbClr val="151515"/>
                        </a:buClr>
                        <a:buSzTx/>
                        <a:buFont typeface="Arial" panose="020B0604020202020204" pitchFamily="34" charset="0"/>
                        <a:buChar char="•"/>
                      </a:pPr>
                      <a:r>
                        <a:rPr lang="en-US" sz="700" b="0" i="1" u="none" strike="noStrike" kern="1200" noProof="0">
                          <a:solidFill>
                            <a:schemeClr val="tx1"/>
                          </a:solidFill>
                          <a:latin typeface="+mj-lt"/>
                        </a:rPr>
                        <a:t>Align on Data Presentation Layer Reqs</a:t>
                      </a:r>
                    </a:p>
                    <a:p>
                      <a:pPr marL="171450" marR="0" lvl="0" indent="-171450" algn="l" rtl="0" eaLnBrk="1" fontAlgn="auto" latinLnBrk="0" hangingPunct="1">
                        <a:lnSpc>
                          <a:spcPct val="100000"/>
                        </a:lnSpc>
                        <a:spcBef>
                          <a:spcPts val="200"/>
                        </a:spcBef>
                        <a:spcAft>
                          <a:spcPts val="200"/>
                        </a:spcAft>
                        <a:buClrTx/>
                        <a:buSzTx/>
                        <a:buFont typeface="Arial" panose="020B0604020202020204" pitchFamily="34" charset="0"/>
                        <a:buChar char="•"/>
                      </a:pPr>
                      <a:r>
                        <a:rPr lang="en-US" sz="700" b="0" u="none" strike="noStrike" kern="1200" noProof="0">
                          <a:solidFill>
                            <a:schemeClr val="tx1"/>
                          </a:solidFill>
                          <a:latin typeface="+mj-lt"/>
                        </a:rPr>
                        <a:t>Needs review Check w/ Digital, Data, FinOps, &amp; PE teams</a:t>
                      </a:r>
                    </a:p>
                  </a:txBody>
                  <a:tcPr marL="68580" marR="68580" marT="137160" marB="68580"/>
                </a:tc>
                <a:tc>
                  <a:txBody>
                    <a:bodyPr/>
                    <a:lstStyle/>
                    <a:p>
                      <a:pPr marL="171450" marR="0" lvl="0" indent="-171450" algn="l" rtl="0" eaLnBrk="1" fontAlgn="auto" latinLnBrk="0" hangingPunct="1">
                        <a:lnSpc>
                          <a:spcPct val="100000"/>
                        </a:lnSpc>
                        <a:spcBef>
                          <a:spcPts val="200"/>
                        </a:spcBef>
                        <a:spcAft>
                          <a:spcPts val="200"/>
                        </a:spcAft>
                        <a:buClrTx/>
                        <a:buSzTx/>
                        <a:buFont typeface="Arial" panose="020B0604020202020204" pitchFamily="34" charset="0"/>
                        <a:buChar char="•"/>
                      </a:pPr>
                      <a:r>
                        <a:rPr lang="en-US" sz="700" b="0" kern="1200">
                          <a:solidFill>
                            <a:schemeClr val="tx1"/>
                          </a:solidFill>
                          <a:latin typeface="+mj-lt"/>
                        </a:rPr>
                        <a:t>Alignment Check on Project Goal</a:t>
                      </a:r>
                    </a:p>
                    <a:p>
                      <a:pPr marL="171450" marR="0" lvl="0" indent="-171450" algn="l" rtl="0" eaLnBrk="1" fontAlgn="auto" latinLnBrk="0" hangingPunct="1">
                        <a:lnSpc>
                          <a:spcPct val="100000"/>
                        </a:lnSpc>
                        <a:spcBef>
                          <a:spcPts val="200"/>
                        </a:spcBef>
                        <a:spcAft>
                          <a:spcPts val="200"/>
                        </a:spcAft>
                        <a:buClrTx/>
                        <a:buSzTx/>
                        <a:buFont typeface="Arial" panose="020B0604020202020204" pitchFamily="34" charset="0"/>
                        <a:buChar char="•"/>
                      </a:pPr>
                      <a:r>
                        <a:rPr lang="en-US" sz="700" b="0" kern="1200">
                          <a:solidFill>
                            <a:schemeClr val="tx1"/>
                          </a:solidFill>
                          <a:latin typeface="+mj-lt"/>
                        </a:rPr>
                        <a:t>KPI Definitions</a:t>
                      </a:r>
                    </a:p>
                    <a:p>
                      <a:pPr marL="171450" marR="0" lvl="0" indent="-171450" algn="l" rtl="0" eaLnBrk="1" fontAlgn="auto" latinLnBrk="0" hangingPunct="1">
                        <a:lnSpc>
                          <a:spcPct val="100000"/>
                        </a:lnSpc>
                        <a:spcBef>
                          <a:spcPts val="200"/>
                        </a:spcBef>
                        <a:spcAft>
                          <a:spcPts val="200"/>
                        </a:spcAft>
                        <a:buClrTx/>
                        <a:buSzTx/>
                        <a:buFont typeface="Arial" panose="020B0604020202020204" pitchFamily="34" charset="0"/>
                        <a:buChar char="•"/>
                      </a:pPr>
                      <a:r>
                        <a:rPr lang="en-US" sz="700" b="0" kern="1200">
                          <a:solidFill>
                            <a:schemeClr val="tx1"/>
                          </a:solidFill>
                          <a:latin typeface="+mj-lt"/>
                        </a:rPr>
                        <a:t>Workshops w/ FinOps, Product, Data, and Digital teams</a:t>
                      </a:r>
                    </a:p>
                    <a:p>
                      <a:pPr marL="171450" marR="0" lvl="0" indent="-171450" algn="l" rtl="0" eaLnBrk="1" fontAlgn="auto" latinLnBrk="0" hangingPunct="1">
                        <a:lnSpc>
                          <a:spcPct val="100000"/>
                        </a:lnSpc>
                        <a:spcBef>
                          <a:spcPts val="200"/>
                        </a:spcBef>
                        <a:spcAft>
                          <a:spcPts val="200"/>
                        </a:spcAft>
                        <a:buClrTx/>
                        <a:buSzTx/>
                        <a:buFont typeface="Arial" panose="020B0604020202020204" pitchFamily="34" charset="0"/>
                        <a:buChar char="•"/>
                      </a:pPr>
                      <a:r>
                        <a:rPr lang="en-US" sz="700" b="1" kern="1200">
                          <a:solidFill>
                            <a:schemeClr val="tx1"/>
                          </a:solidFill>
                          <a:latin typeface="+mj-lt"/>
                        </a:rPr>
                        <a:t>Start: </a:t>
                      </a:r>
                      <a:r>
                        <a:rPr lang="en-US" sz="700" b="0" kern="1200">
                          <a:solidFill>
                            <a:schemeClr val="tx1"/>
                          </a:solidFill>
                          <a:latin typeface="+mj-lt"/>
                        </a:rPr>
                        <a:t>Creating Readout</a:t>
                      </a:r>
                    </a:p>
                    <a:p>
                      <a:pPr marL="171450" marR="0" lvl="0" indent="-171450" algn="l" rtl="0" eaLnBrk="1" fontAlgn="auto" latinLnBrk="0" hangingPunct="1">
                        <a:lnSpc>
                          <a:spcPct val="100000"/>
                        </a:lnSpc>
                        <a:spcBef>
                          <a:spcPts val="200"/>
                        </a:spcBef>
                        <a:spcAft>
                          <a:spcPts val="200"/>
                        </a:spcAft>
                        <a:buClrTx/>
                        <a:buSzTx/>
                        <a:buFont typeface="Arial" panose="020B0604020202020204" pitchFamily="34" charset="0"/>
                        <a:buChar char="•"/>
                      </a:pPr>
                      <a:r>
                        <a:rPr lang="en-US" sz="700" b="1" kern="1200">
                          <a:solidFill>
                            <a:schemeClr val="tx1"/>
                          </a:solidFill>
                          <a:latin typeface="+mj-lt"/>
                        </a:rPr>
                        <a:t>Finalize: </a:t>
                      </a:r>
                      <a:r>
                        <a:rPr lang="en-US" sz="700" b="0" kern="1200">
                          <a:solidFill>
                            <a:schemeClr val="tx1"/>
                          </a:solidFill>
                          <a:latin typeface="+mj-lt"/>
                        </a:rPr>
                        <a:t>Stakeholder Interviews</a:t>
                      </a:r>
                    </a:p>
                  </a:txBody>
                  <a:tcPr marL="68580" marR="68580" marT="137160" marB="68580"/>
                </a:tc>
                <a:tc>
                  <a:txBody>
                    <a:bodyPr/>
                    <a:lstStyle/>
                    <a:p>
                      <a:pPr marL="171450" marR="0" lvl="0" indent="-171450" algn="l" rtl="0" eaLnBrk="1" fontAlgn="auto" latinLnBrk="0" hangingPunct="1">
                        <a:lnSpc>
                          <a:spcPct val="100000"/>
                        </a:lnSpc>
                        <a:spcBef>
                          <a:spcPts val="200"/>
                        </a:spcBef>
                        <a:spcAft>
                          <a:spcPts val="200"/>
                        </a:spcAft>
                        <a:buClrTx/>
                        <a:buSzTx/>
                        <a:buFont typeface="Arial" panose="020B0604020202020204" pitchFamily="34" charset="0"/>
                        <a:buChar char="•"/>
                      </a:pPr>
                      <a:r>
                        <a:rPr lang="en-US" sz="700" b="0" kern="1200">
                          <a:solidFill>
                            <a:schemeClr val="tx1"/>
                          </a:solidFill>
                          <a:latin typeface="+mj-lt"/>
                        </a:rPr>
                        <a:t>2 Week Backlog</a:t>
                      </a:r>
                    </a:p>
                    <a:p>
                      <a:pPr marL="171450" marR="0" lvl="0" indent="-171450" algn="l" rtl="0" eaLnBrk="1" fontAlgn="auto" latinLnBrk="0" hangingPunct="1">
                        <a:lnSpc>
                          <a:spcPct val="100000"/>
                        </a:lnSpc>
                        <a:spcBef>
                          <a:spcPts val="200"/>
                        </a:spcBef>
                        <a:spcAft>
                          <a:spcPts val="200"/>
                        </a:spcAft>
                        <a:buClrTx/>
                        <a:buSzTx/>
                        <a:buFont typeface="Arial" panose="020B0604020202020204" pitchFamily="34" charset="0"/>
                        <a:buChar char="•"/>
                      </a:pPr>
                      <a:r>
                        <a:rPr lang="en-US" sz="700" b="1" kern="1200">
                          <a:solidFill>
                            <a:schemeClr val="tx1"/>
                          </a:solidFill>
                          <a:latin typeface="+mj-lt"/>
                        </a:rPr>
                        <a:t>Finalize: </a:t>
                      </a:r>
                      <a:r>
                        <a:rPr lang="en-US" sz="700" b="0" kern="1200">
                          <a:solidFill>
                            <a:schemeClr val="tx1"/>
                          </a:solidFill>
                          <a:latin typeface="+mj-lt"/>
                        </a:rPr>
                        <a:t>Readout</a:t>
                      </a:r>
                    </a:p>
                    <a:p>
                      <a:pPr marL="171450" marR="0" lvl="0" indent="-171450" algn="l" rtl="0" eaLnBrk="1" fontAlgn="auto" latinLnBrk="0" hangingPunct="1">
                        <a:lnSpc>
                          <a:spcPct val="100000"/>
                        </a:lnSpc>
                        <a:spcBef>
                          <a:spcPts val="200"/>
                        </a:spcBef>
                        <a:spcAft>
                          <a:spcPts val="200"/>
                        </a:spcAft>
                        <a:buClrTx/>
                        <a:buSzTx/>
                        <a:buFont typeface="Arial" panose="020B0604020202020204" pitchFamily="34" charset="0"/>
                        <a:buChar char="•"/>
                      </a:pPr>
                      <a:r>
                        <a:rPr lang="en-US" sz="700" b="0" kern="1200">
                          <a:solidFill>
                            <a:schemeClr val="tx1"/>
                          </a:solidFill>
                          <a:latin typeface="+mj-lt"/>
                        </a:rPr>
                        <a:t>Review Readout</a:t>
                      </a:r>
                    </a:p>
                  </a:txBody>
                  <a:tcPr marL="68580" marR="68580" marT="137160" marB="68580"/>
                </a:tc>
                <a:extLst>
                  <a:ext uri="{0D108BD9-81ED-4DB2-BD59-A6C34878D82A}">
                    <a16:rowId xmlns:a16="http://schemas.microsoft.com/office/drawing/2014/main" val="146338571"/>
                  </a:ext>
                </a:extLst>
              </a:tr>
              <a:tr h="1642110">
                <a:tc>
                  <a:txBody>
                    <a:bodyPr/>
                    <a:lstStyle/>
                    <a:p>
                      <a:pPr lvl="0" algn="ctr">
                        <a:buNone/>
                      </a:pPr>
                      <a:r>
                        <a:rPr lang="en-US" sz="800" b="1" kern="1200" cap="all" spc="150">
                          <a:solidFill>
                            <a:schemeClr val="tx1"/>
                          </a:solidFill>
                        </a:rPr>
                        <a:t>Technical</a:t>
                      </a:r>
                    </a:p>
                    <a:p>
                      <a:pPr lvl="0" algn="ctr">
                        <a:buNone/>
                      </a:pPr>
                      <a:r>
                        <a:rPr lang="en-US" sz="800" b="1" kern="1200" cap="all" spc="150">
                          <a:solidFill>
                            <a:schemeClr val="tx1"/>
                          </a:solidFill>
                        </a:rPr>
                        <a:t>Design</a:t>
                      </a:r>
                      <a:endParaRPr lang="en-US" sz="800" b="1" kern="1200" cap="all" spc="150">
                        <a:solidFill>
                          <a:schemeClr val="tx1"/>
                        </a:solidFill>
                        <a:latin typeface="+mn-lt"/>
                        <a:ea typeface="+mj-ea"/>
                        <a:cs typeface="+mj-cs"/>
                      </a:endParaRPr>
                    </a:p>
                  </a:txBody>
                  <a:tcPr marL="91355" marR="91355" marT="45678" marB="45678" vert="vert270" anchor="ctr"/>
                </a:tc>
                <a:tc>
                  <a:txBody>
                    <a:bodyPr/>
                    <a:lstStyle/>
                    <a:p>
                      <a:pPr marL="171450" marR="0" lvl="0" indent="-171450" algn="l">
                        <a:lnSpc>
                          <a:spcPct val="100000"/>
                        </a:lnSpc>
                        <a:spcBef>
                          <a:spcPts val="200"/>
                        </a:spcBef>
                        <a:spcAft>
                          <a:spcPts val="200"/>
                        </a:spcAft>
                        <a:buFont typeface="Arial" panose="020B0604020202020204" pitchFamily="34" charset="0"/>
                        <a:buChar char="•"/>
                      </a:pPr>
                      <a:r>
                        <a:rPr lang="en-US" sz="700" b="0" u="none" strike="noStrike" kern="1200" noProof="0">
                          <a:solidFill>
                            <a:schemeClr val="tx1"/>
                          </a:solidFill>
                        </a:rPr>
                        <a:t>Architectural Alignment </a:t>
                      </a:r>
                    </a:p>
                    <a:p>
                      <a:pPr marL="628650" marR="0" lvl="1" indent="-171450" algn="l">
                        <a:lnSpc>
                          <a:spcPct val="100000"/>
                        </a:lnSpc>
                        <a:spcBef>
                          <a:spcPts val="200"/>
                        </a:spcBef>
                        <a:spcAft>
                          <a:spcPts val="200"/>
                        </a:spcAft>
                        <a:buFont typeface="Arial" panose="020B0604020202020204" pitchFamily="34" charset="0"/>
                        <a:buChar char="•"/>
                      </a:pPr>
                      <a:r>
                        <a:rPr lang="en-US" sz="700" b="0" u="none" strike="noStrike" kern="1200" noProof="0">
                          <a:solidFill>
                            <a:schemeClr val="tx1"/>
                          </a:solidFill>
                        </a:rPr>
                        <a:t>Team Kickoffs – Digital, Data, FinOps, </a:t>
                      </a:r>
                    </a:p>
                    <a:p>
                      <a:pPr marL="171450" marR="0" lvl="0" indent="-171450" algn="l">
                        <a:lnSpc>
                          <a:spcPct val="100000"/>
                        </a:lnSpc>
                        <a:spcBef>
                          <a:spcPts val="200"/>
                        </a:spcBef>
                        <a:spcAft>
                          <a:spcPts val="200"/>
                        </a:spcAft>
                        <a:buFont typeface="Arial" panose="020B0604020202020204" pitchFamily="34" charset="0"/>
                        <a:buChar char="•"/>
                      </a:pPr>
                      <a:r>
                        <a:rPr lang="en-US" sz="700" b="1" u="none" strike="noStrike" kern="1200" noProof="0">
                          <a:solidFill>
                            <a:schemeClr val="tx1"/>
                          </a:solidFill>
                        </a:rPr>
                        <a:t>Start: </a:t>
                      </a:r>
                      <a:r>
                        <a:rPr lang="en-US" sz="700" b="0" u="none" strike="noStrike" kern="1200" noProof="0">
                          <a:solidFill>
                            <a:schemeClr val="tx1"/>
                          </a:solidFill>
                        </a:rPr>
                        <a:t>Technical design documentation</a:t>
                      </a:r>
                      <a:endParaRPr lang="en-US" sz="700" b="0" u="none" strike="noStrike" kern="1200" noProof="0">
                        <a:solidFill>
                          <a:srgbClr val="000000"/>
                        </a:solidFill>
                      </a:endParaRPr>
                    </a:p>
                    <a:p>
                      <a:pPr marL="628650" marR="0" lvl="1" indent="-171450" algn="l">
                        <a:lnSpc>
                          <a:spcPct val="100000"/>
                        </a:lnSpc>
                        <a:spcBef>
                          <a:spcPts val="200"/>
                        </a:spcBef>
                        <a:spcAft>
                          <a:spcPts val="200"/>
                        </a:spcAft>
                        <a:buFont typeface="Arial" panose="020B0604020202020204" pitchFamily="34" charset="0"/>
                        <a:buChar char="•"/>
                      </a:pPr>
                      <a:r>
                        <a:rPr lang="en-US" sz="700" b="0" u="none" strike="noStrike" kern="1200" noProof="0">
                          <a:solidFill>
                            <a:schemeClr val="tx1"/>
                          </a:solidFill>
                        </a:rPr>
                        <a:t>Billing API structure ( AWS/Azure/GCP )</a:t>
                      </a:r>
                      <a:endParaRPr lang="en-US" sz="700" b="0" u="none" strike="noStrike" kern="1200" noProof="0">
                        <a:solidFill>
                          <a:srgbClr val="000000"/>
                        </a:solidFill>
                      </a:endParaRPr>
                    </a:p>
                    <a:p>
                      <a:pPr marL="628650" marR="0" lvl="1" indent="-171450" algn="l">
                        <a:lnSpc>
                          <a:spcPct val="100000"/>
                        </a:lnSpc>
                        <a:spcBef>
                          <a:spcPts val="200"/>
                        </a:spcBef>
                        <a:spcAft>
                          <a:spcPts val="200"/>
                        </a:spcAft>
                        <a:buFont typeface="Arial" panose="020B0604020202020204" pitchFamily="34" charset="0"/>
                        <a:buChar char="•"/>
                      </a:pPr>
                      <a:r>
                        <a:rPr lang="en-US" sz="700" b="0" u="none" strike="noStrike" kern="1200" noProof="0">
                          <a:solidFill>
                            <a:srgbClr val="000000"/>
                          </a:solidFill>
                        </a:rPr>
                        <a:t>Available cost and usage data sources</a:t>
                      </a:r>
                    </a:p>
                    <a:p>
                      <a:pPr marL="628650" marR="0" lvl="1" indent="-171450" algn="l">
                        <a:lnSpc>
                          <a:spcPct val="100000"/>
                        </a:lnSpc>
                        <a:spcBef>
                          <a:spcPts val="200"/>
                        </a:spcBef>
                        <a:spcAft>
                          <a:spcPts val="200"/>
                        </a:spcAft>
                        <a:buFont typeface="Arial" panose="020B0604020202020204" pitchFamily="34" charset="0"/>
                        <a:buChar char="•"/>
                      </a:pPr>
                      <a:r>
                        <a:rPr lang="en-US" sz="700" b="0" u="none" strike="noStrike" kern="1200" noProof="0">
                          <a:solidFill>
                            <a:srgbClr val="000000"/>
                          </a:solidFill>
                        </a:rPr>
                        <a:t>Document enterprise setup ( accounts, subscriptions, org structure </a:t>
                      </a:r>
                    </a:p>
                    <a:p>
                      <a:pPr marL="171450" marR="0" lvl="0" indent="-171450" algn="l">
                        <a:lnSpc>
                          <a:spcPct val="100000"/>
                        </a:lnSpc>
                        <a:spcBef>
                          <a:spcPts val="200"/>
                        </a:spcBef>
                        <a:spcAft>
                          <a:spcPts val="200"/>
                        </a:spcAft>
                        <a:buFont typeface="Arial" panose="020B0604020202020204" pitchFamily="34" charset="0"/>
                        <a:buChar char="•"/>
                      </a:pPr>
                      <a:r>
                        <a:rPr lang="en-US" sz="700" b="0" u="none" strike="noStrike" kern="1200" noProof="0">
                          <a:solidFill>
                            <a:srgbClr val="000000"/>
                          </a:solidFill>
                        </a:rPr>
                        <a:t>Validate data access and permissions </a:t>
                      </a:r>
                      <a:endParaRPr lang="en-US" sz="1100" b="0" u="none" strike="noStrike" kern="1200" noProof="0">
                        <a:solidFill>
                          <a:srgbClr val="000000"/>
                        </a:solidFill>
                      </a:endParaRPr>
                    </a:p>
                  </a:txBody>
                  <a:tcPr marL="68580" marR="68580" marT="137160" marB="68580"/>
                </a:tc>
                <a:tc>
                  <a:txBody>
                    <a:bodyPr/>
                    <a:lstStyle/>
                    <a:p>
                      <a:pPr marL="171450" marR="0" lvl="0" indent="-171450" algn="l" rtl="0" eaLnBrk="1" fontAlgn="auto" latinLnBrk="0" hangingPunct="1">
                        <a:lnSpc>
                          <a:spcPct val="100000"/>
                        </a:lnSpc>
                        <a:spcBef>
                          <a:spcPts val="200"/>
                        </a:spcBef>
                        <a:spcAft>
                          <a:spcPts val="200"/>
                        </a:spcAft>
                        <a:buClrTx/>
                        <a:buSzTx/>
                        <a:buFont typeface="Arial" panose="020B0604020202020204" pitchFamily="34" charset="0"/>
                        <a:buChar char="•"/>
                      </a:pPr>
                      <a:r>
                        <a:rPr lang="en-US" sz="700" b="1" u="none" strike="noStrike" kern="1200" noProof="0">
                          <a:solidFill>
                            <a:schemeClr val="tx1"/>
                          </a:solidFill>
                        </a:rPr>
                        <a:t>Continue: </a:t>
                      </a:r>
                      <a:r>
                        <a:rPr lang="en-US" sz="700" b="0" u="none" strike="noStrike" kern="1200" noProof="0">
                          <a:solidFill>
                            <a:schemeClr val="tx1"/>
                          </a:solidFill>
                        </a:rPr>
                        <a:t>Technical design documentation</a:t>
                      </a:r>
                    </a:p>
                    <a:p>
                      <a:pPr marL="628650" marR="0" lvl="1" indent="-171450" algn="l" rtl="0" eaLnBrk="1" fontAlgn="auto" latinLnBrk="0" hangingPunct="1">
                        <a:lnSpc>
                          <a:spcPct val="100000"/>
                        </a:lnSpc>
                        <a:spcBef>
                          <a:spcPts val="200"/>
                        </a:spcBef>
                        <a:spcAft>
                          <a:spcPts val="200"/>
                        </a:spcAft>
                        <a:buClrTx/>
                        <a:buSzTx/>
                        <a:buFont typeface="Arial" panose="020B0604020202020204" pitchFamily="34" charset="0"/>
                        <a:buChar char="•"/>
                      </a:pPr>
                      <a:r>
                        <a:rPr lang="en-US" sz="700" b="0" u="none" strike="noStrike" kern="1200" noProof="0">
                          <a:solidFill>
                            <a:schemeClr val="tx1"/>
                          </a:solidFill>
                        </a:rPr>
                        <a:t>Data ingestion approach defined (Billing API and/or exports )</a:t>
                      </a:r>
                    </a:p>
                    <a:p>
                      <a:pPr marL="628650" marR="0" lvl="1" indent="-171450" algn="l">
                        <a:lnSpc>
                          <a:spcPct val="100000"/>
                        </a:lnSpc>
                        <a:spcBef>
                          <a:spcPts val="200"/>
                        </a:spcBef>
                        <a:spcAft>
                          <a:spcPts val="200"/>
                        </a:spcAft>
                        <a:buClrTx/>
                        <a:buSzTx/>
                        <a:buFont typeface="Arial" panose="020B0604020202020204" pitchFamily="34" charset="0"/>
                        <a:buChar char="•"/>
                      </a:pPr>
                      <a:r>
                        <a:rPr lang="en-US" sz="700" b="0" u="none" strike="noStrike" kern="1200" noProof="0">
                          <a:solidFill>
                            <a:srgbClr val="000000"/>
                          </a:solidFill>
                        </a:rPr>
                        <a:t>End to end data flow and system integration points defined and documented </a:t>
                      </a:r>
                    </a:p>
                    <a:p>
                      <a:pPr marL="628650" marR="0" lvl="1" indent="-171450" algn="l">
                        <a:lnSpc>
                          <a:spcPct val="100000"/>
                        </a:lnSpc>
                        <a:spcBef>
                          <a:spcPts val="200"/>
                        </a:spcBef>
                        <a:spcAft>
                          <a:spcPts val="200"/>
                        </a:spcAft>
                        <a:buClrTx/>
                        <a:buSzTx/>
                        <a:buFont typeface="Arial" panose="020B0604020202020204" pitchFamily="34" charset="0"/>
                        <a:buChar char="•"/>
                      </a:pPr>
                      <a:r>
                        <a:rPr lang="en-US" sz="700" b="0" u="none" strike="noStrike" kern="1200" noProof="0">
                          <a:solidFill>
                            <a:srgbClr val="000000"/>
                          </a:solidFill>
                        </a:rPr>
                        <a:t>Snowflake setup and access aligned ( roles, schemas, ownership)</a:t>
                      </a:r>
                    </a:p>
                    <a:p>
                      <a:pPr marL="171450" marR="0" lvl="0" indent="-171450" algn="l">
                        <a:lnSpc>
                          <a:spcPct val="100000"/>
                        </a:lnSpc>
                        <a:spcBef>
                          <a:spcPts val="200"/>
                        </a:spcBef>
                        <a:spcAft>
                          <a:spcPts val="200"/>
                        </a:spcAft>
                        <a:buClrTx/>
                        <a:buSzTx/>
                        <a:buFont typeface="Arial" panose="020B0604020202020204" pitchFamily="34" charset="0"/>
                        <a:buChar char="•"/>
                      </a:pPr>
                      <a:r>
                        <a:rPr lang="en-US" sz="700" b="1" u="none" strike="noStrike" kern="1200" noProof="0">
                          <a:solidFill>
                            <a:srgbClr val="000000"/>
                          </a:solidFill>
                        </a:rPr>
                        <a:t>Finalize: </a:t>
                      </a:r>
                      <a:r>
                        <a:rPr lang="en-US" sz="700" b="0" u="none" strike="noStrike" kern="1200" noProof="0">
                          <a:solidFill>
                            <a:srgbClr val="000000"/>
                          </a:solidFill>
                        </a:rPr>
                        <a:t>dashboard requirements </a:t>
                      </a:r>
                    </a:p>
                  </a:txBody>
                  <a:tcPr marL="68580" marR="68580" marT="137160" marB="68580"/>
                </a:tc>
                <a:tc>
                  <a:txBody>
                    <a:bodyPr/>
                    <a:lstStyle/>
                    <a:p>
                      <a:pPr marL="171450" marR="0" lvl="0" indent="-171450" algn="l">
                        <a:lnSpc>
                          <a:spcPct val="100000"/>
                        </a:lnSpc>
                        <a:spcBef>
                          <a:spcPts val="200"/>
                        </a:spcBef>
                        <a:spcAft>
                          <a:spcPts val="200"/>
                        </a:spcAft>
                        <a:buClrTx/>
                        <a:buSzTx/>
                        <a:buFont typeface="Arial" panose="020B0604020202020204" pitchFamily="34" charset="0"/>
                        <a:buChar char="•"/>
                      </a:pPr>
                      <a:r>
                        <a:rPr lang="en-US" sz="700" b="1" kern="1200">
                          <a:solidFill>
                            <a:schemeClr val="tx1"/>
                          </a:solidFill>
                        </a:rPr>
                        <a:t>Finalize:</a:t>
                      </a:r>
                      <a:r>
                        <a:rPr lang="en-US" sz="700" b="0" kern="1200">
                          <a:solidFill>
                            <a:schemeClr val="tx1"/>
                          </a:solidFill>
                        </a:rPr>
                        <a:t> D</a:t>
                      </a:r>
                      <a:r>
                        <a:rPr lang="en-US" sz="800" b="0" i="0" u="none" strike="noStrike" kern="1200" noProof="0">
                          <a:solidFill>
                            <a:srgbClr val="000000"/>
                          </a:solidFill>
                          <a:latin typeface="Aptos"/>
                        </a:rPr>
                        <a:t>ata ingestion strategy and  </a:t>
                      </a:r>
                      <a:r>
                        <a:rPr lang="en-US" sz="700" b="0" kern="1200">
                          <a:solidFill>
                            <a:schemeClr val="tx1"/>
                          </a:solidFill>
                        </a:rPr>
                        <a:t>data pipeline design </a:t>
                      </a:r>
                      <a:endParaRPr lang="en-US" sz="1200"/>
                    </a:p>
                    <a:p>
                      <a:pPr marL="171450" marR="0" lvl="0" indent="-171450" algn="l">
                        <a:lnSpc>
                          <a:spcPct val="100000"/>
                        </a:lnSpc>
                        <a:spcBef>
                          <a:spcPts val="200"/>
                        </a:spcBef>
                        <a:spcAft>
                          <a:spcPts val="200"/>
                        </a:spcAft>
                        <a:buClrTx/>
                        <a:buSzTx/>
                        <a:buFont typeface="Arial" panose="020B0604020202020204" pitchFamily="34" charset="0"/>
                        <a:buChar char="•"/>
                      </a:pPr>
                      <a:r>
                        <a:rPr lang="en-US" sz="700" b="0" kern="1200">
                          <a:solidFill>
                            <a:schemeClr val="tx1"/>
                          </a:solidFill>
                        </a:rPr>
                        <a:t>Dashboard layout / KPI visualization structure defined </a:t>
                      </a:r>
                      <a:endParaRPr lang="en-US" sz="1200"/>
                    </a:p>
                    <a:p>
                      <a:pPr marL="171450" marR="0" lvl="0" indent="-171450" algn="l" rtl="0" eaLnBrk="1" fontAlgn="auto" latinLnBrk="0" hangingPunct="1">
                        <a:lnSpc>
                          <a:spcPct val="100000"/>
                        </a:lnSpc>
                        <a:spcBef>
                          <a:spcPts val="200"/>
                        </a:spcBef>
                        <a:spcAft>
                          <a:spcPts val="200"/>
                        </a:spcAft>
                        <a:buClrTx/>
                        <a:buSzTx/>
                        <a:buFont typeface="Arial" panose="020B0604020202020204" pitchFamily="34" charset="0"/>
                        <a:buChar char="•"/>
                      </a:pPr>
                      <a:r>
                        <a:rPr lang="en-US" sz="700" b="0" u="none" strike="noStrike" kern="1200" noProof="0">
                          <a:solidFill>
                            <a:schemeClr val="tx1"/>
                          </a:solidFill>
                        </a:rPr>
                        <a:t>Data model and transformation logic defined</a:t>
                      </a:r>
                    </a:p>
                    <a:p>
                      <a:pPr marL="171450" marR="0" lvl="0" indent="-171450" algn="l" rtl="0" eaLnBrk="1" fontAlgn="auto" latinLnBrk="0" hangingPunct="1">
                        <a:lnSpc>
                          <a:spcPct val="100000"/>
                        </a:lnSpc>
                        <a:spcBef>
                          <a:spcPts val="200"/>
                        </a:spcBef>
                        <a:spcAft>
                          <a:spcPts val="200"/>
                        </a:spcAft>
                        <a:buClrTx/>
                        <a:buSzTx/>
                        <a:buFont typeface="Arial" panose="020B0604020202020204" pitchFamily="34" charset="0"/>
                        <a:buChar char="•"/>
                      </a:pPr>
                      <a:r>
                        <a:rPr lang="en-US" sz="700" b="0" u="none" strike="noStrike" kern="1200" noProof="0">
                          <a:solidFill>
                            <a:schemeClr val="tx1"/>
                          </a:solidFill>
                        </a:rPr>
                        <a:t>Technical design refined based on final requirements </a:t>
                      </a:r>
                    </a:p>
                    <a:p>
                      <a:pPr marL="171450" marR="0" lvl="0" indent="-171450" algn="l">
                        <a:lnSpc>
                          <a:spcPct val="100000"/>
                        </a:lnSpc>
                        <a:spcBef>
                          <a:spcPts val="200"/>
                        </a:spcBef>
                        <a:spcAft>
                          <a:spcPts val="200"/>
                        </a:spcAft>
                        <a:buClrTx/>
                        <a:buSzTx/>
                        <a:buFont typeface="Arial" panose="020B0604020202020204" pitchFamily="34" charset="0"/>
                        <a:buChar char="•"/>
                      </a:pPr>
                      <a:r>
                        <a:rPr lang="en-US" sz="700" b="0" u="none" strike="noStrike" kern="1200" noProof="0">
                          <a:solidFill>
                            <a:srgbClr val="000000"/>
                          </a:solidFill>
                        </a:rPr>
                        <a:t>End to end   architecture  documented and reviewed </a:t>
                      </a:r>
                    </a:p>
                    <a:p>
                      <a:pPr marL="171450" marR="0" lvl="0" indent="-171450" algn="l">
                        <a:lnSpc>
                          <a:spcPct val="100000"/>
                        </a:lnSpc>
                        <a:spcBef>
                          <a:spcPts val="200"/>
                        </a:spcBef>
                        <a:spcAft>
                          <a:spcPts val="200"/>
                        </a:spcAft>
                        <a:buClrTx/>
                        <a:buSzTx/>
                        <a:buFont typeface="Arial" panose="020B0604020202020204" pitchFamily="34" charset="0"/>
                        <a:buChar char="•"/>
                      </a:pPr>
                      <a:r>
                        <a:rPr lang="en-US" sz="700" b="0" u="none" strike="noStrike" kern="1200" noProof="0">
                          <a:solidFill>
                            <a:srgbClr val="000000"/>
                          </a:solidFill>
                        </a:rPr>
                        <a:t>Cortex code approach defined for data processing and optimization </a:t>
                      </a:r>
                    </a:p>
                  </a:txBody>
                  <a:tcPr marL="68580" marR="68580" marT="137160" marB="68580"/>
                </a:tc>
                <a:tc>
                  <a:txBody>
                    <a:bodyPr/>
                    <a:lstStyle/>
                    <a:p>
                      <a:pPr marL="171450" marR="0" lvl="0" indent="-171450" algn="l" rtl="0" eaLnBrk="1" fontAlgn="auto" latinLnBrk="0" hangingPunct="1">
                        <a:lnSpc>
                          <a:spcPct val="100000"/>
                        </a:lnSpc>
                        <a:spcBef>
                          <a:spcPts val="200"/>
                        </a:spcBef>
                        <a:spcAft>
                          <a:spcPts val="200"/>
                        </a:spcAft>
                        <a:buClrTx/>
                        <a:buSzTx/>
                        <a:buFont typeface="Arial" panose="020B0604020202020204" pitchFamily="34" charset="0"/>
                        <a:buChar char="•"/>
                      </a:pPr>
                      <a:r>
                        <a:rPr lang="en-US" sz="700" b="0" kern="1200" dirty="0">
                          <a:solidFill>
                            <a:schemeClr val="tx1"/>
                          </a:solidFill>
                        </a:rPr>
                        <a:t>Data pipeline development initiated </a:t>
                      </a:r>
                    </a:p>
                    <a:p>
                      <a:pPr marL="171450" marR="0" lvl="0" indent="-171450" algn="l">
                        <a:lnSpc>
                          <a:spcPct val="100000"/>
                        </a:lnSpc>
                        <a:spcBef>
                          <a:spcPts val="200"/>
                        </a:spcBef>
                        <a:spcAft>
                          <a:spcPts val="200"/>
                        </a:spcAft>
                        <a:buClrTx/>
                        <a:buSzTx/>
                        <a:buFont typeface="Arial" panose="020B0604020202020204" pitchFamily="34" charset="0"/>
                        <a:buChar char="•"/>
                      </a:pPr>
                      <a:r>
                        <a:rPr lang="en-US" sz="700" b="1" kern="1200" dirty="0">
                          <a:solidFill>
                            <a:schemeClr val="tx1"/>
                          </a:solidFill>
                        </a:rPr>
                        <a:t>Start: </a:t>
                      </a:r>
                      <a:r>
                        <a:rPr lang="en-US" sz="700" b="0" kern="1200" dirty="0">
                          <a:solidFill>
                            <a:schemeClr val="tx1"/>
                          </a:solidFill>
                        </a:rPr>
                        <a:t>core data ingestion implementation </a:t>
                      </a:r>
                      <a:endParaRPr lang="en-US" sz="800" b="0" kern="1200" dirty="0">
                        <a:solidFill>
                          <a:schemeClr val="tx1"/>
                        </a:solidFill>
                      </a:endParaRPr>
                    </a:p>
                    <a:p>
                      <a:pPr marL="171450" marR="0" lvl="0" indent="-171450" algn="l">
                        <a:lnSpc>
                          <a:spcPct val="100000"/>
                        </a:lnSpc>
                        <a:spcBef>
                          <a:spcPts val="200"/>
                        </a:spcBef>
                        <a:spcAft>
                          <a:spcPts val="200"/>
                        </a:spcAft>
                        <a:buClrTx/>
                        <a:buSzTx/>
                        <a:buFont typeface="Arial" panose="020B0604020202020204" pitchFamily="34" charset="0"/>
                        <a:buChar char="•"/>
                      </a:pPr>
                      <a:r>
                        <a:rPr lang="en-US" sz="800" b="0" i="0" u="none" strike="noStrike" kern="1200" noProof="0" dirty="0">
                          <a:solidFill>
                            <a:schemeClr val="tx1"/>
                          </a:solidFill>
                          <a:latin typeface="Aptos"/>
                        </a:rPr>
                        <a:t>Review and  validate initial dataset </a:t>
                      </a:r>
                      <a:endParaRPr lang="en-US" sz="800" b="0" kern="1200" dirty="0">
                        <a:solidFill>
                          <a:schemeClr val="tx1"/>
                        </a:solidFill>
                      </a:endParaRPr>
                    </a:p>
                    <a:p>
                      <a:pPr marL="171450" marR="0" lvl="0" indent="-171450" algn="l">
                        <a:lnSpc>
                          <a:spcPct val="100000"/>
                        </a:lnSpc>
                        <a:spcBef>
                          <a:spcPts val="200"/>
                        </a:spcBef>
                        <a:spcAft>
                          <a:spcPts val="200"/>
                        </a:spcAft>
                        <a:buClrTx/>
                        <a:buSzTx/>
                        <a:buFont typeface="Arial" panose="020B0604020202020204" pitchFamily="34" charset="0"/>
                        <a:buChar char="•"/>
                      </a:pPr>
                      <a:r>
                        <a:rPr lang="en-US" sz="700" b="1" kern="1200" dirty="0">
                          <a:solidFill>
                            <a:schemeClr val="tx1"/>
                          </a:solidFill>
                        </a:rPr>
                        <a:t>Start: </a:t>
                      </a:r>
                      <a:r>
                        <a:rPr lang="en-US" sz="700" b="0" kern="1200" dirty="0">
                          <a:solidFill>
                            <a:schemeClr val="tx1"/>
                          </a:solidFill>
                        </a:rPr>
                        <a:t>Initial data transformation</a:t>
                      </a:r>
                    </a:p>
                    <a:p>
                      <a:pPr marL="171450" marR="0" lvl="0" indent="-171450" algn="l">
                        <a:lnSpc>
                          <a:spcPct val="100000"/>
                        </a:lnSpc>
                        <a:spcBef>
                          <a:spcPts val="200"/>
                        </a:spcBef>
                        <a:spcAft>
                          <a:spcPts val="200"/>
                        </a:spcAft>
                        <a:buClrTx/>
                        <a:buSzTx/>
                        <a:buFont typeface="Arial" panose="020B0604020202020204" pitchFamily="34" charset="0"/>
                        <a:buChar char="•"/>
                      </a:pPr>
                      <a:r>
                        <a:rPr lang="en-US" sz="700" b="1" kern="1200" dirty="0">
                          <a:solidFill>
                            <a:schemeClr val="tx1"/>
                          </a:solidFill>
                        </a:rPr>
                        <a:t>Start: </a:t>
                      </a:r>
                      <a:r>
                        <a:rPr lang="en-US" sz="700" b="0" kern="1200" dirty="0">
                          <a:solidFill>
                            <a:schemeClr val="tx1"/>
                          </a:solidFill>
                        </a:rPr>
                        <a:t>data validation framework implementation </a:t>
                      </a:r>
                    </a:p>
                    <a:p>
                      <a:pPr marL="171450" marR="0" lvl="0" indent="-171450" algn="l">
                        <a:lnSpc>
                          <a:spcPct val="100000"/>
                        </a:lnSpc>
                        <a:spcBef>
                          <a:spcPts val="200"/>
                        </a:spcBef>
                        <a:spcAft>
                          <a:spcPts val="200"/>
                        </a:spcAft>
                        <a:buClrTx/>
                        <a:buSzTx/>
                        <a:buFont typeface="Arial" panose="020B0604020202020204" pitchFamily="34" charset="0"/>
                        <a:buChar char="•"/>
                      </a:pPr>
                      <a:r>
                        <a:rPr lang="en-US" sz="700" b="0" kern="1200" dirty="0">
                          <a:solidFill>
                            <a:srgbClr val="000000"/>
                          </a:solidFill>
                        </a:rPr>
                        <a:t>Cortex code-based processing implementation begins</a:t>
                      </a:r>
                    </a:p>
                  </a:txBody>
                  <a:tcPr marL="68580" marR="68580" marT="137160" marB="68580"/>
                </a:tc>
                <a:extLst>
                  <a:ext uri="{0D108BD9-81ED-4DB2-BD59-A6C34878D82A}">
                    <a16:rowId xmlns:a16="http://schemas.microsoft.com/office/drawing/2014/main" val="1614640657"/>
                  </a:ext>
                </a:extLst>
              </a:tr>
            </a:tbl>
          </a:graphicData>
        </a:graphic>
      </p:graphicFrame>
      <p:grpSp>
        <p:nvGrpSpPr>
          <p:cNvPr id="7" name="Group 6">
            <a:extLst>
              <a:ext uri="{FF2B5EF4-FFF2-40B4-BE49-F238E27FC236}">
                <a16:creationId xmlns:a16="http://schemas.microsoft.com/office/drawing/2014/main" id="{72D89DA0-CC0A-3FE1-446E-E70E67A5F83B}"/>
              </a:ext>
              <a:ext uri="{C183D7F6-B498-43B3-948B-1728B52AA6E4}">
                <adec:decorative xmlns:adec="http://schemas.microsoft.com/office/drawing/2017/decorative" val="1"/>
              </a:ext>
            </a:extLst>
          </p:cNvPr>
          <p:cNvGrpSpPr/>
          <p:nvPr/>
        </p:nvGrpSpPr>
        <p:grpSpPr>
          <a:xfrm flipV="1">
            <a:off x="428625" y="557026"/>
            <a:ext cx="2809782" cy="34290"/>
            <a:chOff x="0" y="6720840"/>
            <a:chExt cx="12192000" cy="137160"/>
          </a:xfrm>
        </p:grpSpPr>
        <p:sp>
          <p:nvSpPr>
            <p:cNvPr id="8" name="Rectangle 7">
              <a:extLst>
                <a:ext uri="{FF2B5EF4-FFF2-40B4-BE49-F238E27FC236}">
                  <a16:creationId xmlns:a16="http://schemas.microsoft.com/office/drawing/2014/main" id="{A2173C3E-F650-76C8-8A09-7080B3300312}"/>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20000"/>
                </a:lnSpc>
                <a:defRPr/>
              </a:pPr>
              <a:endParaRPr lang="en-US" sz="1200">
                <a:solidFill>
                  <a:srgbClr val="FFFFFF"/>
                </a:solidFill>
                <a:latin typeface="Avenir Next LT Pro"/>
              </a:endParaRPr>
            </a:p>
          </p:txBody>
        </p:sp>
        <p:sp>
          <p:nvSpPr>
            <p:cNvPr id="9" name="Rectangle 8">
              <a:extLst>
                <a:ext uri="{FF2B5EF4-FFF2-40B4-BE49-F238E27FC236}">
                  <a16:creationId xmlns:a16="http://schemas.microsoft.com/office/drawing/2014/main" id="{1EC155A6-A1B2-C4FD-7A62-B72F5B219440}"/>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20000"/>
                </a:lnSpc>
                <a:defRPr/>
              </a:pPr>
              <a:endParaRPr lang="en-US" sz="1200">
                <a:solidFill>
                  <a:srgbClr val="FFFFFF"/>
                </a:solidFill>
                <a:latin typeface="Avenir Next LT Pro"/>
              </a:endParaRPr>
            </a:p>
          </p:txBody>
        </p:sp>
        <p:sp>
          <p:nvSpPr>
            <p:cNvPr id="10" name="Rectangle 9">
              <a:extLst>
                <a:ext uri="{FF2B5EF4-FFF2-40B4-BE49-F238E27FC236}">
                  <a16:creationId xmlns:a16="http://schemas.microsoft.com/office/drawing/2014/main" id="{391696C9-94BA-54CC-B999-02BE9C818C96}"/>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20000"/>
                </a:lnSpc>
                <a:defRPr/>
              </a:pPr>
              <a:endParaRPr lang="en-US" sz="1200">
                <a:solidFill>
                  <a:srgbClr val="FFFFFF"/>
                </a:solidFill>
                <a:latin typeface="Avenir Next LT Pro"/>
              </a:endParaRPr>
            </a:p>
          </p:txBody>
        </p:sp>
        <p:sp>
          <p:nvSpPr>
            <p:cNvPr id="11" name="Rectangle 10">
              <a:extLst>
                <a:ext uri="{FF2B5EF4-FFF2-40B4-BE49-F238E27FC236}">
                  <a16:creationId xmlns:a16="http://schemas.microsoft.com/office/drawing/2014/main" id="{08CD549C-08AD-E3D4-BB05-4A41DA2AE24A}"/>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20000"/>
                </a:lnSpc>
                <a:defRPr/>
              </a:pPr>
              <a:endParaRPr lang="en-US" sz="1200">
                <a:solidFill>
                  <a:srgbClr val="FFFFFF"/>
                </a:solidFill>
                <a:latin typeface="Avenir Next LT Pro"/>
              </a:endParaRPr>
            </a:p>
          </p:txBody>
        </p:sp>
        <p:sp>
          <p:nvSpPr>
            <p:cNvPr id="12" name="Rectangle 11">
              <a:extLst>
                <a:ext uri="{FF2B5EF4-FFF2-40B4-BE49-F238E27FC236}">
                  <a16:creationId xmlns:a16="http://schemas.microsoft.com/office/drawing/2014/main" id="{4C234B9D-51A7-CB24-1E7C-94D8FC0D511A}"/>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20000"/>
                </a:lnSpc>
                <a:defRPr/>
              </a:pPr>
              <a:endParaRPr lang="en-US" sz="1200">
                <a:solidFill>
                  <a:srgbClr val="FFFFFF"/>
                </a:solidFill>
                <a:latin typeface="Avenir Next LT Pro"/>
              </a:endParaRPr>
            </a:p>
          </p:txBody>
        </p:sp>
      </p:grpSp>
    </p:spTree>
    <p:extLst>
      <p:ext uri="{BB962C8B-B14F-4D97-AF65-F5344CB8AC3E}">
        <p14:creationId xmlns:p14="http://schemas.microsoft.com/office/powerpoint/2010/main" val="43329266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oNOdQzRm90aCoRKc9OXnkg"/>
</p:tagLst>
</file>

<file path=ppt/theme/theme1.xml><?xml version="1.0" encoding="utf-8"?>
<a:theme xmlns:a="http://schemas.openxmlformats.org/drawingml/2006/main" name="Slalom 2022">
  <a:themeElements>
    <a:clrScheme name="Slalom Updated">
      <a:dk1>
        <a:srgbClr val="151515"/>
      </a:dk1>
      <a:lt1>
        <a:sysClr val="window" lastClr="FFFFFF"/>
      </a:lt1>
      <a:dk2>
        <a:srgbClr val="8C8C8C"/>
      </a:dk2>
      <a:lt2>
        <a:srgbClr val="D0D0D0"/>
      </a:lt2>
      <a:accent1>
        <a:srgbClr val="0C62FB"/>
      </a:accent1>
      <a:accent2>
        <a:srgbClr val="002FAF"/>
      </a:accent2>
      <a:accent3>
        <a:srgbClr val="1BE1F2"/>
      </a:accent3>
      <a:accent4>
        <a:srgbClr val="FF4D5F"/>
      </a:accent4>
      <a:accent5>
        <a:srgbClr val="C7B9FF"/>
      </a:accent5>
      <a:accent6>
        <a:srgbClr val="DEFF4D"/>
      </a:accent6>
      <a:hlink>
        <a:srgbClr val="0C62FB"/>
      </a:hlink>
      <a:folHlink>
        <a:srgbClr val="0C62FB"/>
      </a:folHlink>
    </a:clrScheme>
    <a:fontScheme name="Avenir Next LT Pro">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lnSpc>
            <a:spcPct val="110000"/>
          </a:lnSpc>
          <a:spcBef>
            <a:spcPts val="1000"/>
          </a:spcBef>
          <a:defRPr sz="1600" dirty="0"/>
        </a:defPPr>
      </a:lstStyle>
      <a:style>
        <a:lnRef idx="2">
          <a:schemeClr val="accent1">
            <a:shade val="50000"/>
          </a:schemeClr>
        </a:lnRef>
        <a:fillRef idx="1">
          <a:schemeClr val="accent1"/>
        </a:fillRef>
        <a:effectRef idx="0">
          <a:schemeClr val="accent1"/>
        </a:effectRef>
        <a:fontRef idx="minor">
          <a:schemeClr val="lt1"/>
        </a:fontRef>
      </a:style>
    </a:spDef>
    <a:lnDef>
      <a:spPr>
        <a:ln w="9525" cap="flat">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lnSpc>
            <a:spcPct val="110000"/>
          </a:lnSpc>
          <a:spcBef>
            <a:spcPts val="1000"/>
          </a:spcBef>
          <a:defRPr dirty="0"/>
        </a:defPPr>
      </a:lstStyle>
    </a:txDef>
  </a:objectDefaults>
  <a:extraClrSchemeLst/>
  <a:custClrLst>
    <a:custClr name="Cyan Dark 3">
      <a:srgbClr val="00BAD6"/>
    </a:custClr>
    <a:custClr name="Cyan Dark 2">
      <a:srgbClr val="05C4DE"/>
    </a:custClr>
    <a:custClr name="Cyan Dark 1">
      <a:srgbClr val="0ED3EB"/>
    </a:custClr>
    <a:custClr name="Cyan Light 1">
      <a:srgbClr val="60EAF5"/>
    </a:custClr>
    <a:custClr name="Cyan Light 2">
      <a:srgbClr val="8CF0F9"/>
    </a:custClr>
    <a:custClr name="Cyan Light 3">
      <a:srgbClr val="D1F9FD"/>
    </a:custClr>
    <a:custClr name="BLANK">
      <a:srgbClr val="FFFFFF"/>
    </a:custClr>
    <a:custClr name="BLANK">
      <a:srgbClr val="FFFFFF"/>
    </a:custClr>
    <a:custClr name="BLANK">
      <a:srgbClr val="FFFFFF"/>
    </a:custClr>
    <a:custClr name="BLANK">
      <a:srgbClr val="FFFFFF"/>
    </a:custClr>
    <a:custClr name="Coral Red Dark 3">
      <a:srgbClr val="E6154A"/>
    </a:custClr>
    <a:custClr name="Coral Red Dark 2">
      <a:srgbClr val="F1214B"/>
    </a:custClr>
    <a:custClr name="Coral Red Dark 1">
      <a:srgbClr val="F53958"/>
    </a:custClr>
    <a:custClr name="Coral Red Light 1">
      <a:srgbClr val="FF5F6F"/>
    </a:custClr>
    <a:custClr name="Coral Red Light 2">
      <a:srgbClr val="FF7F8C"/>
    </a:custClr>
    <a:custClr name="Coral Red Light 3">
      <a:srgbClr val="FFDBDF"/>
    </a:custClr>
    <a:custClr name="BLANK">
      <a:srgbClr val="FFFFFF"/>
    </a:custClr>
    <a:custClr name="BLANK">
      <a:srgbClr val="FFFFFF"/>
    </a:custClr>
    <a:custClr name="BLANK">
      <a:srgbClr val="FFFFFF"/>
    </a:custClr>
    <a:custClr name="BLANK">
      <a:srgbClr val="FFFFFF"/>
    </a:custClr>
    <a:custClr name="Purple Dark 3">
      <a:srgbClr val="9488F0"/>
    </a:custClr>
    <a:custClr name="Purple Dark 2">
      <a:srgbClr val="A099F8"/>
    </a:custClr>
    <a:custClr name="Purple Dark 1">
      <a:srgbClr val="B6ACF9"/>
    </a:custClr>
    <a:custClr name="Purple Light 1">
      <a:srgbClr val="CCBFFF"/>
    </a:custClr>
    <a:custClr name="Purple Light 2">
      <a:srgbClr val="D3C7FF"/>
    </a:custClr>
    <a:custClr name="Purple Light 3">
      <a:srgbClr val="EEE9FF"/>
    </a:custClr>
    <a:custClr name="BLANK">
      <a:srgbClr val="FFFFFF"/>
    </a:custClr>
    <a:custClr name="BLANK">
      <a:srgbClr val="FFFFFF"/>
    </a:custClr>
    <a:custClr name="BLANK">
      <a:srgbClr val="FFFFFF"/>
    </a:custClr>
    <a:custClr name="BLANK">
      <a:srgbClr val="FFFFFF"/>
    </a:custClr>
    <a:custClr name="Chartreuse Dark 3">
      <a:srgbClr val="B3CC3E"/>
    </a:custClr>
    <a:custClr name="Chartreuse Dark 2">
      <a:srgbClr val="BDDD07"/>
    </a:custClr>
    <a:custClr name="Chartreuse Dark 1">
      <a:srgbClr val="CBEB0F"/>
    </a:custClr>
    <a:custClr name="Chartreuse Light 1">
      <a:srgbClr val="E7FF80"/>
    </a:custClr>
    <a:custClr name="Chartreuse Light 2">
      <a:srgbClr val="EFFFAA"/>
    </a:custClr>
    <a:custClr name="Chartreuse Light 3">
      <a:srgbClr val="F7FFD6"/>
    </a:custClr>
  </a:custClrLst>
  <a:extLst>
    <a:ext uri="{05A4C25C-085E-4340-85A3-A5531E510DB2}">
      <thm15:themeFamily xmlns:thm15="http://schemas.microsoft.com/office/thememl/2012/main" name="Slalom PowerPoint 16x9" id="{4E5FCD2C-54F2-FB48-AE14-E010E6EEF430}" vid="{71664EA0-5B1C-2141-BC12-E2ADFEDFD2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4E11CA3B5C409489A59F5D69D60FC30" ma:contentTypeVersion="7" ma:contentTypeDescription="Create a new document." ma:contentTypeScope="" ma:versionID="a39fe10a3a32892dbe68d7790d4abd9d">
  <xsd:schema xmlns:xsd="http://www.w3.org/2001/XMLSchema" xmlns:xs="http://www.w3.org/2001/XMLSchema" xmlns:p="http://schemas.microsoft.com/office/2006/metadata/properties" xmlns:ns2="11b3808f-7624-4ebf-bddd-5ad1c6c72f41" targetNamespace="http://schemas.microsoft.com/office/2006/metadata/properties" ma:root="true" ma:fieldsID="de0724518b69d3fae563cb7b50c3c39e" ns2:_="">
    <xsd:import namespace="11b3808f-7624-4ebf-bddd-5ad1c6c72f4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b3808f-7624-4ebf-bddd-5ad1c6c72f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10BA9E4-2DAA-49B9-9D9A-1DC7F9CCA4D9}">
  <ds:schemaRefs>
    <ds:schemaRef ds:uri="http://purl.org/dc/terms/"/>
    <ds:schemaRef ds:uri="http://purl.org/dc/elements/1.1/"/>
    <ds:schemaRef ds:uri="http://schemas.microsoft.com/office/2006/documentManagement/types"/>
    <ds:schemaRef ds:uri="http://schemas.microsoft.com/office/infopath/2007/PartnerControls"/>
    <ds:schemaRef ds:uri="http://schemas.microsoft.com/office/2006/metadata/properties"/>
    <ds:schemaRef ds:uri="http://schemas.openxmlformats.org/package/2006/metadata/core-properties"/>
    <ds:schemaRef ds:uri="11b3808f-7624-4ebf-bddd-5ad1c6c72f41"/>
    <ds:schemaRef ds:uri="http://www.w3.org/XML/1998/namespace"/>
    <ds:schemaRef ds:uri="http://purl.org/dc/dcmitype/"/>
  </ds:schemaRefs>
</ds:datastoreItem>
</file>

<file path=customXml/itemProps2.xml><?xml version="1.0" encoding="utf-8"?>
<ds:datastoreItem xmlns:ds="http://schemas.openxmlformats.org/officeDocument/2006/customXml" ds:itemID="{C6247977-03D2-424B-AEB7-532F021B72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b3808f-7624-4ebf-bddd-5ad1c6c72f4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4511AA7-8D46-42C1-969B-5E843ADBDC40}">
  <ds:schemaRefs>
    <ds:schemaRef ds:uri="http://schemas.microsoft.com/sharepoint/v3/contenttype/forms"/>
  </ds:schemaRefs>
</ds:datastoreItem>
</file>

<file path=docMetadata/LabelInfo.xml><?xml version="1.0" encoding="utf-8"?>
<clbl:labelList xmlns:clbl="http://schemas.microsoft.com/office/2020/mipLabelMetadata">
  <clbl:label id="{9ca75128-a244-4596-877b-f24828e476e2}" enabled="0" method="" siteId="{9ca75128-a244-4596-877b-f24828e476e2}" removed="1"/>
</clbl:labelList>
</file>

<file path=docProps/app.xml><?xml version="1.0" encoding="utf-8"?>
<Properties xmlns="http://schemas.openxmlformats.org/officeDocument/2006/extended-properties" xmlns:vt="http://schemas.openxmlformats.org/officeDocument/2006/docPropsVTypes">
  <Template/>
  <TotalTime>668</TotalTime>
  <Words>1380</Words>
  <Application>Microsoft Office PowerPoint</Application>
  <PresentationFormat>On-screen Show (16:9)</PresentationFormat>
  <Paragraphs>224</Paragraphs>
  <Slides>5</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Aptos</vt:lpstr>
      <vt:lpstr>Aptos Narrow</vt:lpstr>
      <vt:lpstr>Arial</vt:lpstr>
      <vt:lpstr>Avenir Next LT Pro</vt:lpstr>
      <vt:lpstr>Calibri</vt:lpstr>
      <vt:lpstr>Wingdings</vt:lpstr>
      <vt:lpstr>Slalom 2022</vt:lpstr>
      <vt:lpstr>Engagement Status Report</vt:lpstr>
      <vt:lpstr>F5 FinOps Data Platform – Week of 5/1</vt:lpstr>
      <vt:lpstr>PowerPoint Presentation</vt:lpstr>
      <vt:lpstr>PowerPoint Presentation</vt:lpstr>
      <vt:lpstr>FinOps Data Platform - Week by Week</vt:lpstr>
    </vt:vector>
  </TitlesOfParts>
  <Company>Slalom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Status Report Template</dc:title>
  <dc:creator>Mehran Sepehr</dc:creator>
  <cp:lastModifiedBy>Torin Tierney</cp:lastModifiedBy>
  <cp:revision>590</cp:revision>
  <cp:lastPrinted>2015-01-23T18:14:57Z</cp:lastPrinted>
  <dcterms:created xsi:type="dcterms:W3CDTF">2015-10-13T18:34:10Z</dcterms:created>
  <dcterms:modified xsi:type="dcterms:W3CDTF">2026-06-08T22:58:41Z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0x01010034E11CA3B5C409489A59F5D69D60FC30</vt:lpwstr>
  </property>
  <property fmtid="{D5CDD505-2E9C-101B-9397-08002B2CF9AE}" pid="3" name="Order">
    <vt:r8>5100</vt:r8>
  </property>
  <property fmtid="{D5CDD505-2E9C-101B-9397-08002B2CF9AE}" pid="4" name="TemplateUrl">
    <vt:lpwstr/>
  </property>
  <property fmtid="{D5CDD505-2E9C-101B-9397-08002B2CF9AE}" pid="5" name="Activity">
    <vt:lpwstr>Project Communications &amp; Stakeholder Management</vt:lpwstr>
  </property>
  <property fmtid="{D5CDD505-2E9C-101B-9397-08002B2CF9AE}" pid="6" name="Lifecycle PHASE">
    <vt:lpwstr>Plan &amp; Mobilize</vt:lpwstr>
  </property>
  <property fmtid="{D5CDD505-2E9C-101B-9397-08002B2CF9AE}" pid="7" name="xd_Signature">
    <vt:bool>false</vt:bool>
  </property>
  <property fmtid="{D5CDD505-2E9C-101B-9397-08002B2CF9AE}" pid="8" name="xd_ProgID">
    <vt:lpwstr/>
  </property>
  <property fmtid="{D5CDD505-2E9C-101B-9397-08002B2CF9AE}" pid="9" name="Deliverable Order">
    <vt:r8>22</vt:r8>
  </property>
  <property fmtid="{D5CDD505-2E9C-101B-9397-08002B2CF9AE}" pid="10" name="MediaServiceImageTags">
    <vt:lpwstr/>
  </property>
</Properties>
</file>